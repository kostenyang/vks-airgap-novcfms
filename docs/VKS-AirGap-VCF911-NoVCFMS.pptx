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0.svg" ContentType="image/svg+xml"/>
  <Override PartName="/ppt/media/image102.svg" ContentType="image/svg+xml"/>
  <Override PartName="/ppt/media/image104.svg" ContentType="image/svg+xml"/>
  <Override PartName="/ppt/media/image106.svg" ContentType="image/svg+xml"/>
  <Override PartName="/ppt/media/image108.svg" ContentType="image/svg+xml"/>
  <Override PartName="/ppt/media/image110.svg" ContentType="image/svg+xml"/>
  <Override PartName="/ppt/media/image112.svg" ContentType="image/svg+xml"/>
  <Override PartName="/ppt/media/image114.svg" ContentType="image/svg+xml"/>
  <Override PartName="/ppt/media/image116.svg" ContentType="image/svg+xml"/>
  <Override PartName="/ppt/media/image117.svg" ContentType="image/svg+xml"/>
  <Override PartName="/ppt/media/image118.svg" ContentType="image/svg+xml"/>
  <Override PartName="/ppt/media/image120.svg" ContentType="image/svg+xml"/>
  <Override PartName="/ppt/media/image122.svg" ContentType="image/svg+xml"/>
  <Override PartName="/ppt/media/image124.svg" ContentType="image/svg+xml"/>
  <Override PartName="/ppt/media/image126.svg" ContentType="image/svg+xml"/>
  <Override PartName="/ppt/media/image128.svg" ContentType="image/svg+xml"/>
  <Override PartName="/ppt/media/image130.svg" ContentType="image/svg+xml"/>
  <Override PartName="/ppt/media/image132.svg" ContentType="image/svg+xml"/>
  <Override PartName="/ppt/media/image133.svg" ContentType="image/svg+xml"/>
  <Override PartName="/ppt/media/image134.svg" ContentType="image/svg+xml"/>
  <Override PartName="/ppt/media/image135.svg" ContentType="image/svg+xml"/>
  <Override PartName="/ppt/media/image137.svg" ContentType="image/svg+xml"/>
  <Override PartName="/ppt/media/image139.svg" ContentType="image/svg+xml"/>
  <Override PartName="/ppt/media/image141.svg" ContentType="image/svg+xml"/>
  <Override PartName="/ppt/media/image143.svg" ContentType="image/svg+xml"/>
  <Override PartName="/ppt/media/image145.svg" ContentType="image/svg+xml"/>
  <Override PartName="/ppt/media/image146.svg" ContentType="image/svg+xml"/>
  <Override PartName="/ppt/media/image148.svg" ContentType="image/svg+xml"/>
  <Override PartName="/ppt/media/image149.svg" ContentType="image/svg+xml"/>
  <Override PartName="/ppt/media/image151.svg" ContentType="image/svg+xml"/>
  <Override PartName="/ppt/media/image153.svg" ContentType="image/svg+xml"/>
  <Override PartName="/ppt/media/image154.svg" ContentType="image/svg+xml"/>
  <Override PartName="/ppt/media/image156.svg" ContentType="image/svg+xml"/>
  <Override PartName="/ppt/media/image158.svg" ContentType="image/svg+xml"/>
  <Override PartName="/ppt/media/image159.svg" ContentType="image/svg+xml"/>
  <Override PartName="/ppt/media/image161.svg" ContentType="image/svg+xml"/>
  <Override PartName="/ppt/media/image19.svg" ContentType="image/svg+xml"/>
  <Override PartName="/ppt/media/image2.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svg" ContentType="image/svg+xml"/>
  <Override PartName="/ppt/media/image61.svg" ContentType="image/svg+xml"/>
  <Override PartName="/ppt/media/image64.svg" ContentType="image/svg+xml"/>
  <Override PartName="/ppt/media/image68.svg" ContentType="image/svg+xml"/>
  <Override PartName="/ppt/media/image70.svg" ContentType="image/svg+xml"/>
  <Override PartName="/ppt/media/image74.svg" ContentType="image/svg+xml"/>
  <Override PartName="/ppt/media/image76.svg" ContentType="image/svg+xml"/>
  <Override PartName="/ppt/media/image78.svg" ContentType="image/svg+xml"/>
  <Override PartName="/ppt/media/image80.svg" ContentType="image/svg+xml"/>
  <Override PartName="/ppt/media/image82.svg" ContentType="image/svg+xml"/>
  <Override PartName="/ppt/media/image84.svg" ContentType="image/svg+xml"/>
  <Override PartName="/ppt/media/image86.svg" ContentType="image/svg+xml"/>
  <Override PartName="/ppt/media/image88.svg" ContentType="image/svg+xml"/>
  <Override PartName="/ppt/media/image90.svg" ContentType="image/svg+xml"/>
  <Override PartName="/ppt/media/image92.svg" ContentType="image/svg+xml"/>
  <Override PartName="/ppt/media/image94.svg" ContentType="image/svg+xml"/>
  <Override PartName="/ppt/media/image96.svg" ContentType="image/svg+xml"/>
  <Override PartName="/ppt/media/image98.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8.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4195" r:id="rId4"/>
    <p:sldMasterId id="2147484380" r:id="rId5"/>
  </p:sldMasterIdLst>
  <p:notesMasterIdLst>
    <p:notesMasterId r:id="rId36"/>
  </p:notesMasterIdLst>
  <p:handoutMasterIdLst>
    <p:handoutMasterId r:id="rId37"/>
  </p:handoutMasterIdLst>
  <p:sldIdLst>
    <p:sldId id="2147471276" r:id="rId6"/>
    <p:sldId id="2147483550" r:id="rId48"/>
    <p:sldId id="2147483551" r:id="rId49"/>
    <p:sldId id="2147483552" r:id="rId50"/>
    <p:sldId id="2147483553" r:id="rId51"/>
    <p:sldId id="2147483554" r:id="rId52"/>
    <p:sldId id="2147483555" r:id="rId53"/>
    <p:sldId id="2147483556" r:id="rId54"/>
    <p:sldId id="2147483557" r:id="rId55"/>
    <p:sldId id="2147483558" r:id="rId56"/>
    <p:sldId id="2147483559" r:id="rId57"/>
    <p:sldId id="2147483560" r:id="rId58"/>
    <p:sldId id="2147483561" r:id="rId59"/>
    <p:sldId id="2147483562" r:id="rId60"/>
    <p:sldId id="2147483563" r:id="rId61"/>
    <p:sldId id="2147483564" r:id="rId62"/>
    <p:sldId id="2147483565" r:id="rId63"/>
    <p:sldId id="2147483566" r:id="rId64"/>
    <p:sldId id="2147483567" r:id="rId65"/>
    <p:sldId id="2147483568" r:id="rId66"/>
    <p:sldId id="2147483569" r:id="rId67"/>
    <p:sldId id="2147483570" r:id="rId68"/>
    <p:sldId id="2147483571" r:id="rId69"/>
    <p:sldId id="2147483572" r:id="rId70"/>
    <p:sldId id="2026819516" r:id="rId33"/>
  </p:sldIdLst>
  <p:sldSz cx="12188825" cy="6858000"/>
  <p:notesSz cx="7315200" cy="9601200"/>
  <p:embeddedFontLst>
    <p:embeddedFont>
      <p:font typeface="Arial Rounded MT Bold" panose="020F0704030504030204" pitchFamily="34" charset="0"/>
      <p:regular r:id="rId38"/>
    </p:embeddedFont>
    <p:embeddedFont>
      <p:font typeface="Metropolis" pitchFamily="2" charset="0"/>
      <p:regular r:id="rId39"/>
    </p:embeddedFont>
    <p:embeddedFont>
      <p:font typeface="Metropolis Light" pitchFamily="2" charset="0"/>
      <p:regular r:id="rId40"/>
      <p:italic r:id="rId41"/>
    </p:embeddedFont>
  </p:embeddedFontLst>
  <p:custDataLst>
    <p:tags r:id="rId4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6AA5CC1-B38F-4522-A60D-5ADC5417DF26}">
          <p14:sldIdLst>
            <p14:sldId id="2147471276"/>
            <p14:sldId id="2147471272"/>
            <p14:sldId id="2147483506"/>
            <p14:sldId id="2147483549"/>
          </p14:sldIdLst>
        </p14:section>
        <p14:section name="Flexible &amp; Efficient Storage Platform" id="{3BA5105E-AC82-4B74-AF63-EB214F17C92E}">
          <p14:sldIdLst>
            <p14:sldId id="2147471287"/>
            <p14:sldId id="2147483545"/>
            <p14:sldId id="2147483544"/>
            <p14:sldId id="2147483548"/>
            <p14:sldId id="2147483521"/>
            <p14:sldId id="2147483522"/>
          </p14:sldIdLst>
        </p14:section>
        <p14:section name="Accelerated Modern Application Development" id="{5CC8CB09-0021-4E74-9C7E-8EE286513ECA}">
          <p14:sldIdLst>
            <p14:sldId id="2147471288"/>
            <p14:sldId id="2147483546"/>
            <p14:sldId id="2147483527"/>
            <p14:sldId id="2147483538"/>
          </p14:sldIdLst>
        </p14:section>
        <p14:section name="Secure and Cyber Resilient Storage" id="{8C364F95-7F62-4123-9815-E29EDD2E03AB}">
          <p14:sldIdLst>
            <p14:sldId id="2147471289"/>
            <p14:sldId id="2147483507"/>
            <p14:sldId id="2147483547"/>
            <p14:sldId id="2147483519"/>
            <p14:sldId id="2147483541"/>
            <p14:sldId id="2147483516"/>
            <p14:sldId id="2147483528"/>
          </p14:sldIdLst>
        </p14:section>
        <p14:section name="Simplified Operations" id="{2B34C2C6-6AE9-4BAD-A6D8-0F0BB36F4B29}">
          <p14:sldIdLst>
            <p14:sldId id="2147471290"/>
            <p14:sldId id="2147471279"/>
            <p14:sldId id="2147483531"/>
            <p14:sldId id="2147483537"/>
            <p14:sldId id="2147483542"/>
          </p14:sldIdLst>
        </p14:section>
        <p14:section name="Conclusion" id="{C0401BC0-943E-4066-A345-3F05E8F38C84}">
          <p14:sldIdLst>
            <p14:sldId id="2147482898"/>
            <p14:sldId id="2026819516"/>
          </p14:sldIdLst>
        </p14:section>
        <p14:section name="Supplemental" id="{B4206030-F37D-4C9E-B9C8-00E035905CAD}">
          <p14:sldIdLst>
            <p14:sldId id="2147483438"/>
            <p14:sldId id="2147483540"/>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43" clrIdx="1"/>
  <p:cmAuthor id="3" name="Wendy Ouellette" initials="WO" lastIdx="1" clrIdx="2">
    <p:extLst>
      <p:ext uri="{19B8F6BF-5375-455C-9EA6-DF929625EA0E}">
        <p15:presenceInfo xmlns:p15="http://schemas.microsoft.com/office/powerpoint/2012/main" userId="S::wouellette@vmware.com::1423423b-46e9-448d-b172-f148f3fbf4f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FF9B"/>
    <a:srgbClr val="F98787"/>
    <a:srgbClr val="930722"/>
    <a:srgbClr val="79051B"/>
    <a:srgbClr val="E68C28"/>
    <a:srgbClr val="97999B"/>
    <a:srgbClr val="99999B"/>
    <a:srgbClr val="CC092F"/>
    <a:srgbClr val="E2E3E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6E25E649-3F16-4E02-A733-19D2CDBF48F0}">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885" autoAdjust="0"/>
    <p:restoredTop sz="79988" autoAdjust="0"/>
  </p:normalViewPr>
  <p:slideViewPr>
    <p:cSldViewPr snapToGrid="0">
      <p:cViewPr varScale="1">
        <p:scale>
          <a:sx n="111" d="100"/>
          <a:sy n="111" d="100"/>
        </p:scale>
        <p:origin x="1208" y="192"/>
      </p:cViewPr>
      <p:guideLst/>
    </p:cSldViewPr>
  </p:slideViewPr>
  <p:notesTextViewPr>
    <p:cViewPr>
      <p:scale>
        <a:sx n="100" d="100"/>
        <a:sy n="100" d="100"/>
      </p:scale>
      <p:origin x="0" y="0"/>
    </p:cViewPr>
  </p:notesTextViewPr>
  <p:sorterViewPr>
    <p:cViewPr>
      <p:scale>
        <a:sx n="75" d="100"/>
        <a:sy n="75" d="100"/>
      </p:scale>
      <p:origin x="0" y="-144"/>
    </p:cViewPr>
  </p:sorterViewPr>
  <p:notesViewPr>
    <p:cSldViewPr snapToGrid="0">
      <p:cViewPr varScale="1">
        <p:scale>
          <a:sx n="119" d="100"/>
          <a:sy n="119" d="100"/>
        </p:scale>
        <p:origin x="4136" y="8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33" Type="http://schemas.openxmlformats.org/officeDocument/2006/relationships/slide" Target="slides/slide28.xml"/><Relationship Id="rId36" Type="http://schemas.openxmlformats.org/officeDocument/2006/relationships/notesMaster" Target="notesMasters/notesMaster1.xml"/><Relationship Id="rId37" Type="http://schemas.openxmlformats.org/officeDocument/2006/relationships/handoutMaster" Target="handoutMasters/handoutMaster1.xml"/><Relationship Id="rId38" Type="http://schemas.openxmlformats.org/officeDocument/2006/relationships/font" Target="fonts/font1.fntdata"/><Relationship Id="rId39" Type="http://schemas.openxmlformats.org/officeDocument/2006/relationships/font" Target="fonts/font2.fntdata"/><Relationship Id="rId40" Type="http://schemas.openxmlformats.org/officeDocument/2006/relationships/font" Target="fonts/font3.fntdata"/><Relationship Id="rId41" Type="http://schemas.openxmlformats.org/officeDocument/2006/relationships/font" Target="fonts/font4.fntdata"/><Relationship Id="rId42" Type="http://schemas.openxmlformats.org/officeDocument/2006/relationships/tags" Target="tags/tag1.xml"/><Relationship Id="rId43" Type="http://schemas.openxmlformats.org/officeDocument/2006/relationships/commentAuthors" Target="commentAuthors.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 Id="rId48" Type="http://schemas.openxmlformats.org/officeDocument/2006/relationships/slide" Target="slides/slide31.xml"/><Relationship Id="rId49" Type="http://schemas.openxmlformats.org/officeDocument/2006/relationships/slide" Target="slides/slide32.xml"/><Relationship Id="rId50" Type="http://schemas.openxmlformats.org/officeDocument/2006/relationships/slide" Target="slides/slide33.xml"/><Relationship Id="rId51" Type="http://schemas.openxmlformats.org/officeDocument/2006/relationships/slide" Target="slides/slide34.xml"/><Relationship Id="rId52" Type="http://schemas.openxmlformats.org/officeDocument/2006/relationships/slide" Target="slides/slide35.xml"/><Relationship Id="rId53" Type="http://schemas.openxmlformats.org/officeDocument/2006/relationships/slide" Target="slides/slide36.xml"/><Relationship Id="rId54" Type="http://schemas.openxmlformats.org/officeDocument/2006/relationships/slide" Target="slides/slide37.xml"/><Relationship Id="rId55" Type="http://schemas.openxmlformats.org/officeDocument/2006/relationships/slide" Target="slides/slide38.xml"/><Relationship Id="rId56" Type="http://schemas.openxmlformats.org/officeDocument/2006/relationships/slide" Target="slides/slide39.xml"/><Relationship Id="rId57" Type="http://schemas.openxmlformats.org/officeDocument/2006/relationships/slide" Target="slides/slide40.xml"/><Relationship Id="rId58" Type="http://schemas.openxmlformats.org/officeDocument/2006/relationships/slide" Target="slides/slide41.xml"/><Relationship Id="rId59" Type="http://schemas.openxmlformats.org/officeDocument/2006/relationships/slide" Target="slides/slide42.xml"/><Relationship Id="rId60" Type="http://schemas.openxmlformats.org/officeDocument/2006/relationships/slide" Target="slides/slide43.xml"/><Relationship Id="rId61" Type="http://schemas.openxmlformats.org/officeDocument/2006/relationships/slide" Target="slides/slide44.xml"/><Relationship Id="rId62" Type="http://schemas.openxmlformats.org/officeDocument/2006/relationships/slide" Target="slides/slide45.xml"/><Relationship Id="rId63" Type="http://schemas.openxmlformats.org/officeDocument/2006/relationships/slide" Target="slides/slide46.xml"/><Relationship Id="rId64" Type="http://schemas.openxmlformats.org/officeDocument/2006/relationships/slide" Target="slides/slide47.xml"/><Relationship Id="rId65" Type="http://schemas.openxmlformats.org/officeDocument/2006/relationships/slide" Target="slides/slide48.xml"/><Relationship Id="rId66" Type="http://schemas.openxmlformats.org/officeDocument/2006/relationships/slide" Target="slides/slide49.xml"/><Relationship Id="rId67" Type="http://schemas.openxmlformats.org/officeDocument/2006/relationships/slide" Target="slides/slide50.xml"/><Relationship Id="rId68" Type="http://schemas.openxmlformats.org/officeDocument/2006/relationships/slide" Target="slides/slide51.xml"/><Relationship Id="rId69" Type="http://schemas.openxmlformats.org/officeDocument/2006/relationships/slide" Target="slides/slide52.xml"/><Relationship Id="rId70" Type="http://schemas.openxmlformats.org/officeDocument/2006/relationships/slide" Target="slides/slide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FB004553-04C5-4BB3-AD4E-8B2EF3CDDAF9}" type="datetimeFigureOut">
              <a:rPr lang="en-US" smtClean="0"/>
              <a:t>8/16/26</a:t>
            </a:fld>
            <a:endParaRPr lang="en-US" dirty="0"/>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dirty="0"/>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2E6A881F-0910-47D3-BD01-4F68834EC353}" type="slidenum">
              <a:rPr lang="en-US" smtClean="0"/>
              <a:t>‹#›</a:t>
            </a:fld>
            <a:endParaRPr lang="en-US" dirty="0"/>
          </a:p>
        </p:txBody>
      </p:sp>
    </p:spTree>
    <p:extLst>
      <p:ext uri="{BB962C8B-B14F-4D97-AF65-F5344CB8AC3E}">
        <p14:creationId xmlns:p14="http://schemas.microsoft.com/office/powerpoint/2010/main" val="32686676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atin typeface="+mn-lt"/>
              </a:defRPr>
            </a:lvl1pPr>
          </a:lstStyle>
          <a:p>
            <a:endParaRPr lang="en-US" dirty="0"/>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atin typeface="+mn-lt"/>
              </a:defRPr>
            </a:lvl1pPr>
          </a:lstStyle>
          <a:p>
            <a:fld id="{3CB6F0DB-E055-41D0-9102-627A646E4242}" type="datetimeFigureOut">
              <a:rPr lang="en-US" smtClean="0"/>
              <a:pPr/>
              <a:t>8/16/26</a:t>
            </a:fld>
            <a:endParaRPr lang="en-US" dirty="0"/>
          </a:p>
        </p:txBody>
      </p:sp>
      <p:sp>
        <p:nvSpPr>
          <p:cNvPr id="4" name="Slide Image Placeholder 3"/>
          <p:cNvSpPr>
            <a:spLocks noGrp="1" noRot="1" noChangeAspect="1"/>
          </p:cNvSpPr>
          <p:nvPr>
            <p:ph type="sldImg" idx="2"/>
          </p:nvPr>
        </p:nvSpPr>
        <p:spPr>
          <a:xfrm>
            <a:off x="884238" y="639763"/>
            <a:ext cx="5546725" cy="3121025"/>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487680" y="4000500"/>
            <a:ext cx="6339840" cy="512064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atin typeface="+mn-lt"/>
              </a:defRPr>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atin typeface="+mn-lt"/>
              </a:defRPr>
            </a:lvl1pPr>
          </a:lstStyle>
          <a:p>
            <a:fld id="{9F4FBC3A-A12C-40F9-BB8D-BC30C7901396}" type="slidenum">
              <a:rPr lang="en-US" smtClean="0"/>
              <a:pPr/>
              <a:t>‹#›</a:t>
            </a:fld>
            <a:endParaRPr lang="en-US" dirty="0"/>
          </a:p>
        </p:txBody>
      </p:sp>
    </p:spTree>
    <p:extLst>
      <p:ext uri="{BB962C8B-B14F-4D97-AF65-F5344CB8AC3E}">
        <p14:creationId xmlns:p14="http://schemas.microsoft.com/office/powerpoint/2010/main" val="201290979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 Id="rId3" Type="http://schemas.openxmlformats.org/officeDocument/2006/relationships/hyperlink" Target="https://www.vmware.com/products/cloud-infrastructure/vmware-cloud-foundation" TargetMode="External"/><Relationship Id="rId4" Type="http://schemas.openxmlformats.org/officeDocument/2006/relationships/hyperlink" Target="https://compatibilityguide.broadcom.com/search?program=vsanesa&amp;persona=live&amp;column=vendor&amp;order=asc" TargetMode="External"/><Relationship Id="rId5" Type="http://schemas.openxmlformats.org/officeDocument/2006/relationships/hyperlink" Target="https://compatibilityguide.broadcom.com/" TargetMode="External"/><Relationship Id="rId6" Type="http://schemas.openxmlformats.org/officeDocument/2006/relationships/hyperlink" Target="https://compatibilityguide.broadcom.com/search?program=ssd&amp;persona=live&amp;column=&amp;order=asc&amp;tier=%5BvSAN+ESA+Storage+Tier%5D&amp;activePage=1&amp;activeDelta=20" TargetMode="External"/><Relationship Id="rId7" Type="http://schemas.openxmlformats.org/officeDocument/2006/relationships/hyperlink" Target="https://techdocs.broadcom.com/us/en/vmware-cis/vcf/vcf-9-0-and-later/9-0/vsan-deployment-administration-and-monitoring/vsan-planning-and-deployment/creating-a-virtual-san-cluster/enabling-virtual-san.html" TargetMode="External"/><Relationship Id="rId8" Type="http://schemas.openxmlformats.org/officeDocument/2006/relationships/hyperlink" Target="https://www.vmware.com/docs/vmw-vsan-migration-guide" TargetMode="External"/><Relationship Id="rId9" Type="http://schemas.openxmlformats.org/officeDocument/2006/relationships/hyperlink" Target="https://compatibilityguide.broadcom.com/pages/vsan-esa-readynode-hardware-guidance" TargetMode="External"/><Relationship Id="rId10" Type="http://schemas.openxmlformats.org/officeDocument/2006/relationships/hyperlink" Target="https://blogs.vmware.com/cloud-foundation/2025/11/14/driving-down-storage-costs-with-lower-hardware-requirements-for-vsan/"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0A76A-F769-9832-9920-2B2FECBE27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8AA61C-1DFB-299C-DACA-9146F0908BE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941D17F-6E77-2F91-54B0-BC98C93212A8}"/>
              </a:ext>
            </a:extLst>
          </p:cNvPr>
          <p:cNvSpPr>
            <a:spLocks noGrp="1"/>
          </p:cNvSpPr>
          <p:nvPr>
            <p:ph type="body" idx="1"/>
          </p:nvPr>
        </p:nvSpPr>
        <p:spPr/>
        <p:txBody>
          <a:bodyPr>
            <a:normAutofit fontScale="77500" lnSpcReduction="20000"/>
          </a:bodyPr>
          <a:lstStyle/>
          <a:p>
            <a:pPr marL="0" marR="0" lvl="0" indent="0" algn="l" defTabSz="903976" rtl="0" eaLnBrk="1" fontAlgn="auto" latinLnBrk="0" hangingPunct="1">
              <a:lnSpc>
                <a:spcPct val="100000"/>
              </a:lnSpc>
              <a:spcBef>
                <a:spcPts val="0"/>
              </a:spcBef>
              <a:spcAft>
                <a:spcPts val="0"/>
              </a:spcAft>
              <a:buClrTx/>
              <a:buSzTx/>
              <a:buFontTx/>
              <a:buNone/>
              <a:tabLst/>
              <a:defRPr/>
            </a:pPr>
            <a:r>
              <a:rPr lang="en-US" sz="1200" b="1" dirty="0"/>
              <a:t>Key Message/Talk track:</a:t>
            </a:r>
          </a:p>
          <a:p>
            <a:pPr defTabSz="903976">
              <a:defRPr/>
            </a:pPr>
            <a:r>
              <a:rPr lang="en-US" dirty="0"/>
              <a:t>Welcome everyone.  This presentation is going to explore some of the new and dramatic improvements introduced in VMware vSAN, as a part of VCF 9.1.  vSAN is your premier storage platform for VMware Cloud Foundation, and with 9.1 and you will see in this presentation that its capabilities continue to evolve at an incredible pace.</a:t>
            </a:r>
          </a:p>
          <a:p>
            <a:pPr defTabSz="903976">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Important notes for the presenters: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Slide content.  </a:t>
            </a:r>
            <a:r>
              <a:rPr lang="en-US" b="0" dirty="0"/>
              <a:t>Many of the slides in this presentation show a specific feature at the time that the feature or enhancement was introduced.  As a result, styling of the illustration may vary.  Some of the speaker notes may not necessarily reflect the latest information.  As always, it is best to refer to Broadcom public documentation as the source of truth.</a:t>
            </a:r>
            <a:endParaRPr lang="en-US" b="1"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Intended audience. </a:t>
            </a:r>
            <a:r>
              <a:rPr lang="en-US" dirty="0"/>
              <a:t> This presentation provides detailed technical information that helps to explain the new capabilities of vSAN’s all new Express Storage Architecture.  It assumes the audience is familiar with previous editions of vSAN.  If you wish to introduce vSAN to a potentially new customer, </a:t>
            </a:r>
            <a:r>
              <a:rPr lang="en-US" b="1" dirty="0"/>
              <a:t>please use the “vSAN 9.1 Technology Overview” deck on the Broadcom SRC.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Simplicity and usability for vSAN customers.  </a:t>
            </a:r>
            <a:r>
              <a:rPr lang="en-US" dirty="0"/>
              <a:t>Many of the architecture concepts discussed are to help explain how VMware was able to introduce new capabilities not possible with the original storage architecture (OSA) in vSAN.  </a:t>
            </a:r>
            <a:r>
              <a:rPr lang="en-US" b="1" dirty="0"/>
              <a:t>Many of the improvements are completely transparent to the administrator.  </a:t>
            </a:r>
            <a:r>
              <a:rPr lang="en-US" dirty="0"/>
              <a:t>They will use vSAN in essentially the same way they have used previous editions.  It will be good for you to remind them throughout the presentation that most of these improvements of this key point.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Presenter education.  </a:t>
            </a:r>
            <a:r>
              <a:rPr lang="en-US" dirty="0"/>
              <a:t>Please prepare by reading the speaker notes.  They have been designed to provide all of the material needed to understand the technologies at the appropriate level.  They also provide an example talk track for you to emulate for your presentation.  With the likelihood that our competitors will attempt to find holes in our messaging, </a:t>
            </a:r>
            <a:r>
              <a:rPr lang="en-US" b="1" dirty="0"/>
              <a:t>it is extremely important that the presenter uses precise and accurate language.  </a:t>
            </a:r>
            <a:r>
              <a:rPr lang="en-US" dirty="0"/>
              <a:t>Do not create your own analogies, as it can invite more confusion than clarity.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Best-effort information.</a:t>
            </a:r>
            <a:r>
              <a:rPr lang="en-US" dirty="0"/>
              <a:t>  There may be discrepancies in the technical information shared in this deck, and what is delivered in the product.  Features can change, or some functionality gets added or removed to meet software delivery dates.  Updates to the content provided here will be made as soon as these changes are known.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Use correct terminology.  </a:t>
            </a:r>
            <a:r>
              <a:rPr lang="en-US" dirty="0"/>
              <a:t>We introduce new terminology in vSAN 8 and beyond, and do away with old terminology that is only applicable to the OSA.  Do not mix and match.  For example, avoid using the term “destaging” when describing the processes associated with the ESA, as that term is not representative of the architecture, and will invite confusion to the audience.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Comparing and contrasting.  </a:t>
            </a:r>
            <a:r>
              <a:rPr lang="en-US" dirty="0"/>
              <a:t>Many of the concepts discussed with the introduction of the Express Storage Architecture (ESA) in vSAN 8 through vSAN 9.1 use a completely different paradigm that is has limited similarities to the argininal storage architecture (OSA).  For the presenter, it may be helpful to try to “forget what you know” about how some aspect of vSAN works.  Read the material in the speaker notes and upcoming blog posts, then read them again.  </a:t>
            </a:r>
          </a:p>
          <a:p>
            <a:endParaRPr lang="en-US" dirty="0"/>
          </a:p>
          <a:p>
            <a:r>
              <a:rPr lang="en-US" dirty="0"/>
              <a:t>A collection of resources on vSAN 9.1 can be found at the links below:</a:t>
            </a:r>
          </a:p>
          <a:p>
            <a:pPr marL="171450" indent="-171450">
              <a:buFont typeface="Arial" panose="020B0604020202020204" pitchFamily="34" charset="0"/>
              <a:buChar char="•"/>
            </a:pPr>
            <a:r>
              <a:rPr lang="en-US" dirty="0"/>
              <a:t>Sales Resource Center (Internal): https://sales-</a:t>
            </a:r>
            <a:r>
              <a:rPr lang="en-US" dirty="0" err="1"/>
              <a:t>resources.broadcom.com</a:t>
            </a:r>
            <a:r>
              <a:rPr lang="en-US" dirty="0"/>
              <a:t>/group/</a:t>
            </a:r>
            <a:r>
              <a:rPr lang="en-US" dirty="0" err="1"/>
              <a:t>vcf</a:t>
            </a:r>
            <a:r>
              <a:rPr lang="en-US" dirty="0"/>
              <a:t>/</a:t>
            </a:r>
            <a:r>
              <a:rPr lang="en-US" dirty="0" err="1"/>
              <a:t>vsan</a:t>
            </a:r>
            <a:r>
              <a:rPr lang="en-US" dirty="0"/>
              <a:t> (under the “technical” tab)</a:t>
            </a:r>
          </a:p>
          <a:p>
            <a:pPr marL="171450" indent="-171450">
              <a:buFont typeface="Arial" panose="020B0604020202020204" pitchFamily="34" charset="0"/>
              <a:buChar char="•"/>
            </a:pPr>
            <a:r>
              <a:rPr lang="en-US" dirty="0"/>
              <a:t>vSAN Blogs:  https://blogs.vmware.com/cloud-foundation/technical/storage/</a:t>
            </a:r>
          </a:p>
          <a:p>
            <a:pPr marL="171450" indent="-171450">
              <a:buFont typeface="Arial" panose="020B0604020202020204" pitchFamily="34" charset="0"/>
              <a:buChar char="•"/>
            </a:pPr>
            <a:r>
              <a:rPr lang="en-US" dirty="0"/>
              <a:t>VMware Resource Center:  https://</a:t>
            </a:r>
            <a:r>
              <a:rPr lang="en-US" dirty="0" err="1"/>
              <a:t>www.vmware.com</a:t>
            </a:r>
            <a:r>
              <a:rPr lang="en-US" dirty="0"/>
              <a:t>/resources/</a:t>
            </a:r>
            <a:r>
              <a:rPr lang="en-US" dirty="0" err="1"/>
              <a:t>resource-center?product</a:t>
            </a:r>
            <a:r>
              <a:rPr lang="en-US" dirty="0"/>
              <a:t>[]=VMware%20vSAN</a:t>
            </a:r>
          </a:p>
          <a:p>
            <a:endParaRPr lang="en-US" dirty="0"/>
          </a:p>
        </p:txBody>
      </p:sp>
      <p:sp>
        <p:nvSpPr>
          <p:cNvPr id="4" name="Slide Number Placeholder 3">
            <a:extLst>
              <a:ext uri="{FF2B5EF4-FFF2-40B4-BE49-F238E27FC236}">
                <a16:creationId xmlns:a16="http://schemas.microsoft.com/office/drawing/2014/main" id="{F0A389E5-ED2B-6099-174A-6D6E5FEAF66D}"/>
              </a:ext>
            </a:extLst>
          </p:cNvPr>
          <p:cNvSpPr>
            <a:spLocks noGrp="1"/>
          </p:cNvSpPr>
          <p:nvPr>
            <p:ph type="sldNum" sz="quarter" idx="10"/>
          </p:nvPr>
        </p:nvSpPr>
        <p:spPr/>
        <p:txBody>
          <a:bodyPr/>
          <a:lstStyle/>
          <a:p>
            <a:fld id="{9F4FBC3A-A12C-40F9-BB8D-BC30C7901396}" type="slidenum">
              <a:rPr lang="en-US" smtClean="0"/>
              <a:t>1</a:t>
            </a:fld>
            <a:endParaRPr lang="en-US"/>
          </a:p>
        </p:txBody>
      </p:sp>
    </p:spTree>
    <p:extLst>
      <p:ext uri="{BB962C8B-B14F-4D97-AF65-F5344CB8AC3E}">
        <p14:creationId xmlns:p14="http://schemas.microsoft.com/office/powerpoint/2010/main" val="3249657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1265110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19CAF-C18C-2E80-2CF2-273880A458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E60D15-4519-769A-0AA0-8BC0FEF3EF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8F93A3-8986-115E-83BE-81E167761D1C}"/>
              </a:ext>
            </a:extLst>
          </p:cNvPr>
          <p:cNvSpPr>
            <a:spLocks noGrp="1"/>
          </p:cNvSpPr>
          <p:nvPr>
            <p:ph type="body" idx="1"/>
          </p:nvPr>
        </p:nvSpPr>
        <p:spPr/>
        <p:txBody>
          <a:bodyPr/>
          <a:lstStyle/>
          <a:p>
            <a:pPr marL="0" marR="0" lvl="0" indent="0" algn="l" defTabSz="903976" rtl="0" eaLnBrk="1" fontAlgn="auto" latinLnBrk="0" hangingPunct="1">
              <a:lnSpc>
                <a:spcPct val="100000"/>
              </a:lnSpc>
              <a:spcBef>
                <a:spcPts val="0"/>
              </a:spcBef>
              <a:spcAft>
                <a:spcPts val="0"/>
              </a:spcAft>
              <a:buClrTx/>
              <a:buSzTx/>
              <a:buFontTx/>
              <a:buNone/>
              <a:tabLst/>
              <a:defRPr/>
            </a:pPr>
            <a:r>
              <a:rPr lang="en-US" sz="1200" b="1" dirty="0"/>
              <a:t>Key Message/Talk track:</a:t>
            </a:r>
          </a:p>
          <a:p>
            <a:pPr defTabSz="903976">
              <a:defRPr/>
            </a:pPr>
            <a:r>
              <a:rPr lang="en-US" dirty="0"/>
              <a:t>VMware vSAN in VCF 9.1 offers a well-rounded collection of new features and enhancements that touch on concerns that are top of mind for our customers.  That might include: How can I lower my costs?  How can I provide an infrastructure that accommodates all of the demands from the consumers?  How can I make my environment secure, and durable?  And how can I keep the complexities of my environment to a minimum and ensure that day to day tasks are simple?  </a:t>
            </a:r>
            <a:r>
              <a:rPr lang="en-US" b="1" dirty="0"/>
              <a:t>All of these aspects are address in this latest version of vSAN in VCF 9.1. </a:t>
            </a:r>
            <a:r>
              <a:rPr lang="en-US" dirty="0"/>
              <a:t> Let’s begin.</a:t>
            </a:r>
          </a:p>
          <a:p>
            <a:endParaRPr lang="en-US" dirty="0"/>
          </a:p>
        </p:txBody>
      </p:sp>
      <p:sp>
        <p:nvSpPr>
          <p:cNvPr id="4" name="Slide Number Placeholder 3">
            <a:extLst>
              <a:ext uri="{FF2B5EF4-FFF2-40B4-BE49-F238E27FC236}">
                <a16:creationId xmlns:a16="http://schemas.microsoft.com/office/drawing/2014/main" id="{40B5AE33-8446-E6F6-2271-7C4553350FE1}"/>
              </a:ext>
            </a:extLst>
          </p:cNvPr>
          <p:cNvSpPr>
            <a:spLocks noGrp="1"/>
          </p:cNvSpPr>
          <p:nvPr>
            <p:ph type="sldNum" sz="quarter" idx="5"/>
          </p:nvPr>
        </p:nvSpPr>
        <p:spPr/>
        <p:txBody>
          <a:bodyPr/>
          <a:lstStyle/>
          <a:p>
            <a:fld id="{9F4FBC3A-A12C-40F9-BB8D-BC30C7901396}" type="slidenum">
              <a:rPr lang="en-US" smtClean="0"/>
              <a:pPr/>
              <a:t>4</a:t>
            </a:fld>
            <a:endParaRPr lang="en-US" dirty="0"/>
          </a:p>
        </p:txBody>
      </p:sp>
    </p:spTree>
    <p:extLst>
      <p:ext uri="{BB962C8B-B14F-4D97-AF65-F5344CB8AC3E}">
        <p14:creationId xmlns:p14="http://schemas.microsoft.com/office/powerpoint/2010/main" val="23578019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03976" rtl="0" eaLnBrk="1" fontAlgn="auto" latinLnBrk="0" hangingPunct="1">
              <a:lnSpc>
                <a:spcPct val="100000"/>
              </a:lnSpc>
              <a:spcBef>
                <a:spcPts val="0"/>
              </a:spcBef>
              <a:spcAft>
                <a:spcPts val="0"/>
              </a:spcAft>
              <a:buClrTx/>
              <a:buSzTx/>
              <a:buFontTx/>
              <a:buNone/>
              <a:tabLst/>
              <a:defRPr/>
            </a:pPr>
            <a:r>
              <a:rPr lang="en-US" sz="1200" b="1" dirty="0"/>
              <a:t>Key Message/Talk track:</a:t>
            </a:r>
          </a:p>
          <a:p>
            <a:pPr defTabSz="903976">
              <a:defRPr/>
            </a:pPr>
            <a:r>
              <a:rPr lang="en-US" dirty="0"/>
              <a:t>Let's first look at how vSAN in VCF 9.1 is going to drive down costs and improve the flexibility of your environment.</a:t>
            </a:r>
          </a:p>
        </p:txBody>
      </p:sp>
      <p:sp>
        <p:nvSpPr>
          <p:cNvPr id="4" name="Slide Number Placeholder 3"/>
          <p:cNvSpPr>
            <a:spLocks noGrp="1"/>
          </p:cNvSpPr>
          <p:nvPr>
            <p:ph type="sldNum" sz="quarter" idx="5"/>
          </p:nvPr>
        </p:nvSpPr>
        <p:spPr/>
        <p:txBody>
          <a:bodyPr/>
          <a:lstStyle/>
          <a:p>
            <a:fld id="{9F4FBC3A-A12C-40F9-BB8D-BC30C7901396}" type="slidenum">
              <a:rPr lang="en-US" smtClean="0"/>
              <a:pPr/>
              <a:t>5</a:t>
            </a:fld>
            <a:endParaRPr lang="en-US" dirty="0"/>
          </a:p>
        </p:txBody>
      </p:sp>
    </p:spTree>
    <p:extLst>
      <p:ext uri="{BB962C8B-B14F-4D97-AF65-F5344CB8AC3E}">
        <p14:creationId xmlns:p14="http://schemas.microsoft.com/office/powerpoint/2010/main" val="32470647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b="1" dirty="0"/>
              <a:t>Key Message/Talk track:</a:t>
            </a:r>
          </a:p>
          <a:p>
            <a:r>
              <a:rPr lang="en-US" sz="1200" b="0" dirty="0"/>
              <a:t>vSAN in VCF 9.1 takes space efficiency to all new levels.  First, we’ve introduced a new compression technique that consistently delivers better compression ratios with little to no impact on VM performance.   This enhanced data compression algorithm has been specially tuned to work well across all workload types while using minimal resources, which is the reason why it is now an always-on feature of the cluster.  </a:t>
            </a:r>
            <a:r>
              <a:rPr lang="en-US" sz="1200" b="1" dirty="0"/>
              <a:t>Pair this with the general availability of vSAN Global Deduplication, and you now have a storage system that will help you drive down storage costs to incredibly low levels.</a:t>
            </a:r>
          </a:p>
          <a:p>
            <a:r>
              <a:rPr lang="en-US" sz="1200" dirty="0"/>
              <a:t>----------------------------------</a:t>
            </a:r>
          </a:p>
          <a:p>
            <a:r>
              <a:rPr lang="en-US" sz="1200" b="1" dirty="0"/>
              <a:t>Overview:</a:t>
            </a:r>
          </a:p>
          <a:p>
            <a:pPr marL="171450" indent="-171450">
              <a:buFont typeface="Arial" panose="020B0604020202020204" pitchFamily="34" charset="0"/>
              <a:buChar char="•"/>
            </a:pPr>
            <a:r>
              <a:rPr lang="en-US" b="1" dirty="0"/>
              <a:t>Reduces data storage </a:t>
            </a:r>
            <a:r>
              <a:rPr lang="en-US" dirty="0"/>
              <a:t>used while maintaining high performance</a:t>
            </a:r>
          </a:p>
          <a:p>
            <a:pPr marL="171450" indent="-171450">
              <a:buFont typeface="Arial" panose="020B0604020202020204" pitchFamily="34" charset="0"/>
              <a:buChar char="•"/>
            </a:pPr>
            <a:r>
              <a:rPr lang="en-US" b="1" dirty="0"/>
              <a:t>Highly space efficient </a:t>
            </a:r>
            <a:r>
              <a:rPr lang="en-US" dirty="0"/>
              <a:t>ZSTD compression algorithm tuned for vSAN</a:t>
            </a:r>
          </a:p>
          <a:p>
            <a:pPr marL="171450" indent="-171450">
              <a:buFont typeface="Arial" panose="020B0604020202020204" pitchFamily="34" charset="0"/>
              <a:buChar char="•"/>
            </a:pPr>
            <a:r>
              <a:rPr lang="en-US" dirty="0"/>
              <a:t>Ideal for workloads including:</a:t>
            </a:r>
          </a:p>
          <a:p>
            <a:pPr marL="628650" lvl="1" indent="-171450">
              <a:buFont typeface="Arial" panose="020B0604020202020204" pitchFamily="34" charset="0"/>
              <a:buChar char="•"/>
            </a:pPr>
            <a:r>
              <a:rPr lang="en-US" dirty="0"/>
              <a:t>Databases</a:t>
            </a:r>
          </a:p>
          <a:p>
            <a:pPr marL="628650" lvl="1" indent="-171450">
              <a:buFont typeface="Arial" panose="020B0604020202020204" pitchFamily="34" charset="0"/>
              <a:buChar char="•"/>
            </a:pPr>
            <a:r>
              <a:rPr lang="en-US" dirty="0"/>
              <a:t>VDI</a:t>
            </a:r>
          </a:p>
          <a:p>
            <a:pPr marL="628650" lvl="1" indent="-171450">
              <a:buFont typeface="Arial" panose="020B0604020202020204" pitchFamily="34" charset="0"/>
              <a:buChar char="•"/>
            </a:pPr>
            <a:r>
              <a:rPr lang="en-US" dirty="0"/>
              <a:t>Backup data</a:t>
            </a:r>
          </a:p>
          <a:p>
            <a:pPr marL="171450" indent="-171450">
              <a:buFont typeface="Arial" panose="020B0604020202020204" pitchFamily="34" charset="0"/>
              <a:buChar char="•"/>
            </a:pPr>
            <a:r>
              <a:rPr lang="en-US" dirty="0"/>
              <a:t>Complements GA of </a:t>
            </a:r>
            <a:r>
              <a:rPr lang="en-US" b="1" dirty="0"/>
              <a:t>vSAN Global Deduplication </a:t>
            </a:r>
            <a:r>
              <a:rPr lang="en-US" dirty="0"/>
              <a:t>in vSAN for VCF 9.1</a:t>
            </a:r>
          </a:p>
          <a:p>
            <a:pPr marL="171450" indent="-171450">
              <a:buFont typeface="Arial" panose="020B0604020202020204" pitchFamily="34" charset="0"/>
              <a:buChar char="•"/>
            </a:pPr>
            <a:r>
              <a:rPr lang="en-US" dirty="0"/>
              <a:t>Compression is now an always-on feature of a cluster</a:t>
            </a:r>
          </a:p>
          <a:p>
            <a:pPr marL="0" indent="0">
              <a:spcBef>
                <a:spcPts val="1779"/>
              </a:spcBef>
              <a:buFont typeface="Arial" panose="020B0604020202020204" pitchFamily="34" charset="0"/>
              <a:buNone/>
            </a:pPr>
            <a:r>
              <a:rPr lang="en-US" dirty="0"/>
              <a:t>----------------------------------</a:t>
            </a:r>
          </a:p>
          <a:p>
            <a:r>
              <a:rPr lang="en-US" b="1" dirty="0"/>
              <a:t>Details:</a:t>
            </a:r>
          </a:p>
          <a:p>
            <a:pPr marL="171450" indent="-171450">
              <a:buFont typeface="Arial" panose="020B0604020202020204" pitchFamily="34" charset="0"/>
              <a:buChar char="•"/>
            </a:pPr>
            <a:r>
              <a:rPr lang="en-US" b="0" dirty="0"/>
              <a:t>Data compression in vSAN (OSA and ESA) has historically been achieved through the LZ4 algorithm.  This compression algorithm is commonly found in many storage systems as it is lossless, relatively fast compared to other options, and introduces minimal CPU overhead.  LZ4’s characteristics of high performance and minimal CPU overhead were especially important with vSAN OSA due to its architecture that limited performance.  While LZ4 has been good, the tradeoff is less data reduction compared to other algorithms.  Compression plays an important part of overall data reduction capabilities, especially with structured data like databases.  Since vSAN is often being compared to traditional storage systems, compression capabilities were revisited.</a:t>
            </a:r>
          </a:p>
          <a:p>
            <a:pPr marL="171450" indent="-171450">
              <a:buFont typeface="Arial" panose="020B0604020202020204" pitchFamily="34" charset="0"/>
              <a:buChar char="•"/>
            </a:pPr>
            <a:r>
              <a:rPr lang="en-US" b="0" dirty="0"/>
              <a:t>In vSAN for VCF 9.1 introduces the use of the </a:t>
            </a:r>
            <a:r>
              <a:rPr lang="en-US" b="0" dirty="0" err="1"/>
              <a:t>Zstandard</a:t>
            </a:r>
            <a:r>
              <a:rPr lang="en-US" b="0" dirty="0"/>
              <a:t> (ZSTD) compression algorithm.  This is a versatile and tunable lossless compression algorithm that can offer noticeably higher compression ratios than LZ4, with relatively good performance and modest CPU usage.  Given ESA’s impressive performance capabilities, a change in algorithms offers a way to reduce effective storage capacity with negligible impacts on the performance of VMs.  LZ4 capabilities still exist within the stack, which offers additional flexibility for vSAN in the future.</a:t>
            </a:r>
          </a:p>
          <a:p>
            <a:pPr marL="171450" indent="-171450">
              <a:buFont typeface="Arial" panose="020B0604020202020204" pitchFamily="34" charset="0"/>
              <a:buChar char="•"/>
            </a:pPr>
            <a:r>
              <a:rPr lang="en-US" b="0" dirty="0"/>
              <a:t>While data compression rates varies significantly based on characteristics of the data, one may see up to 50% improvements in data reduction due to compression.  Telemetry data for customers running ESA often showed an average of around 1.5x.  Using ZSTD could result in average compression ratios approaching 2.0x, which would offer as much as a 25% savings in that scenario.</a:t>
            </a:r>
          </a:p>
          <a:p>
            <a:pPr marL="171450" indent="-171450">
              <a:buFont typeface="Arial" panose="020B0604020202020204" pitchFamily="34" charset="0"/>
              <a:buChar char="•"/>
            </a:pPr>
            <a:r>
              <a:rPr lang="en-US" b="0" dirty="0"/>
              <a:t>Data reduction rates are expressed as a ratio, but the savings as a result of that is not intuitive.  The following provides an example of actual saving rates off 100TB of data</a:t>
            </a:r>
          </a:p>
          <a:p>
            <a:pPr marL="628650" lvl="1" indent="-171450">
              <a:buFont typeface="Arial" panose="020B0604020202020204" pitchFamily="34" charset="0"/>
              <a:buChar char="•"/>
            </a:pPr>
            <a:r>
              <a:rPr lang="en-US" b="0" dirty="0"/>
              <a:t>1.0:1 (1x)</a:t>
            </a:r>
          </a:p>
          <a:p>
            <a:pPr marL="628650" lvl="1" indent="-171450">
              <a:buFont typeface="Arial" panose="020B0604020202020204" pitchFamily="34" charset="0"/>
              <a:buChar char="•"/>
            </a:pPr>
            <a:r>
              <a:rPr lang="en-US" b="0" dirty="0"/>
              <a:t>1.5:1 (1.5x).  Result:  666.6GB storage used.  33.3% reduction in capacity usage (1.5x not unusual to see in previous versions of ESA)</a:t>
            </a:r>
          </a:p>
          <a:p>
            <a:pPr marL="628650" lvl="1" indent="-171450">
              <a:buFont typeface="Arial" panose="020B0604020202020204" pitchFamily="34" charset="0"/>
              <a:buChar char="•"/>
            </a:pPr>
            <a:r>
              <a:rPr lang="en-US" b="0" dirty="0"/>
              <a:t>2.0:1 (2.0x).  Result:  500GB storage used.  50% reduction in capacity usage</a:t>
            </a:r>
          </a:p>
          <a:p>
            <a:pPr marL="628650" lvl="1" indent="-171450">
              <a:buFont typeface="Arial" panose="020B0604020202020204" pitchFamily="34" charset="0"/>
              <a:buChar char="•"/>
            </a:pPr>
            <a:r>
              <a:rPr lang="en-US" b="0" dirty="0"/>
              <a:t>2.5:1 (2.5x).  Result:  400GB storage used.  60% reduction in capacity usage</a:t>
            </a:r>
          </a:p>
          <a:p>
            <a:pPr marL="628650" lvl="1" indent="-171450">
              <a:buFont typeface="Arial" panose="020B0604020202020204" pitchFamily="34" charset="0"/>
              <a:buChar char="•"/>
            </a:pPr>
            <a:r>
              <a:rPr lang="en-US" b="0" dirty="0"/>
              <a:t>3.0:1 (3.0x).  Result:  333.3GB storage used.  66.6% reduction in capacity usage.</a:t>
            </a:r>
          </a:p>
          <a:p>
            <a:pPr marL="171450" indent="-171450">
              <a:buFont typeface="Arial" panose="020B0604020202020204" pitchFamily="34" charset="0"/>
              <a:buChar char="•"/>
            </a:pPr>
            <a:r>
              <a:rPr lang="en-US" b="0" dirty="0"/>
              <a:t>Since some data types like audio, video, and images are often already compressed, the biggest beneficiary of improved compression capabilities is typically with structured data, like databases.  This type of data is framed with a high amount of structure (using integers, dates, repeatable headers, repeatable keys, fields using tokens, etc.), which means patterns are much more likely than with unstructured data that has not already been compressed by dedicated file formats.</a:t>
            </a:r>
          </a:p>
          <a:p>
            <a:pPr marL="171450" indent="-171450">
              <a:buFont typeface="Arial" panose="020B0604020202020204" pitchFamily="34" charset="0"/>
              <a:buChar char="•"/>
            </a:pPr>
            <a:r>
              <a:rPr lang="en-US" b="0" dirty="0"/>
              <a:t>ZSTD in vSAN ESA has been tuned to a setting that offers the best balance of performance, data reduction, and physical resources used.</a:t>
            </a:r>
          </a:p>
          <a:p>
            <a:pPr marL="171450" indent="-171450">
              <a:buFont typeface="Arial" panose="020B0604020202020204" pitchFamily="34" charset="0"/>
              <a:buChar char="•"/>
            </a:pPr>
            <a:r>
              <a:rPr lang="en-US" b="0" dirty="0"/>
              <a:t>In this release, there are no changes in where compression occurs (at the top of the stack), and the granularity of the compression (4KB blocks with intervals of 512byte sector sizes). </a:t>
            </a:r>
          </a:p>
          <a:p>
            <a:pPr marL="171450" indent="-171450">
              <a:buFont typeface="Arial" panose="020B0604020202020204" pitchFamily="34" charset="0"/>
              <a:buChar char="•"/>
            </a:pPr>
            <a:r>
              <a:rPr lang="en-US" b="0" dirty="0"/>
              <a:t>This is an iterative step to a larger effort to improve data compression in vSAN.  Additional changes will be made in future editions of vSAN to enhance data compression even further.</a:t>
            </a:r>
          </a:p>
          <a:p>
            <a:pPr marL="171450" indent="-171450">
              <a:buFont typeface="Arial" panose="020B0604020202020204" pitchFamily="34" charset="0"/>
              <a:buChar char="•"/>
            </a:pPr>
            <a:r>
              <a:rPr lang="en-US" b="0" dirty="0"/>
              <a:t>Data compression in vSAN for VCF 9.1 </a:t>
            </a:r>
            <a:r>
              <a:rPr lang="en-US" b="1" dirty="0"/>
              <a:t>is an always-on feature of the cluster.</a:t>
            </a:r>
            <a:r>
              <a:rPr lang="en-US" b="0" dirty="0"/>
              <a:t>  It is no longer a cluster service nor a policy rule, and cannot be disabled.  </a:t>
            </a:r>
          </a:p>
          <a:p>
            <a:pPr marL="171450" indent="-171450">
              <a:buFont typeface="Arial" panose="020B0604020202020204" pitchFamily="34" charset="0"/>
              <a:buChar char="•"/>
            </a:pPr>
            <a:r>
              <a:rPr lang="en-US" b="0" dirty="0"/>
              <a:t>Clusters upgraded from previous versions will have the cluster-level compression enabled by default.  </a:t>
            </a:r>
          </a:p>
          <a:p>
            <a:pPr marL="171450" indent="-171450">
              <a:buFont typeface="Arial" panose="020B0604020202020204" pitchFamily="34" charset="0"/>
              <a:buChar char="•"/>
            </a:pPr>
            <a:r>
              <a:rPr lang="en-US" b="0" dirty="0"/>
              <a:t>For clusters that have been upgraded, </a:t>
            </a:r>
            <a:r>
              <a:rPr lang="en-US" b="1" dirty="0"/>
              <a:t>existing data will remain compressed using the older algorithm, but once the data is read, and re-written, it will be using the newer algorithm.  </a:t>
            </a:r>
          </a:p>
          <a:p>
            <a:pPr marL="628650" lvl="1" indent="-171450">
              <a:buFont typeface="Arial" panose="020B0604020202020204" pitchFamily="34" charset="0"/>
              <a:buChar char="•"/>
            </a:pPr>
            <a:r>
              <a:rPr lang="en-US" b="0" dirty="0"/>
              <a:t>Because of this behavior, and assuming the same data type, new clusters will initially yield a better compression ratio than existing clusters upgraded.  For these existing clusters, the compression ratio will likely improve over time, as the data is rewritten.</a:t>
            </a:r>
          </a:p>
          <a:p>
            <a:pPr marL="171450" indent="-171450">
              <a:buFont typeface="Arial" panose="020B0604020202020204" pitchFamily="34" charset="0"/>
              <a:buChar char="•"/>
            </a:pPr>
            <a:r>
              <a:rPr lang="en-US" b="0" dirty="0"/>
              <a:t>Data compression statistics for the cluster is now available in the new “Effective Capacity” view.  It is presented as a ratio.  The higher the ratio the better the compression (data reduction) rate.</a:t>
            </a:r>
          </a:p>
          <a:p>
            <a:pPr marL="171450" indent="-171450">
              <a:buFont typeface="Arial" panose="020B0604020202020204" pitchFamily="34" charset="0"/>
              <a:buChar char="•"/>
            </a:pPr>
            <a:r>
              <a:rPr lang="en-US" b="0" dirty="0"/>
              <a:t>While we do provide discrete views for both deduplication ratios and compression ratios, what matters most is our overall “data reduction ratio.”</a:t>
            </a:r>
          </a:p>
          <a:p>
            <a:pPr marL="171450" indent="-171450">
              <a:buFont typeface="Arial" panose="020B0604020202020204" pitchFamily="34" charset="0"/>
              <a:buChar char="•"/>
            </a:pPr>
            <a:r>
              <a:rPr lang="en-US" b="0" dirty="0"/>
              <a:t>Both greenfield and brownfield environments (via upgrade) will use ZSTD once the upgrade completes and DFC updates are completed.</a:t>
            </a:r>
          </a:p>
          <a:p>
            <a:pPr marL="0" indent="0">
              <a:buFont typeface="Arial" panose="020B0604020202020204" pitchFamily="34" charset="0"/>
              <a:buNone/>
            </a:pPr>
            <a:r>
              <a:rPr lang="en-US" b="1" u="sng" dirty="0"/>
              <a:t>Limitations</a:t>
            </a:r>
          </a:p>
          <a:p>
            <a:pPr marL="171450" indent="-171450">
              <a:buFont typeface="Arial" panose="020B0604020202020204" pitchFamily="34" charset="0"/>
              <a:buChar char="•"/>
            </a:pPr>
            <a:r>
              <a:rPr lang="en-US" b="0" u="none" dirty="0"/>
              <a:t>Requires vSAN 9.1 or newer</a:t>
            </a:r>
          </a:p>
          <a:p>
            <a:pPr marL="171450" indent="-171450">
              <a:buFont typeface="Arial" panose="020B0604020202020204" pitchFamily="34" charset="0"/>
              <a:buChar char="•"/>
            </a:pPr>
            <a:r>
              <a:rPr lang="en-US" b="0" u="none" dirty="0"/>
              <a:t>Requires vCenter 9.1 or newer</a:t>
            </a:r>
          </a:p>
          <a:p>
            <a:pPr marL="171450" indent="-171450">
              <a:buFont typeface="Arial" panose="020B0604020202020204" pitchFamily="34" charset="0"/>
              <a:buChar char="•"/>
            </a:pPr>
            <a:r>
              <a:rPr lang="en-US" b="0" u="none" dirty="0"/>
              <a:t>Clusters require a disk format change (DFC to the latest vSAN format version).  This is a lightweight metadata change, and does not require evacuation.</a:t>
            </a:r>
          </a:p>
          <a:p>
            <a:pPr marL="171450" indent="-171450">
              <a:buFont typeface="Arial" panose="020B0604020202020204" pitchFamily="34" charset="0"/>
              <a:buChar char="•"/>
            </a:pPr>
            <a:r>
              <a:rPr lang="en-US" b="0" u="none" dirty="0"/>
              <a:t>As with most other new features and improvements, this enhancement is only available in vSAN ESA.</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u="sng" dirty="0"/>
              <a:t>Positioning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Feature value in one sentence.</a:t>
            </a:r>
            <a:r>
              <a:rPr lang="en-US" b="0" dirty="0"/>
              <a:t>  The data compression improvements in vSAN for VCF 9.1 will allow you to store more data on the same hardware without any addition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u="none" dirty="0"/>
              <a:t>Common Use Cases.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TBD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baseline="0" dirty="0">
                <a:solidFill>
                  <a:schemeClr val="tx1"/>
                </a:solidFill>
                <a:ea typeface="+mn-ea"/>
                <a:cs typeface="+mn-cs"/>
              </a:rPr>
              <a:t>----------------------------------</a:t>
            </a:r>
          </a:p>
          <a:p>
            <a:r>
              <a:rPr lang="en-US" sz="1200" b="1" kern="1200" baseline="0" dirty="0">
                <a:solidFill>
                  <a:schemeClr val="tx1"/>
                </a:solidFill>
                <a:ea typeface="+mn-ea"/>
                <a:cs typeface="+mn-cs"/>
              </a:rPr>
              <a:t>Additional Information:</a:t>
            </a:r>
          </a:p>
          <a:p>
            <a:pPr marL="171450" indent="-171450">
              <a:buFont typeface="Arial" panose="020B0604020202020204" pitchFamily="34" charset="0"/>
              <a:buChar char="•"/>
            </a:pPr>
            <a:r>
              <a:rPr lang="en-US" sz="1200" b="0" kern="1200" baseline="0" dirty="0">
                <a:solidFill>
                  <a:schemeClr val="tx1"/>
                </a:solidFill>
                <a:ea typeface="+mn-ea"/>
                <a:cs typeface="+mn-cs"/>
              </a:rPr>
              <a:t>https://blogs.vmware.com/cloud-foundation/2025/08/20/save-costs-and-scale-efficiently-with-vsan-deduplication-in-vmware-cloud-foundation-9-0/ </a:t>
            </a:r>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6</a:t>
            </a:fld>
            <a:endParaRPr lang="en-US" dirty="0"/>
          </a:p>
        </p:txBody>
      </p:sp>
    </p:spTree>
    <p:extLst>
      <p:ext uri="{BB962C8B-B14F-4D97-AF65-F5344CB8AC3E}">
        <p14:creationId xmlns:p14="http://schemas.microsoft.com/office/powerpoint/2010/main" val="24918323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b="1" dirty="0"/>
              <a:t>Key Message/Talk track:</a:t>
            </a:r>
          </a:p>
          <a:p>
            <a:r>
              <a:rPr lang="en-US" sz="1200" b="0" dirty="0"/>
              <a:t>A cyber recovery plan not only must include a solution that can deliver specific capabilities to mitigate cyber threats, but also must be cost-effective.  In parallel with all the cyber recovery enhancements announced with VCF 9.1, we are also announcing a new category of vSAN ReadyNodes that are certified for cyber recovery environments.  These ReadyNodes have a few important distinctions.  First, they have lower CPU requirements, with some ReadyNode profiles requiring 33% fewer CPU cores per host than a comparable ReadyNode certified for vSAN storage clusters.  Next is that they can be built using high capacity QLC storage devices.  QLC storage devices are a high capacity, lower-endurance storage device that serves as an ideal option for less-demanding cyber recovery environments.  </a:t>
            </a:r>
            <a:r>
              <a:rPr lang="en-US" sz="1200" b="1" dirty="0"/>
              <a:t>These new purpose-built ReadyNodes offer high capacity with minimal resources, making them ideal for your cyber recovery environment.</a:t>
            </a:r>
          </a:p>
          <a:p>
            <a:r>
              <a:rPr lang="en-US" sz="1200" dirty="0"/>
              <a:t>----------------------------------</a:t>
            </a:r>
          </a:p>
          <a:p>
            <a:r>
              <a:rPr lang="en-US" sz="1200" b="1" dirty="0"/>
              <a:t>Overview:</a:t>
            </a:r>
          </a:p>
          <a:p>
            <a:pPr marL="171450" indent="-171450">
              <a:buFont typeface="Arial" panose="020B0604020202020204" pitchFamily="34" charset="0"/>
              <a:buChar char="•"/>
            </a:pPr>
            <a:r>
              <a:rPr lang="en-US" b="1" dirty="0"/>
              <a:t>New ReadyNodes </a:t>
            </a:r>
            <a:r>
              <a:rPr lang="en-US" dirty="0"/>
              <a:t>tailored specifically for </a:t>
            </a:r>
            <a:r>
              <a:rPr lang="en-US" b="1" dirty="0"/>
              <a:t>Cyber Recovery </a:t>
            </a:r>
            <a:r>
              <a:rPr lang="en-US" dirty="0"/>
              <a:t>environments</a:t>
            </a:r>
          </a:p>
          <a:p>
            <a:pPr marL="171450" indent="-171450">
              <a:buFont typeface="Arial" panose="020B0604020202020204" pitchFamily="34" charset="0"/>
              <a:buChar char="•"/>
            </a:pPr>
            <a:r>
              <a:rPr lang="en-US" dirty="0"/>
              <a:t>Efficient, cost-optimized configurations</a:t>
            </a:r>
          </a:p>
          <a:p>
            <a:pPr marL="628650" lvl="1" indent="-171450">
              <a:buFont typeface="Arial" panose="020B0604020202020204" pitchFamily="34" charset="0"/>
              <a:buChar char="•"/>
            </a:pPr>
            <a:r>
              <a:rPr lang="en-US" dirty="0"/>
              <a:t>Value-based, high-density QLC storage devices</a:t>
            </a:r>
          </a:p>
          <a:p>
            <a:pPr marL="628650" lvl="1" indent="-171450">
              <a:buFont typeface="Arial" panose="020B0604020202020204" pitchFamily="34" charset="0"/>
              <a:buChar char="•"/>
            </a:pPr>
            <a:r>
              <a:rPr lang="en-US" dirty="0"/>
              <a:t>Lower CPU minimums</a:t>
            </a:r>
          </a:p>
          <a:p>
            <a:pPr marL="171450" indent="-171450">
              <a:buFont typeface="Arial" panose="020B0604020202020204" pitchFamily="34" charset="0"/>
              <a:buChar char="•"/>
            </a:pPr>
            <a:r>
              <a:rPr lang="en-US" dirty="0"/>
              <a:t>Create a </a:t>
            </a:r>
            <a:r>
              <a:rPr lang="en-US" b="1" dirty="0"/>
              <a:t>secure recovery environment </a:t>
            </a:r>
            <a:r>
              <a:rPr lang="en-US" dirty="0"/>
              <a:t>for </a:t>
            </a:r>
            <a:r>
              <a:rPr lang="en-US" b="1" dirty="0"/>
              <a:t>ransomware protection </a:t>
            </a:r>
            <a:r>
              <a:rPr lang="en-US" dirty="0"/>
              <a:t>through VMware Advanced Cyber Compliance (ACC)</a:t>
            </a:r>
          </a:p>
          <a:p>
            <a:pPr marL="171450" indent="-171450">
              <a:buFont typeface="Arial" panose="020B0604020202020204" pitchFamily="34" charset="0"/>
              <a:buChar char="•"/>
            </a:pPr>
            <a:r>
              <a:rPr lang="en-US" dirty="0"/>
              <a:t>Deploy as an </a:t>
            </a:r>
            <a:r>
              <a:rPr lang="en-US" b="1" dirty="0"/>
              <a:t>HCI cluster </a:t>
            </a:r>
            <a:r>
              <a:rPr lang="en-US" dirty="0"/>
              <a:t>or </a:t>
            </a:r>
            <a:r>
              <a:rPr lang="en-US" b="1" dirty="0"/>
              <a:t>storage cluster </a:t>
            </a:r>
            <a:r>
              <a:rPr lang="en-US" dirty="0"/>
              <a:t>using built-in provisioning workflows</a:t>
            </a:r>
          </a:p>
          <a:p>
            <a:pPr marL="0" indent="0">
              <a:spcBef>
                <a:spcPts val="1779"/>
              </a:spcBef>
              <a:buFont typeface="Arial" panose="020B0604020202020204" pitchFamily="34" charset="0"/>
              <a:buNone/>
            </a:pPr>
            <a:r>
              <a:rPr lang="en-US" dirty="0"/>
              <a:t>----------------------------------</a:t>
            </a:r>
          </a:p>
          <a:p>
            <a:r>
              <a:rPr lang="en-US" b="1" dirty="0"/>
              <a:t>Details:</a:t>
            </a:r>
          </a:p>
          <a:p>
            <a:pPr marL="171450" indent="-171450">
              <a:buFont typeface="Arial" panose="020B0604020202020204" pitchFamily="34" charset="0"/>
              <a:buChar char="•"/>
            </a:pPr>
            <a:r>
              <a:rPr lang="en-US" b="0" dirty="0"/>
              <a:t>Prior to vSAN in VCF 9.1, vSAN ReadyNodes are available for two specific deployment models:  Aggregated vSAN HCI clusters, and disaggregated vSAN Storage Clusters.  Paired with the recent simplification of </a:t>
            </a:r>
            <a:r>
              <a:rPr lang="en-US" b="0" dirty="0" err="1"/>
              <a:t>Readynodes</a:t>
            </a:r>
            <a:r>
              <a:rPr lang="en-US" b="0" dirty="0"/>
              <a:t>, and the lowering of hardware requirements, this has offered a much clearer path for customers to select the ReadyNode that is best suited for their use. (see post below for more details).  While this has been a welcomed simplification, the existing ReadyNodes do not reflect a cost optimized configuration that would be ideal for Cyber Recovery uses.  </a:t>
            </a:r>
          </a:p>
          <a:p>
            <a:pPr marL="171450" indent="-171450">
              <a:buFont typeface="Arial" panose="020B0604020202020204" pitchFamily="34" charset="0"/>
              <a:buChar char="•"/>
            </a:pPr>
            <a:r>
              <a:rPr lang="en-US" b="0" dirty="0"/>
              <a:t>The release of vSAN in VCF 9.1 coincides with the announcement of ReadyNodes available for a third deployment model:  Cyber Recovery.  These are cost-optimized ReadyNode configurations that are ideal for cyber recovery scenarios.  When compared to the other ReadyNodes for vSAN HCI and vSAN storage clusters, they require fewer CPU cores, less RAM, and can use value-based, high-density QLC storage devices.  </a:t>
            </a:r>
          </a:p>
          <a:p>
            <a:pPr marL="171450" indent="-171450">
              <a:buFont typeface="Arial" panose="020B0604020202020204" pitchFamily="34" charset="0"/>
              <a:buChar char="•"/>
            </a:pPr>
            <a:r>
              <a:rPr lang="en-US" b="0" dirty="0"/>
              <a:t>Just as with the vSAN HCI ReadyNodes and the vSAN Storage Cluster ReadyNodes, the Cyber Recovery ReadyNodes will come in three sizes:</a:t>
            </a:r>
          </a:p>
          <a:p>
            <a:pPr marL="628650" lvl="1" indent="-171450">
              <a:buFont typeface="Arial" panose="020B0604020202020204" pitchFamily="34" charset="0"/>
              <a:buChar char="•"/>
            </a:pPr>
            <a:r>
              <a:rPr lang="en-US" b="0" dirty="0"/>
              <a:t>CyberRecovery-SM</a:t>
            </a:r>
          </a:p>
          <a:p>
            <a:pPr marL="628650" lvl="1" indent="-171450">
              <a:buFont typeface="Arial" panose="020B0604020202020204" pitchFamily="34" charset="0"/>
              <a:buChar char="•"/>
            </a:pPr>
            <a:r>
              <a:rPr lang="en-US" b="0" dirty="0"/>
              <a:t>CyberRecovery-MED</a:t>
            </a:r>
          </a:p>
          <a:p>
            <a:pPr marL="628650" lvl="1" indent="-171450">
              <a:buFont typeface="Arial" panose="020B0604020202020204" pitchFamily="34" charset="0"/>
              <a:buChar char="•"/>
            </a:pPr>
            <a:r>
              <a:rPr lang="en-US" b="0" dirty="0"/>
              <a:t>CyberRecovery-LRG</a:t>
            </a:r>
          </a:p>
          <a:p>
            <a:pPr marL="171450" indent="-171450">
              <a:buFont typeface="Arial" panose="020B0604020202020204" pitchFamily="34" charset="0"/>
              <a:buChar char="•"/>
            </a:pPr>
            <a:r>
              <a:rPr lang="en-US" b="0" dirty="0"/>
              <a:t>These ReadyNodes certified for Cyber Recovery were intended to be run as a dedicated storage cluster.  As a result, the specifications are roughly based on the ReadyNodes for vSAN storage clusters, but have had reductions made in CPU and RAM, and increases made to storage density. They were not intended to run production workloads on the storage cluster, although it can be used for cyber recovery cleaning in temporary durations while the source site is unavailable due to a cyber event.  For practical purposes, the limited amount of CPU and RAM will limit their abilities beyond a storage-only role.</a:t>
            </a:r>
          </a:p>
          <a:p>
            <a:pPr marL="171450" indent="-171450">
              <a:buFont typeface="Arial" panose="020B0604020202020204" pitchFamily="34" charset="0"/>
              <a:buChar char="•"/>
            </a:pPr>
            <a:r>
              <a:rPr lang="en-US" b="0" dirty="0"/>
              <a:t>Just as with TLC storage devices, QLC device certification support will depend on the vendor providing the ReadyNode.</a:t>
            </a:r>
          </a:p>
          <a:p>
            <a:pPr marL="171450" indent="-171450">
              <a:buFont typeface="Arial" panose="020B0604020202020204" pitchFamily="34" charset="0"/>
              <a:buChar char="•"/>
            </a:pPr>
            <a:r>
              <a:rPr lang="en-US" b="0" dirty="0"/>
              <a:t>The maximum supported capacity per QLC storage device is 30.72TB.  This is approximately 2x the capacity of the highest density TLC storage devices for the other ReadyNodes.</a:t>
            </a:r>
          </a:p>
          <a:p>
            <a:pPr marL="171450" indent="-171450">
              <a:buFont typeface="Arial" panose="020B0604020202020204" pitchFamily="34" charset="0"/>
              <a:buChar char="•"/>
            </a:pPr>
            <a:r>
              <a:rPr lang="en-US" b="1" dirty="0"/>
              <a:t>QLC devices have a MUCH lower endurance rating than their TLC counterparts.  </a:t>
            </a:r>
            <a:r>
              <a:rPr lang="en-US" b="0" dirty="0"/>
              <a:t>As a result, they are being </a:t>
            </a:r>
            <a:r>
              <a:rPr lang="en-US" b="1" dirty="0"/>
              <a:t>primarily positioned for used with Cyber-Recovery clusters</a:t>
            </a:r>
            <a:r>
              <a:rPr lang="en-US" b="0" dirty="0"/>
              <a:t>, that do not anticipate a high frequency of write operations.  QLC devices may be potentially used for other use cases, but this is subject to additional requirements and restrictions by Product Management.  For now, it is best to consider QLC devices only for Cyber Recovery environments.</a:t>
            </a:r>
          </a:p>
          <a:p>
            <a:pPr marL="171450" indent="-171450">
              <a:buFont typeface="Arial" panose="020B0604020202020204" pitchFamily="34" charset="0"/>
              <a:buChar char="•"/>
            </a:pPr>
            <a:r>
              <a:rPr lang="en-US" b="0" dirty="0"/>
              <a:t>As with ReadyNodes intended for other deployment types, the minimum memory per host is somewhat dependent on the number of storage devices claimed by vSAN in that host.  If you increase the number of storage devices beyond the maximum listed for a given ReadyNode profile, you may need to add more RAM that is appropriate for the number of storage devices. </a:t>
            </a:r>
          </a:p>
          <a:p>
            <a:pPr marL="171450" indent="-171450">
              <a:buFont typeface="Arial" panose="020B0604020202020204" pitchFamily="34" charset="0"/>
              <a:buChar char="•"/>
            </a:pPr>
            <a:r>
              <a:rPr lang="en-US" b="0" dirty="0"/>
              <a:t>The final details of the ReadyNodes for Cyber Recovery are TBD, but will be available on the “</a:t>
            </a:r>
            <a:r>
              <a:rPr lang="en-US" sz="1200" b="0" i="0" kern="1200" dirty="0">
                <a:solidFill>
                  <a:schemeClr val="tx1"/>
                </a:solidFill>
                <a:effectLst/>
                <a:latin typeface="+mn-lt"/>
                <a:ea typeface="+mn-ea"/>
                <a:cs typeface="+mn-cs"/>
              </a:rPr>
              <a:t>vSAN ESA ReadyNode Hardware Guidance” at the link provided below.</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Proper cyber recovery designs may be forthcoming.  This will assist customers in understanding what various recovery environments may look like, including:</a:t>
            </a:r>
          </a:p>
          <a:p>
            <a:pPr marL="628650" lvl="1" indent="-171450">
              <a:buFont typeface="Arial" panose="020B0604020202020204" pitchFamily="34" charset="0"/>
              <a:buChar char="•"/>
            </a:pPr>
            <a:r>
              <a:rPr lang="en-US" sz="1200" b="0" i="0" kern="1200" dirty="0">
                <a:solidFill>
                  <a:schemeClr val="tx1"/>
                </a:solidFill>
                <a:effectLst/>
                <a:latin typeface="+mn-lt"/>
                <a:ea typeface="+mn-ea"/>
                <a:cs typeface="+mn-cs"/>
              </a:rPr>
              <a:t>Minimally viable</a:t>
            </a:r>
          </a:p>
          <a:p>
            <a:pPr marL="628650" lvl="1" indent="-171450">
              <a:buFont typeface="Arial" panose="020B0604020202020204" pitchFamily="34" charset="0"/>
              <a:buChar char="•"/>
            </a:pPr>
            <a:r>
              <a:rPr lang="en-US" sz="1200" b="0" i="0" kern="1200" dirty="0">
                <a:solidFill>
                  <a:schemeClr val="tx1"/>
                </a:solidFill>
                <a:effectLst/>
                <a:latin typeface="+mn-lt"/>
                <a:ea typeface="+mn-ea"/>
                <a:cs typeface="+mn-cs"/>
              </a:rPr>
              <a:t>Ideal design based on the size of the source environment.</a:t>
            </a:r>
          </a:p>
          <a:p>
            <a:pPr marL="628650" lvl="1" indent="-171450">
              <a:buFont typeface="Arial" panose="020B0604020202020204" pitchFamily="34" charset="0"/>
              <a:buChar char="•"/>
            </a:pPr>
            <a:r>
              <a:rPr lang="en-US" sz="1200" b="0" i="0" kern="1200" dirty="0">
                <a:solidFill>
                  <a:schemeClr val="tx1"/>
                </a:solidFill>
                <a:effectLst/>
                <a:latin typeface="+mn-lt"/>
                <a:ea typeface="+mn-ea"/>
                <a:cs typeface="+mn-cs"/>
              </a:rPr>
              <a:t>Other design options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For Reference, here is a brief overview of licensing as it relates to protection capabilities. See the appropriate licensing guides for more details.</a:t>
            </a:r>
          </a:p>
          <a:p>
            <a:pPr marL="628650" lvl="1" indent="-171450">
              <a:buFont typeface="Arial" panose="020B0604020202020204" pitchFamily="34" charset="0"/>
              <a:buChar char="•"/>
            </a:pPr>
            <a:r>
              <a:rPr lang="en-US" b="0" dirty="0"/>
              <a:t>VCF licenses.  Includes local protection through vSAN Protection and Recovery (previously known as “vSAN Data Protection.”) </a:t>
            </a:r>
          </a:p>
          <a:p>
            <a:pPr marL="628650" lvl="1" indent="-171450">
              <a:buFont typeface="Arial" panose="020B0604020202020204" pitchFamily="34" charset="0"/>
              <a:buChar char="•"/>
            </a:pPr>
            <a:r>
              <a:rPr lang="en-US" b="0" dirty="0"/>
              <a:t>VCF + SRM license.  Includes local protection, remote replication, and DR orchestration abilities.</a:t>
            </a:r>
          </a:p>
          <a:p>
            <a:pPr marL="628650" lvl="1" indent="-171450">
              <a:buFont typeface="Arial" panose="020B0604020202020204" pitchFamily="34" charset="0"/>
              <a:buChar char="•"/>
            </a:pPr>
            <a:r>
              <a:rPr lang="en-US" b="0" dirty="0"/>
              <a:t>VCF + ACC.  Includes local protection, DR orchestration that comes with SRM, and full cyber recovery capabilities.</a:t>
            </a:r>
          </a:p>
          <a:p>
            <a:pPr marL="171450" lvl="0" indent="-171450">
              <a:buFont typeface="Arial" panose="020B0604020202020204" pitchFamily="34" charset="0"/>
              <a:buChar char="•"/>
            </a:pPr>
            <a:r>
              <a:rPr lang="en-US" b="0" dirty="0"/>
              <a:t>Note the following naming changes that are now a part of the UI.</a:t>
            </a:r>
          </a:p>
          <a:p>
            <a:pPr marL="628650" lvl="1" indent="-171450">
              <a:buFont typeface="Arial" panose="020B0604020202020204" pitchFamily="34" charset="0"/>
              <a:buChar char="•"/>
            </a:pPr>
            <a:r>
              <a:rPr lang="en-US" b="0" dirty="0"/>
              <a:t>“vSAN Protection and Recovery” replaces “vSAN Data Protection”</a:t>
            </a:r>
          </a:p>
          <a:p>
            <a:pPr marL="1085850" lvl="2" indent="-171450">
              <a:buFont typeface="Arial" panose="020B0604020202020204" pitchFamily="34" charset="0"/>
              <a:buChar char="•"/>
            </a:pPr>
            <a:r>
              <a:rPr lang="en-US" b="0" dirty="0"/>
              <a:t>“vSAN snapshots” and “vSAN replication” can still be used as descriptors.</a:t>
            </a:r>
          </a:p>
          <a:p>
            <a:pPr marL="628650" lvl="1" indent="-171450">
              <a:buFont typeface="Arial" panose="020B0604020202020204" pitchFamily="34" charset="0"/>
              <a:buChar char="•"/>
            </a:pPr>
            <a:r>
              <a:rPr lang="en-US" b="0" dirty="0"/>
              <a:t>“</a:t>
            </a:r>
            <a:r>
              <a:rPr lang="en-US" b="0" dirty="0" err="1"/>
              <a:t>SnapManager</a:t>
            </a:r>
            <a:r>
              <a:rPr lang="en-US" b="0" dirty="0"/>
              <a:t>” is not longer a part of the configuration process.</a:t>
            </a:r>
          </a:p>
          <a:p>
            <a:pPr marL="628650" lvl="1" indent="-171450">
              <a:buFont typeface="Arial" panose="020B0604020202020204" pitchFamily="34" charset="0"/>
              <a:buChar char="•"/>
            </a:pPr>
            <a:r>
              <a:rPr lang="en-US" b="0" dirty="0"/>
              <a:t>“Cyber Recovery” is noted for clusters configured in vSAN Services for this purpose.</a:t>
            </a:r>
          </a:p>
          <a:p>
            <a:pPr marL="0" indent="0">
              <a:buFont typeface="Arial" panose="020B0604020202020204" pitchFamily="34" charset="0"/>
              <a:buNone/>
            </a:pPr>
            <a:r>
              <a:rPr lang="en-US" b="1" u="sng" dirty="0"/>
              <a:t>Limitations</a:t>
            </a:r>
          </a:p>
          <a:p>
            <a:pPr marL="171450" indent="-171450">
              <a:buFont typeface="Arial" panose="020B0604020202020204" pitchFamily="34" charset="0"/>
              <a:buChar char="•"/>
            </a:pPr>
            <a:r>
              <a:rPr lang="en-US" b="0" u="none" dirty="0"/>
              <a:t>Higher density QLC devices will be limited to vSAN ReadyNodes certified for Cyber Recovery because of their much lower endurance rating.</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u="sng" dirty="0"/>
              <a:t>Positioning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Feature value in one sentence.</a:t>
            </a:r>
            <a:r>
              <a:rPr lang="en-US" b="0" dirty="0"/>
              <a:t>  VMware Advanced Cyber Compliance (ACC) provides a powerful ransomware recovery solution for customers.  The introduction of dedicated ReadyNodes custom tailored for recovery environments means that customers can provide a highly cost optimized recovery infrastructure using software they already know.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u="none" dirty="0"/>
              <a:t>Common Use Cases.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TBD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baseline="0" dirty="0">
                <a:solidFill>
                  <a:schemeClr val="tx1"/>
                </a:solidFill>
                <a:ea typeface="+mn-ea"/>
                <a:cs typeface="+mn-cs"/>
              </a:rPr>
              <a:t>----------------------------------</a:t>
            </a:r>
          </a:p>
          <a:p>
            <a:r>
              <a:rPr lang="en-US" sz="1200" b="1" kern="1200" baseline="0" dirty="0">
                <a:solidFill>
                  <a:schemeClr val="tx1"/>
                </a:solidFill>
                <a:ea typeface="+mn-ea"/>
                <a:cs typeface="+mn-cs"/>
              </a:rPr>
              <a:t>Additional Information: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vSAN ESA ReadyNode Hardware Guidance:  </a:t>
            </a:r>
            <a:r>
              <a:rPr lang="en-US" sz="1200" b="0" kern="1200" baseline="0" dirty="0">
                <a:solidFill>
                  <a:schemeClr val="tx1"/>
                </a:solidFill>
                <a:ea typeface="+mn-ea"/>
                <a:cs typeface="+mn-cs"/>
              </a:rPr>
              <a:t> https://</a:t>
            </a:r>
            <a:r>
              <a:rPr lang="en-US" sz="1200" b="0" kern="1200" baseline="0" dirty="0" err="1">
                <a:solidFill>
                  <a:schemeClr val="tx1"/>
                </a:solidFill>
                <a:ea typeface="+mn-ea"/>
                <a:cs typeface="+mn-cs"/>
              </a:rPr>
              <a:t>compatibilityguide.broadcom.com</a:t>
            </a:r>
            <a:r>
              <a:rPr lang="en-US" sz="1200" b="0" kern="1200" baseline="0" dirty="0">
                <a:solidFill>
                  <a:schemeClr val="tx1"/>
                </a:solidFill>
                <a:ea typeface="+mn-ea"/>
                <a:cs typeface="+mn-cs"/>
              </a:rPr>
              <a:t>/pages/</a:t>
            </a:r>
            <a:r>
              <a:rPr lang="en-US" sz="1200" b="0" kern="1200" baseline="0" dirty="0" err="1">
                <a:solidFill>
                  <a:schemeClr val="tx1"/>
                </a:solidFill>
                <a:ea typeface="+mn-ea"/>
                <a:cs typeface="+mn-cs"/>
              </a:rPr>
              <a:t>vsan</a:t>
            </a:r>
            <a:r>
              <a:rPr lang="en-US" sz="1200" b="0" kern="1200" baseline="0" dirty="0">
                <a:solidFill>
                  <a:schemeClr val="tx1"/>
                </a:solidFill>
                <a:ea typeface="+mn-ea"/>
                <a:cs typeface="+mn-cs"/>
              </a:rPr>
              <a:t>-</a:t>
            </a:r>
            <a:r>
              <a:rPr lang="en-US" sz="1200" b="0" kern="1200" baseline="0" dirty="0" err="1">
                <a:solidFill>
                  <a:schemeClr val="tx1"/>
                </a:solidFill>
                <a:ea typeface="+mn-ea"/>
                <a:cs typeface="+mn-cs"/>
              </a:rPr>
              <a:t>esa</a:t>
            </a:r>
            <a:r>
              <a:rPr lang="en-US" sz="1200" b="0" kern="1200" baseline="0" dirty="0">
                <a:solidFill>
                  <a:schemeClr val="tx1"/>
                </a:solidFill>
                <a:ea typeface="+mn-ea"/>
                <a:cs typeface="+mn-cs"/>
              </a:rPr>
              <a:t>-</a:t>
            </a:r>
            <a:r>
              <a:rPr lang="en-US" sz="1200" b="0" kern="1200" baseline="0" dirty="0" err="1">
                <a:solidFill>
                  <a:schemeClr val="tx1"/>
                </a:solidFill>
                <a:ea typeface="+mn-ea"/>
                <a:cs typeface="+mn-cs"/>
              </a:rPr>
              <a:t>readynode</a:t>
            </a:r>
            <a:r>
              <a:rPr lang="en-US" sz="1200" b="0" kern="1200" baseline="0" dirty="0">
                <a:solidFill>
                  <a:schemeClr val="tx1"/>
                </a:solidFill>
                <a:ea typeface="+mn-ea"/>
                <a:cs typeface="+mn-cs"/>
              </a:rPr>
              <a:t>-hardware-guidance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baseline="0" dirty="0">
                <a:solidFill>
                  <a:schemeClr val="tx1"/>
                </a:solidFill>
                <a:ea typeface="+mn-ea"/>
                <a:cs typeface="+mn-cs"/>
              </a:rPr>
              <a:t>Blog:  Driving Down Storage Costs with Lower Hardware Requirements for vSAN:  https://blogs.vmware.com/cloud-foundation/2025/11/14/driving-down-storage-costs-with-lower-hardware-requirements-for-vsan/ </a:t>
            </a:r>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7</a:t>
            </a:fld>
            <a:endParaRPr lang="en-US" dirty="0"/>
          </a:p>
        </p:txBody>
      </p:sp>
    </p:spTree>
    <p:extLst>
      <p:ext uri="{BB962C8B-B14F-4D97-AF65-F5344CB8AC3E}">
        <p14:creationId xmlns:p14="http://schemas.microsoft.com/office/powerpoint/2010/main" val="42285408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b="1" dirty="0"/>
              <a:t>Key Message/Talk track:</a:t>
            </a:r>
          </a:p>
          <a:p>
            <a:r>
              <a:rPr lang="en-US" sz="1200" b="1" dirty="0"/>
              <a:t>The new hardware guidance for vSAN is not only lower than ever, but also easier than ever.  </a:t>
            </a:r>
            <a:r>
              <a:rPr lang="en-US" sz="1200" b="0" dirty="0"/>
              <a:t>Simply choose a deployment type that you are interested, such as aggregated vSAN HCI, vSAN storage clusters, or a cyber recovery cluster, and select one of three performance profile sizes that will guide you toward a properly configured server for vSAN.  These all-new lower requirements apply to new and existing ReadyNode configuration running vSAN ESA 8.0 and newer, and they also apply to existing servers that have been retrofitted for vSAN ESA.</a:t>
            </a:r>
          </a:p>
          <a:p>
            <a:r>
              <a:rPr lang="en-US" sz="1200" dirty="0"/>
              <a:t>----------------------------------</a:t>
            </a:r>
          </a:p>
          <a:p>
            <a:r>
              <a:rPr lang="en-US" sz="1200" b="1" dirty="0"/>
              <a:t>Overview:</a:t>
            </a:r>
          </a:p>
          <a:p>
            <a:pPr marL="171450" indent="-171450">
              <a:buFont typeface="Arial" panose="020B0604020202020204" pitchFamily="34" charset="0"/>
              <a:buChar char="•"/>
            </a:pPr>
            <a:r>
              <a:rPr lang="en-US" dirty="0"/>
              <a:t>Three profiles (small, medium &amp; large) for </a:t>
            </a:r>
            <a:r>
              <a:rPr lang="en-US" b="1" dirty="0"/>
              <a:t>three deployment types</a:t>
            </a:r>
          </a:p>
          <a:p>
            <a:pPr marL="628650" lvl="1" indent="-171450">
              <a:buFont typeface="Arial" panose="020B0604020202020204" pitchFamily="34" charset="0"/>
              <a:buChar char="•"/>
            </a:pPr>
            <a:r>
              <a:rPr lang="en-US" dirty="0"/>
              <a:t>vSAN HCI clusters</a:t>
            </a:r>
          </a:p>
          <a:p>
            <a:pPr marL="628650" lvl="1" indent="-171450">
              <a:buFont typeface="Arial" panose="020B0604020202020204" pitchFamily="34" charset="0"/>
              <a:buChar char="•"/>
            </a:pPr>
            <a:r>
              <a:rPr lang="en-US" dirty="0"/>
              <a:t>vSAN storage clusters</a:t>
            </a:r>
          </a:p>
          <a:p>
            <a:pPr marL="628650" lvl="1" indent="-171450">
              <a:buFont typeface="Arial" panose="020B0604020202020204" pitchFamily="34" charset="0"/>
              <a:buChar char="•"/>
            </a:pPr>
            <a:r>
              <a:rPr lang="en-US" dirty="0"/>
              <a:t>Cyber Recovery clusters</a:t>
            </a:r>
          </a:p>
          <a:p>
            <a:pPr marL="171450" indent="-171450">
              <a:buFont typeface="Arial" panose="020B0604020202020204" pitchFamily="34" charset="0"/>
              <a:buChar char="•"/>
            </a:pPr>
            <a:r>
              <a:rPr lang="en-US" dirty="0"/>
              <a:t>Reduced </a:t>
            </a:r>
            <a:r>
              <a:rPr lang="en-US" b="1" dirty="0"/>
              <a:t>TCO</a:t>
            </a:r>
            <a:r>
              <a:rPr lang="en-US" dirty="0"/>
              <a:t> and </a:t>
            </a:r>
            <a:r>
              <a:rPr lang="en-US" b="1" dirty="0"/>
              <a:t>design requirements</a:t>
            </a:r>
          </a:p>
          <a:p>
            <a:pPr marL="628650" lvl="1" indent="-171450">
              <a:buFont typeface="Arial" panose="020B0604020202020204" pitchFamily="34" charset="0"/>
              <a:buChar char="•"/>
            </a:pPr>
            <a:r>
              <a:rPr lang="en-US" dirty="0"/>
              <a:t>Up to 67% decrease in RAM in some configurations</a:t>
            </a:r>
          </a:p>
          <a:p>
            <a:pPr marL="628650" lvl="1" indent="-171450">
              <a:buFont typeface="Arial" panose="020B0604020202020204" pitchFamily="34" charset="0"/>
              <a:buChar char="•"/>
            </a:pPr>
            <a:r>
              <a:rPr lang="en-US" dirty="0"/>
              <a:t>Up to 33% decrease in CPU cores</a:t>
            </a:r>
            <a:r>
              <a:rPr lang="en-US" b="1" dirty="0"/>
              <a:t> </a:t>
            </a:r>
            <a:r>
              <a:rPr lang="en-US" dirty="0"/>
              <a:t>in some configurations</a:t>
            </a:r>
          </a:p>
          <a:p>
            <a:pPr marL="171450" indent="-171450">
              <a:buFont typeface="Arial" panose="020B0604020202020204" pitchFamily="34" charset="0"/>
              <a:buChar char="•"/>
            </a:pPr>
            <a:r>
              <a:rPr lang="en-US" dirty="0"/>
              <a:t>Applies to all </a:t>
            </a:r>
            <a:r>
              <a:rPr lang="en-US" b="1" dirty="0"/>
              <a:t>new and existing configurations</a:t>
            </a:r>
            <a:r>
              <a:rPr lang="en-US" dirty="0"/>
              <a:t> using vSAN ESA 8.0 and newer</a:t>
            </a:r>
          </a:p>
          <a:p>
            <a:pPr marL="0" indent="0">
              <a:spcBef>
                <a:spcPts val="1779"/>
              </a:spcBef>
              <a:buFont typeface="Arial" panose="020B0604020202020204" pitchFamily="34" charset="0"/>
              <a:buNone/>
            </a:pPr>
            <a:r>
              <a:rPr lang="en-US" dirty="0"/>
              <a:t>----------------------------------</a:t>
            </a:r>
          </a:p>
          <a:p>
            <a:r>
              <a:rPr lang="en-US" b="1" dirty="0"/>
              <a:t>Details:</a:t>
            </a:r>
          </a:p>
          <a:p>
            <a:r>
              <a:rPr lang="en-US" b="0" dirty="0"/>
              <a:t>See links below for additional details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baseline="0" dirty="0">
                <a:solidFill>
                  <a:schemeClr val="tx1"/>
                </a:solidFill>
                <a:ea typeface="+mn-ea"/>
                <a:cs typeface="+mn-cs"/>
              </a:rPr>
              <a:t>----------------------------------</a:t>
            </a:r>
          </a:p>
          <a:p>
            <a:r>
              <a:rPr lang="en-US" sz="1200" b="1" kern="1200" baseline="0" dirty="0">
                <a:solidFill>
                  <a:schemeClr val="tx1"/>
                </a:solidFill>
                <a:ea typeface="+mn-ea"/>
                <a:cs typeface="+mn-cs"/>
              </a:rPr>
              <a:t>Additional Information: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Driving Down Storage Costs with Lower Hardware Requirements for vSAN</a:t>
            </a:r>
            <a:r>
              <a:rPr lang="en-US" dirty="0"/>
              <a:t>:  https://blogs.vmware.com/cloud-foundation/2025/11/14/driving-down-storage-costs-with-lower-hardware-requirements-for-vsan/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vSAN ESA Hardware Guidance:  https://</a:t>
            </a:r>
            <a:r>
              <a:rPr lang="en-US" dirty="0" err="1"/>
              <a:t>compatibilityguide.broadcom.com</a:t>
            </a:r>
            <a:r>
              <a:rPr lang="en-US" dirty="0"/>
              <a:t>/pages/</a:t>
            </a:r>
            <a:r>
              <a:rPr lang="en-US" dirty="0" err="1"/>
              <a:t>vsan</a:t>
            </a:r>
            <a:r>
              <a:rPr lang="en-US" dirty="0"/>
              <a:t>-</a:t>
            </a:r>
            <a:r>
              <a:rPr lang="en-US" dirty="0" err="1"/>
              <a:t>esa</a:t>
            </a:r>
            <a:r>
              <a:rPr lang="en-US" dirty="0"/>
              <a:t>-</a:t>
            </a:r>
            <a:r>
              <a:rPr lang="en-US" dirty="0" err="1"/>
              <a:t>readynode</a:t>
            </a:r>
            <a:r>
              <a:rPr lang="en-US" dirty="0"/>
              <a:t>-hardware-guidance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https://blogs.vmware.com/cloud-foundation/2026/02/25/the-2026-structural-supply-crisis-why-vmware-cloud-foundation-is-the-answer-to-the-2026-hardware-crunch/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https://</a:t>
            </a:r>
            <a:r>
              <a:rPr lang="en-US" dirty="0" err="1"/>
              <a:t>www.vmware.com</a:t>
            </a:r>
            <a:r>
              <a:rPr lang="en-US" dirty="0"/>
              <a:t>/docs/</a:t>
            </a:r>
            <a:r>
              <a:rPr lang="en-US" dirty="0" err="1"/>
              <a:t>vmw</a:t>
            </a:r>
            <a:r>
              <a:rPr lang="en-US" dirty="0"/>
              <a:t>-repurpose-</a:t>
            </a:r>
            <a:r>
              <a:rPr lang="en-US" dirty="0" err="1"/>
              <a:t>esxi</a:t>
            </a:r>
            <a:r>
              <a:rPr lang="en-US" dirty="0"/>
              <a:t>-servers-for-</a:t>
            </a:r>
            <a:r>
              <a:rPr lang="en-US" dirty="0" err="1"/>
              <a:t>vmware</a:t>
            </a:r>
            <a:r>
              <a:rPr lang="en-US" dirty="0"/>
              <a:t>-</a:t>
            </a:r>
            <a:r>
              <a:rPr lang="en-US" dirty="0" err="1"/>
              <a:t>vsan-faq</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8</a:t>
            </a:fld>
            <a:endParaRPr lang="en-US" dirty="0"/>
          </a:p>
        </p:txBody>
      </p:sp>
    </p:spTree>
    <p:extLst>
      <p:ext uri="{BB962C8B-B14F-4D97-AF65-F5344CB8AC3E}">
        <p14:creationId xmlns:p14="http://schemas.microsoft.com/office/powerpoint/2010/main" val="5787690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149D6-948D-1E2D-EBB2-A96F1535A0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09BB19-E2BC-7D4A-9705-45EF92ADD98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5E6AFB6-9242-9C85-D451-4631F4EA93AC}"/>
              </a:ext>
            </a:extLst>
          </p:cNvPr>
          <p:cNvSpPr>
            <a:spLocks noGrp="1"/>
          </p:cNvSpPr>
          <p:nvPr>
            <p:ph type="body" idx="1"/>
          </p:nvPr>
        </p:nvSpPr>
        <p:spPr/>
        <p:txBody>
          <a:bodyPr>
            <a:normAutofit fontScale="55000" lnSpcReduction="20000"/>
          </a:bodyPr>
          <a:lstStyle/>
          <a:p>
            <a:r>
              <a:rPr lang="en-US" sz="1200" b="1" dirty="0"/>
              <a:t>Key Message/Talk track:</a:t>
            </a:r>
          </a:p>
          <a:p>
            <a:r>
              <a:rPr lang="en-US" sz="1200" b="0" dirty="0"/>
              <a:t>With vSAN in VCF 9.1, we’ve significantly improved the ability mount vSAN datastores regardless of whether the cluster is the older vSAN OSA or the much newer vSAN ESA.    This new flexibility means that vSAN OSA clusters can mount remote vSAN OSA and vSAN ESA datastores concurrently, and vice versa.  vSphere clusters that mount vSAN datastores can also mount legacy vSAN OSA clusters and newer vSAN ESA clusters at the same time.  </a:t>
            </a:r>
            <a:r>
              <a:rPr lang="en-US" sz="1200" b="1" dirty="0"/>
              <a:t>By allowing the ability to connect to these two types of datastores simultaneously, this enhancement is especially helpful to environments that are wanting to migrate data easily from their older vSAN OSA clusters to newer ESA-powered vSAN storage clusters.</a:t>
            </a:r>
            <a:endParaRPr lang="en-US" sz="1200" b="0" dirty="0"/>
          </a:p>
          <a:p>
            <a:r>
              <a:rPr lang="en-US" sz="1200" dirty="0"/>
              <a:t>----------------------------------</a:t>
            </a:r>
          </a:p>
          <a:p>
            <a:r>
              <a:rPr lang="en-US" sz="1200" b="1" dirty="0"/>
              <a:t>Overview:</a:t>
            </a:r>
          </a:p>
          <a:p>
            <a:pPr marL="171450" indent="-171450">
              <a:buFont typeface="Arial" panose="020B0604020202020204" pitchFamily="34" charset="0"/>
              <a:buChar char="•"/>
            </a:pPr>
            <a:r>
              <a:rPr lang="en-US" b="1" dirty="0"/>
              <a:t>vSAN and vSphere clusters </a:t>
            </a:r>
            <a:r>
              <a:rPr lang="en-US" dirty="0"/>
              <a:t>can mount remote vSAN datastores </a:t>
            </a:r>
            <a:r>
              <a:rPr lang="en-US" b="1" dirty="0"/>
              <a:t>regardless of architecture</a:t>
            </a:r>
          </a:p>
          <a:p>
            <a:pPr marL="628650" lvl="1" indent="-171450">
              <a:buFont typeface="Arial" panose="020B0604020202020204" pitchFamily="34" charset="0"/>
              <a:buChar char="•"/>
            </a:pPr>
            <a:r>
              <a:rPr lang="en-US" dirty="0"/>
              <a:t>OSA to ESA &amp; OSA concurrently</a:t>
            </a:r>
          </a:p>
          <a:p>
            <a:pPr marL="628650" lvl="1" indent="-171450">
              <a:buFont typeface="Arial" panose="020B0604020202020204" pitchFamily="34" charset="0"/>
              <a:buChar char="•"/>
            </a:pPr>
            <a:r>
              <a:rPr lang="en-US" dirty="0"/>
              <a:t>ESA to OSA &amp; ESA concurrently</a:t>
            </a:r>
          </a:p>
          <a:p>
            <a:pPr marL="628650" lvl="1" indent="-171450">
              <a:buFont typeface="Arial" panose="020B0604020202020204" pitchFamily="34" charset="0"/>
              <a:buChar char="•"/>
            </a:pPr>
            <a:r>
              <a:rPr lang="en-US" dirty="0"/>
              <a:t>Compute clusters to OSA &amp; ESA concurrently</a:t>
            </a:r>
          </a:p>
          <a:p>
            <a:pPr marL="171450" indent="-171450">
              <a:buFont typeface="Arial" panose="020B0604020202020204" pitchFamily="34" charset="0"/>
              <a:buChar char="•"/>
            </a:pPr>
            <a:r>
              <a:rPr lang="en-US" dirty="0"/>
              <a:t>Supports mounting </a:t>
            </a:r>
            <a:r>
              <a:rPr lang="en-US" b="1" dirty="0"/>
              <a:t>within and across vCenter Servers</a:t>
            </a:r>
          </a:p>
          <a:p>
            <a:pPr marL="171450" indent="-171450">
              <a:buFont typeface="Arial" panose="020B0604020202020204" pitchFamily="34" charset="0"/>
              <a:buChar char="•"/>
            </a:pPr>
            <a:r>
              <a:rPr lang="en-US" b="1" dirty="0"/>
              <a:t>Easier migration of data </a:t>
            </a:r>
            <a:r>
              <a:rPr lang="en-US" dirty="0"/>
              <a:t>between OSA and ESA datastores</a:t>
            </a:r>
          </a:p>
          <a:p>
            <a:pPr marL="0" indent="0">
              <a:spcBef>
                <a:spcPts val="1779"/>
              </a:spcBef>
              <a:buFont typeface="Arial" panose="020B0604020202020204" pitchFamily="34" charset="0"/>
              <a:buNone/>
            </a:pPr>
            <a:r>
              <a:rPr lang="en-US" dirty="0"/>
              <a:t>----------------------------------</a:t>
            </a:r>
          </a:p>
          <a:p>
            <a:r>
              <a:rPr lang="en-US" b="1" dirty="0"/>
              <a:t>Details:</a:t>
            </a:r>
          </a:p>
          <a:p>
            <a:pPr marL="171450" indent="-171450">
              <a:buFont typeface="Arial" panose="020B0604020202020204" pitchFamily="34" charset="0"/>
              <a:buChar char="•"/>
            </a:pPr>
            <a:r>
              <a:rPr lang="en-US" b="0" dirty="0"/>
              <a:t>The mounting of remote datastores has been an important feature for vSAN customers who wish to borrow storage resources from one vSAN cluster to another, or provide centralized shared storage through a vSAN storage cluster deployment.  In versions prior to vSAN in VCF 9.1, the support of what can be mounted has been mutually exclusive.  OSA to OSA.  ESA to ESA, with no ability to mount both types concurrently.  Furthermore, vSphere clusters (“compute clusters”) mounting a remote datastore could only mount one or the other, but not both types.  While vSAN ESA is the future, this inability to support the mounting of both types of datastores has been challenging for our customers to adopt vSAN in the manner they wish.</a:t>
            </a:r>
          </a:p>
          <a:p>
            <a:pPr marL="171450" indent="-171450">
              <a:buFont typeface="Arial" panose="020B0604020202020204" pitchFamily="34" charset="0"/>
              <a:buChar char="•"/>
            </a:pPr>
            <a:r>
              <a:rPr lang="en-US" b="0" dirty="0"/>
              <a:t>vSAN in VCF 9.1 introduced the ability to mount remote vSAN datastores regardless of the architecture (OSA or ESA).  This unlocks the ability for customers to mount vSAN datastores under a number of conditions that were previously impossible.  </a:t>
            </a:r>
          </a:p>
          <a:p>
            <a:pPr marL="171450" indent="-171450">
              <a:buFont typeface="Arial" panose="020B0604020202020204" pitchFamily="34" charset="0"/>
              <a:buChar char="•"/>
            </a:pPr>
            <a:r>
              <a:rPr lang="en-US" b="0" dirty="0"/>
              <a:t>The </a:t>
            </a:r>
            <a:r>
              <a:rPr lang="en-US" b="1" dirty="0"/>
              <a:t>new</a:t>
            </a:r>
            <a:r>
              <a:rPr lang="en-US" b="0" dirty="0"/>
              <a:t> supported connection types include, but are not limited to:</a:t>
            </a:r>
          </a:p>
          <a:p>
            <a:pPr marL="628650" lvl="1" indent="-171450">
              <a:buFont typeface="Arial" panose="020B0604020202020204" pitchFamily="34" charset="0"/>
              <a:buChar char="•"/>
            </a:pPr>
            <a:r>
              <a:rPr lang="en-US" b="0" dirty="0"/>
              <a:t>vSAN OSA cluster mounting a datastore provided by an ESA cluster(s) (and other OSA clusters concurrently)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vSAN ESA cluster mounting a datastore provided by an OSA cluster(s) (and other ESA clusters concurrently)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vSphere clusters (aka vSAN compute clusters) mounting  a datastore provided by an OSA and/or ESA clusters concurrently.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This capability will allow a customer to move away from legacy OSA clusters to an ESA cluster more easily.  The following are a few examples: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Example #1:  Migrate from an OSA-based vSAN HCI cluster to an ESA-based vSAN HCI cluster.</a:t>
            </a:r>
          </a:p>
          <a:p>
            <a:pPr marL="1143000" marR="0" lvl="2"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b="0" u="none" dirty="0"/>
              <a:t>Mount OSA cluster to ESA cluster</a:t>
            </a:r>
          </a:p>
          <a:p>
            <a:pPr marL="1143000" marR="0" lvl="2"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b="0" u="none" dirty="0"/>
              <a:t>vMotion workloads from OSA to ESA as desired</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Example #2:  Migrate from an OSA-based vSAN HCI cluster running to an ESA-based vSAN storage cluster.</a:t>
            </a:r>
          </a:p>
          <a:p>
            <a:pPr marL="1143000" marR="0" lvl="2"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b="0" u="none" dirty="0"/>
              <a:t>Ensure new storage cluster has vSphere clusters (aka “vSAN compute only clusters) mounting the storage cluster’s datastore.</a:t>
            </a:r>
          </a:p>
          <a:p>
            <a:pPr marL="1143000" marR="0" lvl="2"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b="0" u="none" dirty="0"/>
              <a:t>Mount OSA cluster to compute only cluster</a:t>
            </a:r>
          </a:p>
          <a:p>
            <a:pPr marL="1143000" marR="0" lvl="2"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b="0" u="none" dirty="0"/>
              <a:t>Storage vMotion data from OSA to the ESA-based storage cluster</a:t>
            </a:r>
          </a:p>
          <a:p>
            <a:pPr marL="1143000" marR="0" lvl="2"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b="0" u="none" dirty="0"/>
              <a:t>vMotion VM instances from older OSA cluster to compute clusters.</a:t>
            </a:r>
          </a:p>
          <a:p>
            <a:pPr marL="171450" lvl="0" indent="-171450">
              <a:buFont typeface="Arial" panose="020B0604020202020204" pitchFamily="34" charset="0"/>
              <a:buChar char="•"/>
            </a:pPr>
            <a:r>
              <a:rPr lang="en-US" b="0" dirty="0"/>
              <a:t>Since ESA and OSA use different data structures, some elements may prevent </a:t>
            </a:r>
          </a:p>
          <a:p>
            <a:pPr marL="0" indent="0">
              <a:buFont typeface="Arial" panose="020B0604020202020204" pitchFamily="34" charset="0"/>
              <a:buNone/>
            </a:pPr>
            <a:r>
              <a:rPr lang="en-US" b="1" u="sng" dirty="0"/>
              <a:t>Limitations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With this initial release, the client clusters and the server clusters will require vSphere/vSAN 9.1.  This is subject to change given additional testing.  </a:t>
            </a:r>
          </a:p>
          <a:p>
            <a:pPr marL="171450" indent="-171450">
              <a:buFont typeface="Arial" panose="020B0604020202020204" pitchFamily="34" charset="0"/>
              <a:buChar char="•"/>
            </a:pPr>
            <a:r>
              <a:rPr lang="en-US" b="0" u="none" dirty="0"/>
              <a:t>vSAN does not support the spanning of a VM across datastores.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u="sng" dirty="0"/>
              <a:t>Positioning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Feature value in one sentence.</a:t>
            </a:r>
            <a:r>
              <a:rPr lang="en-US" b="0" dirty="0"/>
              <a:t>  vSAN in VCF 9.1 allows you to easily mount datastores powered by older vSAN OSA clusters and newer vSAN ESA clusters simultaneously to aid in migration and resource usage.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u="none" dirty="0"/>
              <a:t>Common Use Cases.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TBD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baseline="0" dirty="0">
                <a:solidFill>
                  <a:schemeClr val="tx1"/>
                </a:solidFill>
                <a:ea typeface="+mn-ea"/>
                <a:cs typeface="+mn-cs"/>
              </a:rPr>
              <a:t>----------------------------------</a:t>
            </a:r>
          </a:p>
          <a:p>
            <a:r>
              <a:rPr lang="en-US" sz="1200" b="1" kern="1200" baseline="0" dirty="0">
                <a:solidFill>
                  <a:schemeClr val="tx1"/>
                </a:solidFill>
                <a:ea typeface="+mn-ea"/>
                <a:cs typeface="+mn-cs"/>
              </a:rPr>
              <a:t>Additional Information:</a:t>
            </a:r>
          </a:p>
        </p:txBody>
      </p:sp>
      <p:sp>
        <p:nvSpPr>
          <p:cNvPr id="4" name="Slide Number Placeholder 3">
            <a:extLst>
              <a:ext uri="{FF2B5EF4-FFF2-40B4-BE49-F238E27FC236}">
                <a16:creationId xmlns:a16="http://schemas.microsoft.com/office/drawing/2014/main" id="{ED7AA820-878A-C8BA-C737-79DC0745D15B}"/>
              </a:ext>
            </a:extLst>
          </p:cNvPr>
          <p:cNvSpPr>
            <a:spLocks noGrp="1"/>
          </p:cNvSpPr>
          <p:nvPr>
            <p:ph type="sldNum" sz="quarter" idx="5"/>
          </p:nvPr>
        </p:nvSpPr>
        <p:spPr/>
        <p:txBody>
          <a:bodyPr/>
          <a:lstStyle/>
          <a:p>
            <a:fld id="{9F4FBC3A-A12C-40F9-BB8D-BC30C7901396}" type="slidenum">
              <a:rPr lang="en-US" smtClean="0"/>
              <a:pPr/>
              <a:t>9</a:t>
            </a:fld>
            <a:endParaRPr lang="en-US" dirty="0"/>
          </a:p>
        </p:txBody>
      </p:sp>
    </p:spTree>
    <p:extLst>
      <p:ext uri="{BB962C8B-B14F-4D97-AF65-F5344CB8AC3E}">
        <p14:creationId xmlns:p14="http://schemas.microsoft.com/office/powerpoint/2010/main" val="15015285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2ABC5-0012-EFF0-F592-B48A247E1F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CF38BF-D82F-B741-23C4-BCE3BB9EA34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7F34912-817F-2FF9-6190-E673DFAE4926}"/>
              </a:ext>
            </a:extLst>
          </p:cNvPr>
          <p:cNvSpPr>
            <a:spLocks noGrp="1"/>
          </p:cNvSpPr>
          <p:nvPr>
            <p:ph type="body" idx="1"/>
          </p:nvPr>
        </p:nvSpPr>
        <p:spPr/>
        <p:txBody>
          <a:bodyPr>
            <a:normAutofit fontScale="40000" lnSpcReduction="20000"/>
          </a:bodyPr>
          <a:lstStyle/>
          <a:p>
            <a:r>
              <a:rPr lang="en-US" sz="1200" b="1" dirty="0"/>
              <a:t>Key Message/Talk track:</a:t>
            </a:r>
          </a:p>
          <a:p>
            <a:r>
              <a:rPr lang="en-US" sz="1200" b="0" dirty="0"/>
              <a:t>In vSAN for VCF 9.1, clustered applications get some much-deserved attention.  We now are including support to dynamically expand – or “hot extend” a shared virtual disks that are being used by clustered applications.  This enhancement applies to cluster applications that use the </a:t>
            </a:r>
            <a:r>
              <a:rPr lang="en-US" sz="1200" b="0" dirty="0" err="1"/>
              <a:t>multiwriter</a:t>
            </a:r>
            <a:r>
              <a:rPr lang="en-US" sz="1200" b="0" dirty="0"/>
              <a:t> flag, like Oracle RAC, as well as applications that use a clustered VMDK that is controlled by SCSI3-PR, such as Windows Server Failover Clusters, or WSFC.  </a:t>
            </a:r>
            <a:r>
              <a:rPr lang="en-US" sz="1200" b="1" dirty="0"/>
              <a:t>For the administrators of these applications, the support of dynamically expanding the virtual disks means they do not have to shut the clustered application down for these types of operations.  </a:t>
            </a:r>
            <a:r>
              <a:rPr lang="en-US" sz="1200" b="0" dirty="0"/>
              <a:t>Another noteworthy enhancement is that with VCF 9.1, you can now deploy these clustered applications through the VM service in VCF Automation.</a:t>
            </a:r>
          </a:p>
          <a:p>
            <a:r>
              <a:rPr lang="en-US" sz="1200" dirty="0"/>
              <a:t>----------------------------------</a:t>
            </a:r>
          </a:p>
          <a:p>
            <a:r>
              <a:rPr lang="en-US" sz="1200" b="1" dirty="0"/>
              <a:t>Overview:</a:t>
            </a:r>
          </a:p>
          <a:p>
            <a:pPr marL="171450" indent="-171450">
              <a:buFont typeface="Arial" panose="020B0604020202020204" pitchFamily="34" charset="0"/>
              <a:buChar char="•"/>
            </a:pPr>
            <a:r>
              <a:rPr lang="en-US" dirty="0"/>
              <a:t>Easy “hot-extend” </a:t>
            </a:r>
            <a:r>
              <a:rPr lang="en-US" b="1" dirty="0"/>
              <a:t>expansion of shared virtual disks</a:t>
            </a:r>
            <a:r>
              <a:rPr lang="en-US" dirty="0"/>
              <a:t> used with clustered applications</a:t>
            </a:r>
          </a:p>
          <a:p>
            <a:pPr marL="171450" indent="-171450">
              <a:buFont typeface="Arial" panose="020B0604020202020204" pitchFamily="34" charset="0"/>
              <a:buChar char="•"/>
            </a:pPr>
            <a:r>
              <a:rPr lang="en-US" dirty="0"/>
              <a:t>Expand shared virtual disks with </a:t>
            </a:r>
            <a:r>
              <a:rPr lang="en-US" b="1" dirty="0"/>
              <a:t>no application downtime</a:t>
            </a:r>
          </a:p>
          <a:p>
            <a:pPr marL="171450" indent="-171450">
              <a:buFont typeface="Arial" panose="020B0604020202020204" pitchFamily="34" charset="0"/>
              <a:buChar char="•"/>
            </a:pPr>
            <a:r>
              <a:rPr lang="en-US" dirty="0"/>
              <a:t>Supports shared disks using</a:t>
            </a:r>
          </a:p>
          <a:p>
            <a:pPr marL="628650" lvl="1" indent="-171450">
              <a:buFont typeface="Arial" panose="020B0604020202020204" pitchFamily="34" charset="0"/>
              <a:buChar char="•"/>
            </a:pPr>
            <a:r>
              <a:rPr lang="en-US" dirty="0"/>
              <a:t>Multiwriter flag – for applications like Oracle RAC</a:t>
            </a:r>
          </a:p>
          <a:p>
            <a:pPr marL="628650" lvl="1" indent="-171450">
              <a:buFont typeface="Arial" panose="020B0604020202020204" pitchFamily="34" charset="0"/>
              <a:buChar char="•"/>
            </a:pPr>
            <a:r>
              <a:rPr lang="en-US" dirty="0"/>
              <a:t>SCSI3-PR – for Windows Server Failover Clusters (WSFC)</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Deploy clustered applications using VCF Automation</a:t>
            </a:r>
            <a:r>
              <a:rPr lang="en-US" dirty="0"/>
              <a:t>, including Oracle RAC and WSFC</a:t>
            </a:r>
          </a:p>
          <a:p>
            <a:pPr marL="0" indent="0">
              <a:spcBef>
                <a:spcPts val="1779"/>
              </a:spcBef>
              <a:buFont typeface="Arial" panose="020B0604020202020204" pitchFamily="34" charset="0"/>
              <a:buNone/>
            </a:pPr>
            <a:r>
              <a:rPr lang="en-US" dirty="0"/>
              <a:t>----------------------------------</a:t>
            </a:r>
          </a:p>
          <a:p>
            <a:r>
              <a:rPr lang="en-US" b="1" dirty="0"/>
              <a:t>Details: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u="sng" dirty="0"/>
              <a:t>Support of hot-extend for shared virtual disks</a:t>
            </a:r>
          </a:p>
          <a:p>
            <a:pPr marL="171450" indent="-171450">
              <a:buFont typeface="Arial" panose="020B0604020202020204" pitchFamily="34" charset="0"/>
              <a:buChar char="•"/>
            </a:pPr>
            <a:r>
              <a:rPr lang="en-US" b="0" dirty="0"/>
              <a:t>vSAN provides the ability to configure a VMDK to be consumed simultaneously by more than one application instance at a time, such as Windows Server Failover Clusters (WSFC) and Oracle RAC.  One missing feature in this support was the ability to expand a virtual disk without the application cluster being taken offline.  This functionality, known as “hot extend” has translated to an operational burden for customers running these applications, especially those who were used to this capability with RDMs on storage arrays.  Customers would typically have to take the entire application cluster down, expand the virtual disk, then power up the application cluster.  This disruptive operational step is antithetical to the objective of application clusters.</a:t>
            </a:r>
          </a:p>
          <a:p>
            <a:pPr marL="171450" indent="-171450">
              <a:buFont typeface="Arial" panose="020B0604020202020204" pitchFamily="34" charset="0"/>
              <a:buChar char="•"/>
            </a:pPr>
            <a:r>
              <a:rPr lang="en-US" b="0" dirty="0"/>
              <a:t>vSAN in VCF 9.1 addresses this feature gap.  Hot extend capabilities are now supported for shared disks that use the </a:t>
            </a:r>
            <a:r>
              <a:rPr lang="en-US" b="0" dirty="0" err="1"/>
              <a:t>multiwriter</a:t>
            </a:r>
            <a:r>
              <a:rPr lang="en-US" b="0" dirty="0"/>
              <a:t> flag, as well as clustered VMDKs using SCSI3-PR.  This means that for applications like Oracle RAC, and Windows Servers Failover Clusters (WSFC), one can easily expand the capacity of the shared virtual disk with no downtime the application cluster.</a:t>
            </a:r>
          </a:p>
          <a:p>
            <a:pPr marL="171450" indent="-171450">
              <a:buFont typeface="Arial" panose="020B0604020202020204" pitchFamily="34" charset="0"/>
              <a:buChar char="•"/>
            </a:pPr>
            <a:r>
              <a:rPr lang="en-US" b="0" dirty="0"/>
              <a:t>The implementation of this feature aims to minimize any disruptions with the application cluster.  It consists of:</a:t>
            </a:r>
          </a:p>
          <a:p>
            <a:pPr marL="628650" lvl="1" indent="-171450">
              <a:buFont typeface="Arial" panose="020B0604020202020204" pitchFamily="34" charset="0"/>
              <a:buChar char="•"/>
            </a:pPr>
            <a:r>
              <a:rPr lang="en-US" b="1" dirty="0"/>
              <a:t>Pre-grow the VMDK.  </a:t>
            </a:r>
            <a:r>
              <a:rPr lang="en-US" b="0" dirty="0"/>
              <a:t>This extends the virtual disk and updates metadata without the VM being aware of the change. Pre-checks are in place to ensure the shared VMDK is on vSAN, and has other settings in place.</a:t>
            </a:r>
          </a:p>
          <a:p>
            <a:pPr marL="628650" lvl="1" indent="-171450">
              <a:buFont typeface="Arial" panose="020B0604020202020204" pitchFamily="34" charset="0"/>
              <a:buChar char="•"/>
            </a:pPr>
            <a:r>
              <a:rPr lang="en-US" b="1" dirty="0"/>
              <a:t>Stun VM to initiate change.  </a:t>
            </a:r>
            <a:r>
              <a:rPr lang="en-US" b="0" dirty="0"/>
              <a:t>This will allow the virtual disk’s descriptor file to be updated and other vSCSI-related activities.  The stun during this time is designed to be minimal to reduce potential interference with the application.  </a:t>
            </a:r>
          </a:p>
          <a:p>
            <a:pPr marL="628650" lvl="1" indent="-171450">
              <a:buFont typeface="Arial" panose="020B0604020202020204" pitchFamily="34" charset="0"/>
              <a:buChar char="•"/>
            </a:pPr>
            <a:r>
              <a:rPr lang="en-US" b="1" dirty="0" err="1"/>
              <a:t>Unstun</a:t>
            </a:r>
            <a:r>
              <a:rPr lang="en-US" b="1" dirty="0"/>
              <a:t> to complete change.   </a:t>
            </a:r>
            <a:r>
              <a:rPr lang="en-US" b="0" dirty="0"/>
              <a:t>This completes the change, and the VM will transparently recognize the expanded size of the VMDK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The ability to configure a VMDK to be access concurrently </a:t>
            </a:r>
            <a:r>
              <a:rPr lang="en-US" b="1" dirty="0"/>
              <a:t>is intended only for clustered applications</a:t>
            </a:r>
            <a:r>
              <a:rPr lang="en-US" b="0" dirty="0"/>
              <a:t> that must read and/or write data to the same block volume at the same time.  Clustered applications may use one of the two following methods.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Multiwriter.  </a:t>
            </a:r>
            <a:r>
              <a:rPr lang="en-US" b="0" dirty="0"/>
              <a:t>Known often as a “</a:t>
            </a:r>
            <a:r>
              <a:rPr lang="en-US" b="0" dirty="0" err="1"/>
              <a:t>multiwriter</a:t>
            </a:r>
            <a:r>
              <a:rPr lang="en-US" b="0" dirty="0"/>
              <a:t> flag” this setting will toggle off vSphere’s locking mechanism that assures a VMDK can be access by one VM/App instance. This is used with the assumption that a clustered application has its own logic in place (locking mechanisms, write ordering, etc.) to the mechanisms in place to ensure writes are committed properly.  Otherwise, simultaneous access would inevitably result in data corruption.   This is an early approach to providing a shared VMDK.  Common clustered applications that use the </a:t>
            </a:r>
            <a:r>
              <a:rPr lang="en-US" b="0" dirty="0" err="1"/>
              <a:t>multiwriter</a:t>
            </a:r>
            <a:r>
              <a:rPr lang="en-US" b="0" dirty="0"/>
              <a:t> flag include Oracle RAC and </a:t>
            </a:r>
            <a:r>
              <a:rPr lang="en-US" b="0" dirty="0" err="1"/>
              <a:t>Redhat</a:t>
            </a:r>
            <a:r>
              <a:rPr lang="en-US" b="0" dirty="0"/>
              <a:t> Cluster Service (RHCS).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Clustered VMDK.  </a:t>
            </a:r>
            <a:r>
              <a:rPr lang="en-US" b="0" dirty="0"/>
              <a:t>This newer method uses a SCSI3-Persistent Reservations (SCSI3-PR) over a shared virtual SCSI bus.  Through an enhanced set of SCSI-3 commands, it can act as the arbiter of access to a shared virtual disk without having to override the locking mechanisms of vSphere using the </a:t>
            </a:r>
            <a:r>
              <a:rPr lang="en-US" b="0" dirty="0" err="1"/>
              <a:t>multiwriter</a:t>
            </a:r>
            <a:r>
              <a:rPr lang="en-US" b="0" dirty="0"/>
              <a:t> flag.  Currently, this method the supported method for Windows Server Failover Clusters (WSFC) installations, and is only supported with WSFC at this time.</a:t>
            </a:r>
          </a:p>
          <a:p>
            <a:pPr marL="171450" lvl="0" indent="-171450">
              <a:buFont typeface="Arial" panose="020B0604020202020204" pitchFamily="34" charset="0"/>
              <a:buChar char="•"/>
            </a:pPr>
            <a:r>
              <a:rPr lang="en-US" b="0" dirty="0"/>
              <a:t>Note that older versions of vSAN (pre 7.0) required that shared disks using the multi-writer flag (e.g. Oracle RAC) use an Eager Zero Thick (EZT) format.  EZT does not fall in the paradigm of vSAN, as it is inherently thin provisioned.  Older guidance was to use a special storage policy with the Object Space Reservation (OSR) rule set to 100.  These are steps that are no longer necessary for shared disks running on vSAN.</a:t>
            </a:r>
          </a:p>
          <a:p>
            <a:pPr marL="171450" lvl="0" indent="-171450">
              <a:buFont typeface="Arial" panose="020B0604020202020204" pitchFamily="34" charset="0"/>
              <a:buChar char="•"/>
            </a:pPr>
            <a:r>
              <a:rPr lang="en-US" b="0" dirty="0"/>
              <a:t>As always, when application clustering requires the use of a shared virtual disk, it is best to use a native VMDK.  SCSI3-PR has been supported for WSFC for many versions and provides better interoperability and simplified configurations.  Compared to a generic iSCSI volume, </a:t>
            </a:r>
            <a:r>
              <a:rPr lang="en-US" b="1" dirty="0"/>
              <a:t>a native shared VMDK is the better way to share a block-based volume for these applications that need it. </a:t>
            </a:r>
          </a:p>
          <a:p>
            <a:pPr marL="171450" lvl="0" indent="-171450">
              <a:buFont typeface="Arial" panose="020B0604020202020204" pitchFamily="34" charset="0"/>
              <a:buChar char="•"/>
            </a:pPr>
            <a:r>
              <a:rPr lang="en-US" b="0" u="sng" dirty="0"/>
              <a:t>Support of Oracle RAC and WSFC for VCF Automation</a:t>
            </a:r>
          </a:p>
          <a:p>
            <a:pPr marL="171450" lvl="0" indent="-171450">
              <a:buFont typeface="Arial" panose="020B0604020202020204" pitchFamily="34" charset="0"/>
              <a:buChar char="•"/>
            </a:pPr>
            <a:r>
              <a:rPr lang="en-US" b="0" u="none" dirty="0"/>
              <a:t>Customers and </a:t>
            </a:r>
            <a:r>
              <a:rPr lang="en-US" b="0" u="none" dirty="0" err="1"/>
              <a:t>tenents</a:t>
            </a:r>
            <a:r>
              <a:rPr lang="en-US" b="0" u="none" dirty="0"/>
              <a:t> who deploy Oracle RAC or Windows Server Failover Clusters (WSFC) also wish to do so using shared virtual disks to support their clustered applications.  Historically VCF Automation was unable to provide this ability.  The Supervisor lacked the ability to provide </a:t>
            </a:r>
            <a:r>
              <a:rPr lang="en-US" b="0" u="none" dirty="0" err="1"/>
              <a:t>multiwriter</a:t>
            </a:r>
            <a:r>
              <a:rPr lang="en-US" b="0" u="none" dirty="0"/>
              <a:t> support as its persistent volumes were backed by CNS volumes.</a:t>
            </a:r>
          </a:p>
          <a:p>
            <a:pPr marL="171450" lvl="0" indent="-171450">
              <a:buFont typeface="Arial" panose="020B0604020202020204" pitchFamily="34" charset="0"/>
              <a:buChar char="•"/>
            </a:pPr>
            <a:r>
              <a:rPr lang="en-US" b="0" u="none" dirty="0"/>
              <a:t>With vSAN in VCF 9.1, VCF Automation can deploy clustered applications that use shared virtual disks.  The VM service has been updated to account for the necessary fields that will provide the ability to explicitly configure the virtual storage controllers, and the necessary settings to provision a shared virtual disk.  This will accommodate both Oracle RAC that uses a shared VMDK through the </a:t>
            </a:r>
            <a:r>
              <a:rPr lang="en-US" b="0" u="none" dirty="0" err="1"/>
              <a:t>multiwriter</a:t>
            </a:r>
            <a:r>
              <a:rPr lang="en-US" b="0" u="none" dirty="0"/>
              <a:t> flag, and WSFC that uses a shared VMDK through SCSI3-PR</a:t>
            </a:r>
          </a:p>
          <a:p>
            <a:pPr marL="0" indent="0">
              <a:buFont typeface="Arial" panose="020B0604020202020204" pitchFamily="34" charset="0"/>
              <a:buNone/>
            </a:pPr>
            <a:r>
              <a:rPr lang="en-US" b="1" u="sng" dirty="0"/>
              <a:t>Limitations</a:t>
            </a:r>
          </a:p>
          <a:p>
            <a:pPr marL="171450" indent="-171450">
              <a:buFont typeface="Arial" panose="020B0604020202020204" pitchFamily="34" charset="0"/>
              <a:buChar char="•"/>
            </a:pPr>
            <a:r>
              <a:rPr lang="en-US" b="0" u="none" dirty="0"/>
              <a:t>Requires vSAN 9.1 and vCenter 9.1 or higher.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u="sng" dirty="0"/>
              <a:t>Positioning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Feature value in one sentence.</a:t>
            </a:r>
            <a:r>
              <a:rPr lang="en-US" b="0" dirty="0"/>
              <a:t>  The support expanding shared VMDKs without the need to shutdown application clusters is a significant step forward in helping application owners maintain high availability of their clustered applications.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u="none" dirty="0"/>
              <a:t>Common Use Cases.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TBD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baseline="0" dirty="0">
                <a:solidFill>
                  <a:schemeClr val="tx1"/>
                </a:solidFill>
                <a:ea typeface="+mn-ea"/>
                <a:cs typeface="+mn-cs"/>
              </a:rPr>
              <a:t>----------------------------------</a:t>
            </a:r>
          </a:p>
          <a:p>
            <a:r>
              <a:rPr lang="en-US" sz="1200" b="1" kern="1200" baseline="0" dirty="0">
                <a:solidFill>
                  <a:schemeClr val="tx1"/>
                </a:solidFill>
                <a:ea typeface="+mn-ea"/>
                <a:cs typeface="+mn-cs"/>
              </a:rPr>
              <a:t>Additional Information:</a:t>
            </a:r>
          </a:p>
          <a:p>
            <a:pPr marL="171450" indent="-171450">
              <a:buFont typeface="Arial" panose="020B0604020202020204" pitchFamily="34" charset="0"/>
              <a:buChar char="•"/>
            </a:pPr>
            <a:r>
              <a:rPr lang="en-US" sz="1200" b="0" kern="1200" baseline="0" dirty="0">
                <a:solidFill>
                  <a:schemeClr val="tx1"/>
                </a:solidFill>
                <a:ea typeface="+mn-ea"/>
                <a:cs typeface="+mn-cs"/>
              </a:rPr>
              <a:t>Setup for WSFC on vSphere:  https://</a:t>
            </a:r>
            <a:r>
              <a:rPr lang="en-US" sz="1200" b="0" kern="1200" baseline="0" dirty="0" err="1">
                <a:solidFill>
                  <a:schemeClr val="tx1"/>
                </a:solidFill>
                <a:ea typeface="+mn-ea"/>
                <a:cs typeface="+mn-cs"/>
              </a:rPr>
              <a:t>techdocs.broadcom.com</a:t>
            </a:r>
            <a:r>
              <a:rPr lang="en-US" sz="1200" b="0" kern="1200" baseline="0" dirty="0">
                <a:solidFill>
                  <a:schemeClr val="tx1"/>
                </a:solidFill>
                <a:ea typeface="+mn-ea"/>
                <a:cs typeface="+mn-cs"/>
              </a:rPr>
              <a:t>/us/</a:t>
            </a:r>
            <a:r>
              <a:rPr lang="en-US" sz="1200" b="0" kern="1200" baseline="0" dirty="0" err="1">
                <a:solidFill>
                  <a:schemeClr val="tx1"/>
                </a:solidFill>
                <a:ea typeface="+mn-ea"/>
                <a:cs typeface="+mn-cs"/>
              </a:rPr>
              <a:t>en</a:t>
            </a:r>
            <a:r>
              <a:rPr lang="en-US" sz="1200" b="0" kern="1200" baseline="0" dirty="0">
                <a:solidFill>
                  <a:schemeClr val="tx1"/>
                </a:solidFill>
                <a:ea typeface="+mn-ea"/>
                <a:cs typeface="+mn-cs"/>
              </a:rPr>
              <a:t>/</a:t>
            </a:r>
            <a:r>
              <a:rPr lang="en-US" sz="1200" b="0" kern="1200" baseline="0" dirty="0" err="1">
                <a:solidFill>
                  <a:schemeClr val="tx1"/>
                </a:solidFill>
                <a:ea typeface="+mn-ea"/>
                <a:cs typeface="+mn-cs"/>
              </a:rPr>
              <a:t>vmware</a:t>
            </a:r>
            <a:r>
              <a:rPr lang="en-US" sz="1200" b="0" kern="1200" baseline="0" dirty="0">
                <a:solidFill>
                  <a:schemeClr val="tx1"/>
                </a:solidFill>
                <a:ea typeface="+mn-ea"/>
                <a:cs typeface="+mn-cs"/>
              </a:rPr>
              <a:t>-cis/</a:t>
            </a:r>
            <a:r>
              <a:rPr lang="en-US" sz="1200" b="0" kern="1200" baseline="0" dirty="0" err="1">
                <a:solidFill>
                  <a:schemeClr val="tx1"/>
                </a:solidFill>
                <a:ea typeface="+mn-ea"/>
                <a:cs typeface="+mn-cs"/>
              </a:rPr>
              <a:t>vsphere</a:t>
            </a:r>
            <a:r>
              <a:rPr lang="en-US" sz="1200" b="0" kern="1200" baseline="0" dirty="0">
                <a:solidFill>
                  <a:schemeClr val="tx1"/>
                </a:solidFill>
                <a:ea typeface="+mn-ea"/>
                <a:cs typeface="+mn-cs"/>
              </a:rPr>
              <a:t>/</a:t>
            </a:r>
            <a:r>
              <a:rPr lang="en-US" sz="1200" b="0" kern="1200" baseline="0" dirty="0" err="1">
                <a:solidFill>
                  <a:schemeClr val="tx1"/>
                </a:solidFill>
                <a:ea typeface="+mn-ea"/>
                <a:cs typeface="+mn-cs"/>
              </a:rPr>
              <a:t>vsphere</a:t>
            </a:r>
            <a:r>
              <a:rPr lang="en-US" sz="1200" b="0" kern="1200" baseline="0" dirty="0">
                <a:solidFill>
                  <a:schemeClr val="tx1"/>
                </a:solidFill>
                <a:ea typeface="+mn-ea"/>
                <a:cs typeface="+mn-cs"/>
              </a:rPr>
              <a:t>/9-0/setup-for-windows-server-failover-</a:t>
            </a:r>
            <a:r>
              <a:rPr lang="en-US" sz="1200" b="0" kern="1200" baseline="0" dirty="0" err="1">
                <a:solidFill>
                  <a:schemeClr val="tx1"/>
                </a:solidFill>
                <a:ea typeface="+mn-ea"/>
                <a:cs typeface="+mn-cs"/>
              </a:rPr>
              <a:t>clustering.html</a:t>
            </a:r>
            <a:r>
              <a:rPr lang="en-US" sz="1200" b="0" kern="1200" baseline="0" dirty="0">
                <a:solidFill>
                  <a:schemeClr val="tx1"/>
                </a:solidFill>
                <a:ea typeface="+mn-ea"/>
                <a:cs typeface="+mn-cs"/>
              </a:rPr>
              <a:t> </a:t>
            </a:r>
          </a:p>
          <a:p>
            <a:pPr marL="171450" indent="-171450">
              <a:buFont typeface="Arial" panose="020B0604020202020204" pitchFamily="34" charset="0"/>
              <a:buChar char="•"/>
            </a:pPr>
            <a:r>
              <a:rPr lang="en-US" sz="1200" b="0" kern="1200" baseline="0" dirty="0">
                <a:solidFill>
                  <a:schemeClr val="tx1"/>
                </a:solidFill>
                <a:ea typeface="+mn-ea"/>
                <a:cs typeface="+mn-cs"/>
              </a:rPr>
              <a:t>KB 326781:  https://</a:t>
            </a:r>
            <a:r>
              <a:rPr lang="en-US" sz="1200" b="0" kern="1200" baseline="0" dirty="0" err="1">
                <a:solidFill>
                  <a:schemeClr val="tx1"/>
                </a:solidFill>
                <a:ea typeface="+mn-ea"/>
                <a:cs typeface="+mn-cs"/>
              </a:rPr>
              <a:t>knowledge.broadcom.com</a:t>
            </a:r>
            <a:r>
              <a:rPr lang="en-US" sz="1200" b="0" kern="1200" baseline="0" dirty="0">
                <a:solidFill>
                  <a:schemeClr val="tx1"/>
                </a:solidFill>
                <a:ea typeface="+mn-ea"/>
                <a:cs typeface="+mn-cs"/>
              </a:rPr>
              <a:t>/external/article/326781/using-red-hat-clustering-suite-or-</a:t>
            </a:r>
            <a:r>
              <a:rPr lang="en-US" sz="1200" b="0" kern="1200" baseline="0" dirty="0" err="1">
                <a:solidFill>
                  <a:schemeClr val="tx1"/>
                </a:solidFill>
                <a:ea typeface="+mn-ea"/>
                <a:cs typeface="+mn-cs"/>
              </a:rPr>
              <a:t>suse</a:t>
            </a:r>
            <a:r>
              <a:rPr lang="en-US" sz="1200" b="0" kern="1200" baseline="0" dirty="0">
                <a:solidFill>
                  <a:schemeClr val="tx1"/>
                </a:solidFill>
                <a:ea typeface="+mn-ea"/>
                <a:cs typeface="+mn-cs"/>
              </a:rPr>
              <a:t>-</a:t>
            </a:r>
            <a:r>
              <a:rPr lang="en-US" sz="1200" b="0" kern="1200" baseline="0" dirty="0" err="1">
                <a:solidFill>
                  <a:schemeClr val="tx1"/>
                </a:solidFill>
                <a:ea typeface="+mn-ea"/>
                <a:cs typeface="+mn-cs"/>
              </a:rPr>
              <a:t>l.html</a:t>
            </a:r>
            <a:r>
              <a:rPr lang="en-US" sz="1200" b="0" kern="1200" baseline="0" dirty="0">
                <a:solidFill>
                  <a:schemeClr val="tx1"/>
                </a:solidFill>
                <a:ea typeface="+mn-ea"/>
                <a:cs typeface="+mn-cs"/>
              </a:rPr>
              <a:t> </a:t>
            </a:r>
          </a:p>
          <a:p>
            <a:pPr marL="171450" indent="-171450">
              <a:buFont typeface="Arial" panose="020B0604020202020204" pitchFamily="34" charset="0"/>
              <a:buChar char="•"/>
            </a:pPr>
            <a:r>
              <a:rPr lang="en-US" sz="1200" b="0" kern="1200" baseline="0" dirty="0">
                <a:solidFill>
                  <a:schemeClr val="tx1"/>
                </a:solidFill>
                <a:ea typeface="+mn-ea"/>
                <a:cs typeface="+mn-cs"/>
              </a:rPr>
              <a:t>KB 313527:  https://</a:t>
            </a:r>
            <a:r>
              <a:rPr lang="en-US" sz="1200" b="0" kern="1200" baseline="0" dirty="0" err="1">
                <a:solidFill>
                  <a:schemeClr val="tx1"/>
                </a:solidFill>
                <a:ea typeface="+mn-ea"/>
                <a:cs typeface="+mn-cs"/>
              </a:rPr>
              <a:t>knowledge.broadcom.com</a:t>
            </a:r>
            <a:r>
              <a:rPr lang="en-US" sz="1200" b="0" kern="1200" baseline="0" dirty="0">
                <a:solidFill>
                  <a:schemeClr val="tx1"/>
                </a:solidFill>
                <a:ea typeface="+mn-ea"/>
                <a:cs typeface="+mn-cs"/>
              </a:rPr>
              <a:t>/external/</a:t>
            </a:r>
            <a:r>
              <a:rPr lang="en-US" sz="1200" b="0" kern="1200" baseline="0" dirty="0" err="1">
                <a:solidFill>
                  <a:schemeClr val="tx1"/>
                </a:solidFill>
                <a:ea typeface="+mn-ea"/>
                <a:cs typeface="+mn-cs"/>
              </a:rPr>
              <a:t>article?legacyId</a:t>
            </a:r>
            <a:r>
              <a:rPr lang="en-US" sz="1200" b="0" kern="1200" baseline="0" dirty="0">
                <a:solidFill>
                  <a:schemeClr val="tx1"/>
                </a:solidFill>
                <a:ea typeface="+mn-ea"/>
                <a:cs typeface="+mn-cs"/>
              </a:rPr>
              <a:t>=1034165 </a:t>
            </a:r>
          </a:p>
          <a:p>
            <a:pPr marL="171450" indent="-171450">
              <a:buFont typeface="Arial" panose="020B0604020202020204" pitchFamily="34" charset="0"/>
              <a:buChar char="•"/>
            </a:pPr>
            <a:r>
              <a:rPr lang="en-US" sz="1200" b="0" kern="1200" baseline="0" dirty="0">
                <a:solidFill>
                  <a:schemeClr val="tx1"/>
                </a:solidFill>
                <a:ea typeface="+mn-ea"/>
                <a:cs typeface="+mn-cs"/>
              </a:rPr>
              <a:t>Extend partition of a cluster shared disk in WSFC:  https://</a:t>
            </a:r>
            <a:r>
              <a:rPr lang="en-US" sz="1200" b="0" kern="1200" baseline="0" dirty="0" err="1">
                <a:solidFill>
                  <a:schemeClr val="tx1"/>
                </a:solidFill>
                <a:ea typeface="+mn-ea"/>
                <a:cs typeface="+mn-cs"/>
              </a:rPr>
              <a:t>learn.microsoft.com</a:t>
            </a:r>
            <a:r>
              <a:rPr lang="en-US" sz="1200" b="0" kern="1200" baseline="0" dirty="0">
                <a:solidFill>
                  <a:schemeClr val="tx1"/>
                </a:solidFill>
                <a:ea typeface="+mn-ea"/>
                <a:cs typeface="+mn-cs"/>
              </a:rPr>
              <a:t>/</a:t>
            </a:r>
            <a:r>
              <a:rPr lang="en-US" sz="1200" b="0" kern="1200" baseline="0" dirty="0" err="1">
                <a:solidFill>
                  <a:schemeClr val="tx1"/>
                </a:solidFill>
                <a:ea typeface="+mn-ea"/>
                <a:cs typeface="+mn-cs"/>
              </a:rPr>
              <a:t>en</a:t>
            </a:r>
            <a:r>
              <a:rPr lang="en-US" sz="1200" b="0" kern="1200" baseline="0" dirty="0">
                <a:solidFill>
                  <a:schemeClr val="tx1"/>
                </a:solidFill>
                <a:ea typeface="+mn-ea"/>
                <a:cs typeface="+mn-cs"/>
              </a:rPr>
              <a:t>-us/troubleshoot/windows-server/high-availability/extend-partition-cluster-shared-disk </a:t>
            </a:r>
          </a:p>
          <a:p>
            <a:pPr marL="171450" indent="-171450">
              <a:buFont typeface="Arial" panose="020B0604020202020204" pitchFamily="34" charset="0"/>
              <a:buChar char="•"/>
            </a:pPr>
            <a:r>
              <a:rPr lang="en-US" sz="1200" b="0" kern="1200" baseline="0" dirty="0">
                <a:solidFill>
                  <a:schemeClr val="tx1"/>
                </a:solidFill>
                <a:ea typeface="+mn-ea"/>
                <a:cs typeface="+mn-cs"/>
              </a:rPr>
              <a:t>vSAN iSCSI Target Usage Guide:  https://</a:t>
            </a:r>
            <a:r>
              <a:rPr lang="en-US" sz="1200" b="0" kern="1200" baseline="0" dirty="0" err="1">
                <a:solidFill>
                  <a:schemeClr val="tx1"/>
                </a:solidFill>
                <a:ea typeface="+mn-ea"/>
                <a:cs typeface="+mn-cs"/>
              </a:rPr>
              <a:t>www.vmware.com</a:t>
            </a:r>
            <a:r>
              <a:rPr lang="en-US" sz="1200" b="0" kern="1200" baseline="0" dirty="0">
                <a:solidFill>
                  <a:schemeClr val="tx1"/>
                </a:solidFill>
                <a:ea typeface="+mn-ea"/>
                <a:cs typeface="+mn-cs"/>
              </a:rPr>
              <a:t>/docs/</a:t>
            </a:r>
            <a:r>
              <a:rPr lang="en-US" sz="1200" b="0" kern="1200" baseline="0" dirty="0" err="1">
                <a:solidFill>
                  <a:schemeClr val="tx1"/>
                </a:solidFill>
                <a:ea typeface="+mn-ea"/>
                <a:cs typeface="+mn-cs"/>
              </a:rPr>
              <a:t>vmw</a:t>
            </a:r>
            <a:r>
              <a:rPr lang="en-US" sz="1200" b="0" kern="1200" baseline="0" dirty="0">
                <a:solidFill>
                  <a:schemeClr val="tx1"/>
                </a:solidFill>
                <a:ea typeface="+mn-ea"/>
                <a:cs typeface="+mn-cs"/>
              </a:rPr>
              <a:t>-</a:t>
            </a:r>
            <a:r>
              <a:rPr lang="en-US" sz="1200" b="0" kern="1200" baseline="0" dirty="0" err="1">
                <a:solidFill>
                  <a:schemeClr val="tx1"/>
                </a:solidFill>
                <a:ea typeface="+mn-ea"/>
                <a:cs typeface="+mn-cs"/>
              </a:rPr>
              <a:t>vsan</a:t>
            </a:r>
            <a:r>
              <a:rPr lang="en-US" sz="1200" b="0" kern="1200" baseline="0" dirty="0">
                <a:solidFill>
                  <a:schemeClr val="tx1"/>
                </a:solidFill>
                <a:ea typeface="+mn-ea"/>
                <a:cs typeface="+mn-cs"/>
              </a:rPr>
              <a:t>-</a:t>
            </a:r>
            <a:r>
              <a:rPr lang="en-US" sz="1200" b="0" kern="1200" baseline="0" dirty="0" err="1">
                <a:solidFill>
                  <a:schemeClr val="tx1"/>
                </a:solidFill>
                <a:ea typeface="+mn-ea"/>
                <a:cs typeface="+mn-cs"/>
              </a:rPr>
              <a:t>iscsi</a:t>
            </a:r>
            <a:r>
              <a:rPr lang="en-US" sz="1200" b="0" kern="1200" baseline="0" dirty="0">
                <a:solidFill>
                  <a:schemeClr val="tx1"/>
                </a:solidFill>
                <a:ea typeface="+mn-ea"/>
                <a:cs typeface="+mn-cs"/>
              </a:rPr>
              <a:t>-target-usage-guide  </a:t>
            </a:r>
          </a:p>
        </p:txBody>
      </p:sp>
      <p:sp>
        <p:nvSpPr>
          <p:cNvPr id="4" name="Slide Number Placeholder 3">
            <a:extLst>
              <a:ext uri="{FF2B5EF4-FFF2-40B4-BE49-F238E27FC236}">
                <a16:creationId xmlns:a16="http://schemas.microsoft.com/office/drawing/2014/main" id="{5016CB79-178E-3820-8202-2C176966E4E9}"/>
              </a:ext>
            </a:extLst>
          </p:cNvPr>
          <p:cNvSpPr>
            <a:spLocks noGrp="1"/>
          </p:cNvSpPr>
          <p:nvPr>
            <p:ph type="sldNum" sz="quarter" idx="5"/>
          </p:nvPr>
        </p:nvSpPr>
        <p:spPr/>
        <p:txBody>
          <a:bodyPr/>
          <a:lstStyle/>
          <a:p>
            <a:fld id="{9F4FBC3A-A12C-40F9-BB8D-BC30C7901396}" type="slidenum">
              <a:rPr lang="en-US" smtClean="0"/>
              <a:pPr/>
              <a:t>10</a:t>
            </a:fld>
            <a:endParaRPr lang="en-US" dirty="0"/>
          </a:p>
        </p:txBody>
      </p:sp>
    </p:spTree>
    <p:extLst>
      <p:ext uri="{BB962C8B-B14F-4D97-AF65-F5344CB8AC3E}">
        <p14:creationId xmlns:p14="http://schemas.microsoft.com/office/powerpoint/2010/main" val="4510053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03976" rtl="0" eaLnBrk="1" fontAlgn="auto" latinLnBrk="0" hangingPunct="1">
              <a:lnSpc>
                <a:spcPct val="100000"/>
              </a:lnSpc>
              <a:spcBef>
                <a:spcPts val="0"/>
              </a:spcBef>
              <a:spcAft>
                <a:spcPts val="0"/>
              </a:spcAft>
              <a:buClrTx/>
              <a:buSzTx/>
              <a:buFontTx/>
              <a:buNone/>
              <a:tabLst/>
              <a:defRPr/>
            </a:pPr>
            <a:r>
              <a:rPr lang="en-US" sz="1200" b="1" dirty="0"/>
              <a:t>Key Message/Talk track:</a:t>
            </a:r>
          </a:p>
          <a:p>
            <a:pPr defTabSz="903976">
              <a:defRPr/>
            </a:pPr>
            <a:r>
              <a:rPr lang="en-US" dirty="0"/>
              <a:t>Let's now look at how vSAN in VCF 9.1 can help deliver resources to modern applications.</a:t>
            </a:r>
          </a:p>
        </p:txBody>
      </p:sp>
      <p:sp>
        <p:nvSpPr>
          <p:cNvPr id="4" name="Slide Number Placeholder 3"/>
          <p:cNvSpPr>
            <a:spLocks noGrp="1"/>
          </p:cNvSpPr>
          <p:nvPr>
            <p:ph type="sldNum" sz="quarter" idx="5"/>
          </p:nvPr>
        </p:nvSpPr>
        <p:spPr/>
        <p:txBody>
          <a:bodyPr/>
          <a:lstStyle/>
          <a:p>
            <a:fld id="{9F4FBC3A-A12C-40F9-BB8D-BC30C7901396}" type="slidenum">
              <a:rPr lang="en-US" smtClean="0"/>
              <a:pPr/>
              <a:t>11</a:t>
            </a:fld>
            <a:endParaRPr lang="en-US" dirty="0"/>
          </a:p>
        </p:txBody>
      </p:sp>
    </p:spTree>
    <p:extLst>
      <p:ext uri="{BB962C8B-B14F-4D97-AF65-F5344CB8AC3E}">
        <p14:creationId xmlns:p14="http://schemas.microsoft.com/office/powerpoint/2010/main" val="42294306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46E3B-82DE-120B-28B1-27E1FE9D24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AEC3EC-D7E2-520F-4386-77648E62AA9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ECC97F4-BE7D-8CDA-6E80-5A6207676DD5}"/>
              </a:ext>
            </a:extLst>
          </p:cNvPr>
          <p:cNvSpPr>
            <a:spLocks noGrp="1"/>
          </p:cNvSpPr>
          <p:nvPr>
            <p:ph type="body" idx="1"/>
          </p:nvPr>
        </p:nvSpPr>
        <p:spPr/>
        <p:txBody>
          <a:bodyPr>
            <a:normAutofit fontScale="32500" lnSpcReduction="20000"/>
          </a:bodyPr>
          <a:lstStyle/>
          <a:p>
            <a:r>
              <a:rPr lang="en-US" sz="1200" b="1" dirty="0"/>
              <a:t>Key Message/Talk track:</a:t>
            </a:r>
          </a:p>
          <a:p>
            <a:r>
              <a:rPr lang="en-US" sz="1200" b="0" dirty="0"/>
              <a:t>vSAN in VCF 9.1 offers the first glimpse at native S3 compatible object storage in vSAN.  Officially debuting as a “Technology Preview” with Patch 01 of VCF 9.1, the new native S3 compatible object storage capabilities will give vSAN the ability to provide scalable, S3 storage to all of your consumers on premises using the storage you already use for block and file needs in your VCF environment.    Provisioning and management of S3 object stores and buckets is achieved using VCF Automation or APIs through vSphere Supervisor, which helps make it fully capable of multi-tenancy.  Since this capability is fully integrated with vSAN, it reflects the flexibility and scalability traits of any other vSAN cluster.  </a:t>
            </a:r>
            <a:endParaRPr lang="en-US" sz="1200" b="1" dirty="0"/>
          </a:p>
          <a:p>
            <a:r>
              <a:rPr lang="en-US" sz="1200" dirty="0"/>
              <a:t>----------------------------------</a:t>
            </a:r>
          </a:p>
          <a:p>
            <a:r>
              <a:rPr lang="en-US" sz="1200" b="1" dirty="0"/>
              <a:t>Overview:</a:t>
            </a:r>
          </a:p>
          <a:p>
            <a:pPr marL="171450" indent="-171450">
              <a:buFont typeface="Arial" panose="020B0604020202020204" pitchFamily="34" charset="0"/>
              <a:buChar char="•"/>
            </a:pPr>
            <a:r>
              <a:rPr lang="en-US" dirty="0"/>
              <a:t>Run block, file, and </a:t>
            </a:r>
            <a:r>
              <a:rPr lang="en-US" b="1" dirty="0"/>
              <a:t>S3 compatible object storage </a:t>
            </a:r>
            <a:r>
              <a:rPr lang="en-US" dirty="0"/>
              <a:t>all on the same vSAN cluster</a:t>
            </a:r>
          </a:p>
          <a:p>
            <a:pPr marL="171450" indent="-171450">
              <a:buFont typeface="Arial" panose="020B0604020202020204" pitchFamily="34" charset="0"/>
              <a:buChar char="•"/>
            </a:pPr>
            <a:r>
              <a:rPr lang="en-US" b="1" dirty="0"/>
              <a:t>Provision and manage multi-tenant object storage </a:t>
            </a:r>
            <a:r>
              <a:rPr lang="en-US" dirty="0"/>
              <a:t>using VCF Automation or vSphere Supervisor</a:t>
            </a:r>
          </a:p>
          <a:p>
            <a:pPr marL="171450" indent="-171450">
              <a:buFont typeface="Arial" panose="020B0604020202020204" pitchFamily="34" charset="0"/>
              <a:buChar char="•"/>
            </a:pPr>
            <a:r>
              <a:rPr lang="en-US" b="1" dirty="0"/>
              <a:t>Fast delivery </a:t>
            </a:r>
            <a:r>
              <a:rPr lang="en-US" dirty="0"/>
              <a:t>of object storage to developers</a:t>
            </a:r>
          </a:p>
          <a:p>
            <a:pPr marL="171450" indent="-171450">
              <a:buFont typeface="Arial" panose="020B0604020202020204" pitchFamily="34" charset="0"/>
              <a:buChar char="•"/>
            </a:pPr>
            <a:r>
              <a:rPr lang="en-US" b="1" dirty="0"/>
              <a:t>Scalable, resilient </a:t>
            </a:r>
            <a:r>
              <a:rPr lang="en-US" dirty="0"/>
              <a:t>and </a:t>
            </a:r>
            <a:r>
              <a:rPr lang="en-US" b="1" dirty="0"/>
              <a:t>flexible</a:t>
            </a:r>
            <a:r>
              <a:rPr lang="en-US" dirty="0"/>
              <a:t> architecture courtesy of vSAN</a:t>
            </a:r>
          </a:p>
          <a:p>
            <a:pPr marL="171450" indent="-171450">
              <a:buFont typeface="Arial" panose="020B0604020202020204" pitchFamily="34" charset="0"/>
              <a:buChar char="•"/>
            </a:pPr>
            <a:r>
              <a:rPr lang="en-US" dirty="0"/>
              <a:t>Available as a Technology Preview in Patch 01 of VCF 9.1</a:t>
            </a:r>
          </a:p>
          <a:p>
            <a:pPr marL="0" indent="0">
              <a:spcBef>
                <a:spcPts val="1779"/>
              </a:spcBef>
              <a:buFont typeface="Arial" panose="020B0604020202020204" pitchFamily="34" charset="0"/>
              <a:buNone/>
            </a:pPr>
            <a:r>
              <a:rPr lang="en-US" dirty="0"/>
              <a:t>----------------------------------</a:t>
            </a:r>
          </a:p>
          <a:p>
            <a:r>
              <a:rPr lang="en-US" b="1" dirty="0"/>
              <a:t>Details:</a:t>
            </a:r>
          </a:p>
          <a:p>
            <a:pPr marL="171450" indent="-171450">
              <a:buFont typeface="Arial" panose="020B0604020202020204" pitchFamily="34" charset="0"/>
              <a:buChar char="•"/>
            </a:pPr>
            <a:r>
              <a:rPr lang="en-US" b="0" dirty="0"/>
              <a:t>S3-compatible object storage has become a common method of storing data, particularly with cloud native applications that communicate to the storage via S3 APIs.  Object storage is particularly good at storing large data sets, and is often used in cloud infrastructures, but can become quite expensive and complex due the methods cloud providers charge for this capability (API call costs, egress costs, etc.).  In past versions of vSAN, S3 compatible object storage was delivered through the VMware “Data Persistence platform” (DPp) partner program.  Through this program, ISVs such as Minio provided a certified S3 compatible object storage solution running on top of vSAN.  But this meant the additional purchase and management of another software solution, and did not resonate as a satisfactory method of providing S3 compatible object storage in vSAN.</a:t>
            </a:r>
          </a:p>
          <a:p>
            <a:pPr marL="171450" indent="-171450">
              <a:buFont typeface="Arial" panose="020B0604020202020204" pitchFamily="34" charset="0"/>
              <a:buChar char="•"/>
            </a:pPr>
            <a:r>
              <a:rPr lang="en-US" b="0" dirty="0"/>
              <a:t>vSAN in VCF 9.1 (specifically 9.1.1) introduces native S3 compatible object storage.  This “Technology Preview” will showcase the key capabilities of S3 compatible object storage that does not require the use or purchase of any other products.   Its full integration with vSAN and VCF-A make it aware of the constructs of multi-tenancy.   </a:t>
            </a:r>
          </a:p>
          <a:p>
            <a:pPr marL="171450" lvl="0" indent="-171450">
              <a:buFont typeface="Arial" panose="020B0604020202020204" pitchFamily="34" charset="0"/>
              <a:buChar char="•"/>
            </a:pPr>
            <a:r>
              <a:rPr lang="en-US" b="0" dirty="0"/>
              <a:t>Native S3-compatible object storage through vSAN for VCF bring traits that are particularly beneficial.</a:t>
            </a:r>
          </a:p>
          <a:p>
            <a:pPr marL="628650" lvl="1" indent="-171450">
              <a:buFont typeface="Arial" panose="020B0604020202020204" pitchFamily="34" charset="0"/>
              <a:buChar char="•"/>
            </a:pPr>
            <a:r>
              <a:rPr lang="en-US" b="1" dirty="0"/>
              <a:t>Scalable.  </a:t>
            </a:r>
            <a:r>
              <a:rPr lang="en-US" b="0" dirty="0"/>
              <a:t>Since it runs on a vSAN substrate, native S3 compatible object storage reflects the scalability traits of any other vSAN cluster.  Scale up or out based on what best fits your environment.</a:t>
            </a:r>
          </a:p>
          <a:p>
            <a:pPr marL="628650" lvl="1" indent="-171450">
              <a:buFont typeface="Arial" panose="020B0604020202020204" pitchFamily="34" charset="0"/>
              <a:buChar char="•"/>
            </a:pPr>
            <a:r>
              <a:rPr lang="en-US" b="1" dirty="0"/>
              <a:t>Multi-tenant.  </a:t>
            </a:r>
            <a:r>
              <a:rPr lang="en-US" b="0" dirty="0"/>
              <a:t>Provides self-service multi-tenancy through VCF-A or vSphere Supervisor.  </a:t>
            </a:r>
          </a:p>
          <a:p>
            <a:pPr marL="628650" lvl="1" indent="-171450">
              <a:buFont typeface="Arial" panose="020B0604020202020204" pitchFamily="34" charset="0"/>
              <a:buChar char="•"/>
            </a:pPr>
            <a:r>
              <a:rPr lang="en-US" b="1" dirty="0"/>
              <a:t>Secure.  </a:t>
            </a:r>
            <a:r>
              <a:rPr lang="en-US" b="0" dirty="0"/>
              <a:t>Integrates with VCF features designed for multi-tenancy, such as VPCs for networking and VCF-A constructs.</a:t>
            </a:r>
          </a:p>
          <a:p>
            <a:pPr marL="628650" lvl="1" indent="-171450">
              <a:buFont typeface="Arial" panose="020B0604020202020204" pitchFamily="34" charset="0"/>
              <a:buChar char="•"/>
            </a:pPr>
            <a:r>
              <a:rPr lang="en-US" b="1" dirty="0"/>
              <a:t>Native S3 compatible.  </a:t>
            </a:r>
            <a:r>
              <a:rPr lang="en-US" b="0" dirty="0"/>
              <a:t>A core set of S3 APIs will be available on the initial release, and expanded in future releases.</a:t>
            </a:r>
          </a:p>
          <a:p>
            <a:pPr marL="628650" lvl="1" indent="-171450">
              <a:buFont typeface="Arial" panose="020B0604020202020204" pitchFamily="34" charset="0"/>
              <a:buChar char="•"/>
            </a:pPr>
            <a:r>
              <a:rPr lang="en-US" b="1" dirty="0"/>
              <a:t>Easy to deploy and manage.  </a:t>
            </a:r>
            <a:r>
              <a:rPr lang="en-US" b="0" dirty="0"/>
              <a:t>Administrators can keep operations simple, as deployment and management is achieved through the VCF-A management plane.</a:t>
            </a:r>
          </a:p>
          <a:p>
            <a:pPr marL="0" lvl="0" indent="0">
              <a:buFont typeface="Arial" panose="020B0604020202020204" pitchFamily="34" charset="0"/>
              <a:buNone/>
            </a:pPr>
            <a:r>
              <a:rPr lang="en-US" b="0" u="sng" dirty="0"/>
              <a:t>Architectural Characteristics</a:t>
            </a:r>
          </a:p>
          <a:p>
            <a:pPr marL="171450" lvl="0" indent="-171450">
              <a:buFont typeface="Arial" panose="020B0604020202020204" pitchFamily="34" charset="0"/>
              <a:buChar char="•"/>
            </a:pPr>
            <a:r>
              <a:rPr lang="en-US" b="0" dirty="0"/>
              <a:t>Object storage is provided courtesy of an object store service in the supervisor.  The object storage operator is presented in a service namespace.</a:t>
            </a:r>
          </a:p>
          <a:p>
            <a:pPr marL="171450" lvl="0" indent="-171450">
              <a:buFont typeface="Arial" panose="020B0604020202020204" pitchFamily="34" charset="0"/>
              <a:buChar char="•"/>
            </a:pPr>
            <a:r>
              <a:rPr lang="en-US" b="0" dirty="0"/>
              <a:t>An object store instance namespace is deployed as a set of K8s pod VMs in a K8s namespace within the supervisor. </a:t>
            </a:r>
          </a:p>
          <a:p>
            <a:pPr marL="171450" lvl="0" indent="-171450">
              <a:buFont typeface="Arial" panose="020B0604020202020204" pitchFamily="34" charset="0"/>
              <a:buChar char="•"/>
            </a:pPr>
            <a:r>
              <a:rPr lang="en-US" b="0" dirty="0"/>
              <a:t>It will consist of multiple protocol pods running Ceph RGW (open source) as the S3 interface.  Backend traffic to the lower layers will communicate via our 10p (proprietary) protocol to </a:t>
            </a:r>
            <a:r>
              <a:rPr lang="en-US" b="0" dirty="0" err="1"/>
              <a:t>vBOSS</a:t>
            </a:r>
            <a:r>
              <a:rPr lang="en-US" b="0" dirty="0"/>
              <a:t> daemons.  This communication path is efficient, as it takes advantage of zero copy techniques – similar to zero copy techniques in vSAN File Services.  </a:t>
            </a:r>
          </a:p>
          <a:p>
            <a:pPr marL="628650" lvl="1" indent="-171450">
              <a:buFont typeface="Arial" panose="020B0604020202020204" pitchFamily="34" charset="0"/>
              <a:buChar char="•"/>
            </a:pPr>
            <a:r>
              <a:rPr lang="en-US" b="0" dirty="0"/>
              <a:t>A metadata pod will also be used for other responsibilities, such as metadata storage for buckets, etc.</a:t>
            </a:r>
          </a:p>
          <a:p>
            <a:pPr marL="628650" lvl="1" indent="-171450">
              <a:buFont typeface="Arial" panose="020B0604020202020204" pitchFamily="34" charset="0"/>
              <a:buChar char="•"/>
            </a:pPr>
            <a:r>
              <a:rPr lang="en-US" b="0" dirty="0"/>
              <a:t>There will be one pod VM per host, per tenant on a vSAN cluster.  Each tenant must use a different set of Pod VMs as they will be on a different virtual private cloud (VPC).</a:t>
            </a:r>
          </a:p>
          <a:p>
            <a:pPr marL="628650" lvl="1" indent="-171450">
              <a:buFont typeface="Arial" panose="020B0604020202020204" pitchFamily="34" charset="0"/>
              <a:buChar char="•"/>
            </a:pPr>
            <a:r>
              <a:rPr lang="en-US" b="0" dirty="0"/>
              <a:t>Upon planned or unplanned host outages, other Pod VMs will assume the responsibility of the objects managed by the host no longer available.  The impact of the handoff should be minimal as perceived by the guest.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vSAN Backend Object Storage Server (VBOSS) daemons (running on each host in the cluster) are used to allow for S3 API semantics to be passed down to VDFS sub-volumes.  VDFS originated with vSAN File services, but has been adapted to account this new implementation.</a:t>
            </a:r>
          </a:p>
          <a:p>
            <a:pPr marL="171450" lvl="0" indent="-171450">
              <a:buFont typeface="Arial" panose="020B0604020202020204" pitchFamily="34" charset="0"/>
              <a:buChar char="•"/>
            </a:pPr>
            <a:r>
              <a:rPr lang="en-US" b="0" dirty="0"/>
              <a:t>Unlink VMs used for running containers in File Services (FSVMs), the pod VMs used with object storage are based on VMware’s Container Runtime Executor (CRX).  CRX is a mechanism that allows a container to run directly on the hypervisor without the usual overhead of it being wrapped within a traditional VM.  These CRX-based pods are essentially a VM with a specialized, minimal Linux kernel built for the purpose of running a container runtime.  This very small VM wrapper allows vSphere to treat these pods similar to other traditional VMs, but with minimal resource usage.  Pod VMs are a superior method of having container runtimes across a vSphere cluster.</a:t>
            </a:r>
          </a:p>
          <a:p>
            <a:pPr marL="171450" lvl="0" indent="-171450">
              <a:buFont typeface="Arial" panose="020B0604020202020204" pitchFamily="34" charset="0"/>
              <a:buChar char="•"/>
            </a:pPr>
            <a:r>
              <a:rPr lang="en-US" b="0" dirty="0"/>
              <a:t>Pod VMs are completely independent from FSVMs and serve their respective task – Pod VMs for object storage and FSVMs for file storage.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A vSAN cluster will support one object store per cluster, per tenant, where the tenant can store their S3 buckets.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When logical tenant isolation is acceptable, multi-tenant storage can be achieved with a single vSAN HCI and/or vSAN storage cluster.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When physical tenant isolation is required, multi-tenant storage can be achieved with discrete vSAN HCI clusters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The data structure of vSAN’s native S3 object storage is different than approaches used for other types of data, such as VMDKs, file shares and iSCSI volumes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Within a tenant’s object store, a given S3 bucket is comprised of multiple </a:t>
            </a:r>
            <a:r>
              <a:rPr lang="en-US" b="0" dirty="0" err="1"/>
              <a:t>vBOSS</a:t>
            </a:r>
            <a:r>
              <a:rPr lang="en-US" b="0" dirty="0"/>
              <a:t> volumes, or shards.  The latter is the better way to think of it, as it is the aggregation of these </a:t>
            </a:r>
            <a:r>
              <a:rPr lang="en-US" b="0" dirty="0" err="1"/>
              <a:t>vBOSS</a:t>
            </a:r>
            <a:r>
              <a:rPr lang="en-US" b="0" dirty="0"/>
              <a:t> volumes that make up that single S3 bucket.  Each shard is made up of one or more vSAN objects.  </a:t>
            </a:r>
          </a:p>
          <a:p>
            <a:pPr marL="171450" lvl="0" indent="-171450">
              <a:buFont typeface="Arial" panose="020B0604020202020204" pitchFamily="34" charset="0"/>
              <a:buChar char="•"/>
            </a:pPr>
            <a:r>
              <a:rPr lang="en-US" b="0" dirty="0"/>
              <a:t>Upgrades to the object service remain independent from the rest of the stack, and will be managed through the supervisor / VCF-A management framework.  </a:t>
            </a:r>
          </a:p>
          <a:p>
            <a:pPr marL="171450" lvl="0" indent="-171450">
              <a:buFont typeface="Arial" panose="020B0604020202020204" pitchFamily="34" charset="0"/>
              <a:buChar char="•"/>
            </a:pPr>
            <a:r>
              <a:rPr lang="en-US" b="0" dirty="0"/>
              <a:t>Data migration may be possible using </a:t>
            </a:r>
            <a:r>
              <a:rPr lang="en-US" b="0" dirty="0" err="1"/>
              <a:t>rclone</a:t>
            </a:r>
            <a:r>
              <a:rPr lang="en-US" b="0" dirty="0"/>
              <a:t> from sources such as AWS S3, </a:t>
            </a:r>
            <a:r>
              <a:rPr lang="en-US" b="0" dirty="0" err="1"/>
              <a:t>MinIO</a:t>
            </a:r>
            <a:r>
              <a:rPr lang="en-US" b="0" dirty="0"/>
              <a:t>, and Ceph RGW.</a:t>
            </a:r>
          </a:p>
          <a:p>
            <a:pPr marL="171450" lvl="0" indent="-171450">
              <a:buFont typeface="Arial" panose="020B0604020202020204" pitchFamily="34" charset="0"/>
              <a:buChar char="•"/>
            </a:pPr>
            <a:r>
              <a:rPr lang="en-US" b="0" dirty="0"/>
              <a:t>The Object Store Extension (OSE) UI is VCF’s consumption UI for S3 compatible object stores.</a:t>
            </a:r>
          </a:p>
          <a:p>
            <a:pPr marL="171450" lvl="0" indent="-171450">
              <a:buFont typeface="Arial" panose="020B0604020202020204" pitchFamily="34" charset="0"/>
              <a:buChar char="•"/>
            </a:pPr>
            <a:r>
              <a:rPr lang="en-US" b="0" dirty="0"/>
              <a:t>Our object storage offering will also support tagging (key-value pairs).  This tagging is applicable to both objects and buckets.  </a:t>
            </a:r>
          </a:p>
          <a:p>
            <a:pPr marL="628650" lvl="1" indent="-171450">
              <a:buFont typeface="Arial" panose="020B0604020202020204" pitchFamily="34" charset="0"/>
              <a:buChar char="•"/>
            </a:pPr>
            <a:r>
              <a:rPr lang="en-US" b="0" dirty="0"/>
              <a:t>Objects:  Up to 10 tags</a:t>
            </a:r>
          </a:p>
          <a:p>
            <a:pPr marL="628650" lvl="1" indent="-171450">
              <a:buFont typeface="Arial" panose="020B0604020202020204" pitchFamily="34" charset="0"/>
              <a:buChar char="•"/>
            </a:pPr>
            <a:r>
              <a:rPr lang="en-US" b="0" dirty="0"/>
              <a:t>Buckets:  Up to 50 tags</a:t>
            </a:r>
          </a:p>
          <a:p>
            <a:pPr marL="171450" lvl="0" indent="-171450">
              <a:buFont typeface="Arial" panose="020B0604020202020204" pitchFamily="34" charset="0"/>
              <a:buChar char="•"/>
            </a:pPr>
            <a:endParaRPr lang="en-US" b="0" dirty="0"/>
          </a:p>
          <a:p>
            <a:pPr marL="0" indent="0">
              <a:buFont typeface="Arial" panose="020B0604020202020204" pitchFamily="34" charset="0"/>
              <a:buNone/>
            </a:pPr>
            <a:r>
              <a:rPr lang="en-US" b="0" u="sng" dirty="0"/>
              <a:t>Deploy and Configure</a:t>
            </a:r>
          </a:p>
          <a:p>
            <a:pPr marL="171450" indent="-171450">
              <a:buFont typeface="Arial" panose="020B0604020202020204" pitchFamily="34" charset="0"/>
              <a:buChar char="•"/>
            </a:pPr>
            <a:r>
              <a:rPr lang="en-US" b="0" dirty="0"/>
              <a:t>When using VCF Automation (VCF-A) The object storage </a:t>
            </a:r>
            <a:r>
              <a:rPr lang="en-US" b="1" dirty="0"/>
              <a:t>installation</a:t>
            </a:r>
            <a:r>
              <a:rPr lang="en-US" b="0" dirty="0"/>
              <a:t> is performed by the “</a:t>
            </a:r>
            <a:r>
              <a:rPr lang="en-US" b="1" dirty="0"/>
              <a:t>Provider Admin</a:t>
            </a:r>
            <a:r>
              <a:rPr lang="en-US" b="0" dirty="0"/>
              <a:t>” in VCF-A.  This resides withing the “VCF Services” side-bar menu, and navigating to “Object Store.”  In the UI, it sits adjacent to other services, such as Harbor, Data Services Manager, Argo CD, AVI Load Balancer and Multi-tenant DR.  Note that object storage can be provided by using vSphere Supervisor, but this will be via API only at this time.</a:t>
            </a:r>
          </a:p>
          <a:p>
            <a:pPr marL="628650" lvl="1" indent="-171450">
              <a:buFont typeface="Arial" panose="020B0604020202020204" pitchFamily="34" charset="0"/>
              <a:buChar char="•"/>
            </a:pPr>
            <a:r>
              <a:rPr lang="en-US" b="0" dirty="0"/>
              <a:t>The Provider Admin has the choice of locations where the service will be deployed.</a:t>
            </a:r>
          </a:p>
          <a:p>
            <a:pPr marL="171450" indent="-171450">
              <a:buFont typeface="Arial" panose="020B0604020202020204" pitchFamily="34" charset="0"/>
              <a:buChar char="•"/>
            </a:pPr>
            <a:r>
              <a:rPr lang="en-US" b="0" dirty="0"/>
              <a:t>Once installed, the </a:t>
            </a:r>
            <a:r>
              <a:rPr lang="en-US" b="1" dirty="0"/>
              <a:t>Provider Admin </a:t>
            </a:r>
            <a:r>
              <a:rPr lang="en-US" b="0" dirty="0"/>
              <a:t>can </a:t>
            </a:r>
            <a:r>
              <a:rPr lang="en-US" b="1" dirty="0"/>
              <a:t>make it available to the desired tenant organizations</a:t>
            </a:r>
            <a:r>
              <a:rPr lang="en-US" b="0" dirty="0"/>
              <a:t>.  </a:t>
            </a:r>
          </a:p>
          <a:p>
            <a:pPr marL="628650" lvl="1" indent="-171450">
              <a:buFont typeface="Arial" panose="020B0604020202020204" pitchFamily="34" charset="0"/>
              <a:buChar char="•"/>
            </a:pPr>
            <a:r>
              <a:rPr lang="en-US" b="0" dirty="0"/>
              <a:t>The Provider Admin will select the desired organization, and click “Launch Organization Portal.”</a:t>
            </a:r>
          </a:p>
          <a:p>
            <a:pPr marL="628650" lvl="1" indent="-171450">
              <a:buFont typeface="Arial" panose="020B0604020202020204" pitchFamily="34" charset="0"/>
              <a:buChar char="•"/>
            </a:pPr>
            <a:r>
              <a:rPr lang="en-US" b="0" dirty="0"/>
              <a:t>The Provider Admin can click “Add a Region Quota” specifying their desired region, supervisor, and zones.  The workflow is organized in the following manner.</a:t>
            </a:r>
          </a:p>
          <a:p>
            <a:pPr marL="1085850" lvl="2" indent="-171450">
              <a:buFont typeface="Arial" panose="020B0604020202020204" pitchFamily="34" charset="0"/>
              <a:buChar char="•"/>
            </a:pPr>
            <a:r>
              <a:rPr lang="en-US" b="0" dirty="0"/>
              <a:t>Step 1 – Assign a Region Quota.  This allows you to select a region, supervisor, and zone</a:t>
            </a:r>
          </a:p>
          <a:p>
            <a:pPr marL="1085850" lvl="2" indent="-171450">
              <a:buFont typeface="Arial" panose="020B0604020202020204" pitchFamily="34" charset="0"/>
              <a:buChar char="•"/>
            </a:pPr>
            <a:r>
              <a:rPr lang="en-US" b="0" dirty="0"/>
              <a:t>Step 2 – Assign VM and Storage Classes.  This allows you to select the appropriate VM classes (defining the available  compute profiles for workloads) and storage classes (defining how much object capacity can be consumed).</a:t>
            </a:r>
          </a:p>
          <a:p>
            <a:pPr marL="1543050" lvl="3" indent="-171450">
              <a:buFont typeface="Arial" panose="020B0604020202020204" pitchFamily="34" charset="0"/>
              <a:buChar char="•"/>
            </a:pPr>
            <a:r>
              <a:rPr lang="en-US" b="0" dirty="0"/>
              <a:t>Within the storage class listing, there will be a “system-vSAN-Obj-Store-Default.”  This can be selected, and the desired capacity limit can be set as needed.</a:t>
            </a:r>
          </a:p>
          <a:p>
            <a:pPr marL="1085850" lvl="2" indent="-171450">
              <a:buFont typeface="Arial" panose="020B0604020202020204" pitchFamily="34" charset="0"/>
              <a:buChar char="•"/>
            </a:pPr>
            <a:r>
              <a:rPr lang="en-US" b="0" dirty="0"/>
              <a:t>Step 3 – Review Summary.</a:t>
            </a:r>
          </a:p>
          <a:p>
            <a:pPr marL="171450" lvl="0" indent="-171450">
              <a:buFont typeface="Arial" panose="020B0604020202020204" pitchFamily="34" charset="0"/>
              <a:buChar char="•"/>
            </a:pPr>
            <a:r>
              <a:rPr lang="en-US" b="0" dirty="0"/>
              <a:t>The </a:t>
            </a:r>
            <a:r>
              <a:rPr lang="en-US" b="1" dirty="0"/>
              <a:t>object storage configuration </a:t>
            </a:r>
            <a:r>
              <a:rPr lang="en-US" b="0" dirty="0"/>
              <a:t>and creation of buckets is performed by the “</a:t>
            </a:r>
            <a:r>
              <a:rPr lang="en-US" b="1" dirty="0"/>
              <a:t>Tenant Admin</a:t>
            </a:r>
            <a:r>
              <a:rPr lang="en-US" b="0" dirty="0"/>
              <a:t>” in VCF-A.  The VCF Services &gt; Object Storage section will allow you to create an object store – the logical container to present to the consumer/tenant.  The entries to be configured when creating an object store include:</a:t>
            </a:r>
          </a:p>
          <a:p>
            <a:pPr marL="628650" lvl="1" indent="-171450">
              <a:buFont typeface="Arial" panose="020B0604020202020204" pitchFamily="34" charset="0"/>
              <a:buChar char="•"/>
            </a:pPr>
            <a:r>
              <a:rPr lang="en-US" b="0" dirty="0"/>
              <a:t>Name.  Actual name of the object store, such as “</a:t>
            </a:r>
            <a:r>
              <a:rPr lang="en-US" b="0" dirty="0" err="1"/>
              <a:t>DevTeamObjectStore</a:t>
            </a:r>
            <a:r>
              <a:rPr lang="en-US" b="0" dirty="0"/>
              <a:t>”</a:t>
            </a:r>
          </a:p>
          <a:p>
            <a:pPr marL="628650" lvl="1" indent="-171450">
              <a:buFont typeface="Arial" panose="020B0604020202020204" pitchFamily="34" charset="0"/>
              <a:buChar char="•"/>
            </a:pPr>
            <a:r>
              <a:rPr lang="en-US" b="0" dirty="0"/>
              <a:t>Region.  The desired region, such as us-east-1</a:t>
            </a:r>
          </a:p>
          <a:p>
            <a:pPr marL="628650" lvl="1" indent="-171450">
              <a:buFont typeface="Arial" panose="020B0604020202020204" pitchFamily="34" charset="0"/>
              <a:buChar char="•"/>
            </a:pPr>
            <a:r>
              <a:rPr lang="en-US" b="0" dirty="0"/>
              <a:t>VPC.  The desired VPC, such as vpc-us-east-1.prod.app</a:t>
            </a:r>
          </a:p>
          <a:p>
            <a:pPr marL="628650" lvl="1" indent="-171450">
              <a:buFont typeface="Arial" panose="020B0604020202020204" pitchFamily="34" charset="0"/>
              <a:buChar char="•"/>
            </a:pPr>
            <a:r>
              <a:rPr lang="en-US" b="0" dirty="0"/>
              <a:t>FQDN.  The associated FQDN, such as objectstore.dc01.com</a:t>
            </a:r>
          </a:p>
          <a:p>
            <a:pPr marL="628650" lvl="1" indent="-171450">
              <a:buFont typeface="Arial" panose="020B0604020202020204" pitchFamily="34" charset="0"/>
              <a:buChar char="•"/>
            </a:pPr>
            <a:r>
              <a:rPr lang="en-US" b="0" dirty="0"/>
              <a:t>Availability.  Select either “Default” or “Site Fault Tolerated”</a:t>
            </a:r>
          </a:p>
          <a:p>
            <a:pPr marL="628650" lvl="1" indent="-171450">
              <a:buFont typeface="Arial" panose="020B0604020202020204" pitchFamily="34" charset="0"/>
              <a:buChar char="•"/>
            </a:pPr>
            <a:r>
              <a:rPr lang="en-US" b="0" dirty="0"/>
              <a:t>Capacity.  This is a user selectable amount of desired capacity.</a:t>
            </a:r>
          </a:p>
          <a:p>
            <a:pPr marL="171450" lvl="0" indent="-171450">
              <a:buFont typeface="Arial" panose="020B0604020202020204" pitchFamily="34" charset="0"/>
              <a:buChar char="•"/>
            </a:pPr>
            <a:r>
              <a:rPr lang="en-US" b="0" dirty="0"/>
              <a:t>The </a:t>
            </a:r>
            <a:r>
              <a:rPr lang="en-US" b="1" dirty="0"/>
              <a:t>Tenant Admin </a:t>
            </a:r>
            <a:r>
              <a:rPr lang="en-US" b="0" dirty="0"/>
              <a:t>will then </a:t>
            </a:r>
            <a:r>
              <a:rPr lang="en-US" b="1" dirty="0"/>
              <a:t>assign an object store</a:t>
            </a:r>
            <a:r>
              <a:rPr lang="en-US" b="0" dirty="0"/>
              <a:t>.  The UI will allow for the scope of the assignment to be limited to specific projects selected, or all projects available.</a:t>
            </a:r>
          </a:p>
          <a:p>
            <a:pPr marL="171450" lvl="0" indent="-171450">
              <a:buFont typeface="Arial" panose="020B0604020202020204" pitchFamily="34" charset="0"/>
              <a:buChar char="•"/>
            </a:pPr>
            <a:r>
              <a:rPr lang="en-US" b="0" dirty="0"/>
              <a:t>The </a:t>
            </a:r>
            <a:r>
              <a:rPr lang="en-US" b="1" dirty="0"/>
              <a:t>Tenant Admin (or by tenant users) </a:t>
            </a:r>
            <a:r>
              <a:rPr lang="en-US" b="0" dirty="0"/>
              <a:t>will then </a:t>
            </a:r>
            <a:r>
              <a:rPr lang="en-US" b="1" dirty="0"/>
              <a:t>create a bucket</a:t>
            </a:r>
            <a:r>
              <a:rPr lang="en-US" b="0" dirty="0"/>
              <a:t> via VCF Services &gt; Object Storage &gt; Buckets.  Once complete, the S3 buckets are available to tenant users within the respective assignment.  This object storage can be consumed through standard S3 APIs.</a:t>
            </a:r>
          </a:p>
          <a:p>
            <a:pPr marL="171450" lvl="0" indent="-171450">
              <a:buFont typeface="Arial" panose="020B0604020202020204" pitchFamily="34" charset="0"/>
              <a:buChar char="•"/>
            </a:pPr>
            <a:r>
              <a:rPr lang="en-US" b="0" dirty="0"/>
              <a:t>Common personas in VCF-A that are relevant to provisioning vSAN native S3-compatible object storage.  Ordered in a hierarchy of abilities</a:t>
            </a:r>
          </a:p>
          <a:p>
            <a:pPr marL="628650" lvl="1" indent="-171450">
              <a:buFont typeface="Arial" panose="020B0604020202020204" pitchFamily="34" charset="0"/>
              <a:buChar char="•"/>
            </a:pPr>
            <a:r>
              <a:rPr lang="en-US" b="1" dirty="0"/>
              <a:t>Provider Admin.  </a:t>
            </a:r>
            <a:r>
              <a:rPr lang="en-US" b="0" dirty="0"/>
              <a:t>Installs the “Object store” services, and assigns it to the desired tenant organizations</a:t>
            </a:r>
          </a:p>
          <a:p>
            <a:pPr marL="628650" lvl="1" indent="-171450">
              <a:buFont typeface="Arial" panose="020B0604020202020204" pitchFamily="34" charset="0"/>
              <a:buChar char="•"/>
            </a:pPr>
            <a:r>
              <a:rPr lang="en-US" b="1" dirty="0"/>
              <a:t>Tenant Admin.  </a:t>
            </a:r>
            <a:r>
              <a:rPr lang="en-US" b="0" dirty="0"/>
              <a:t>Creates, assigns and manages the object store.  Provisioning of S3 buckets for consumption by a tenant user.   </a:t>
            </a:r>
            <a:endParaRPr lang="en-US" b="1" dirty="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Tenant User.</a:t>
            </a:r>
            <a:r>
              <a:rPr lang="en-US" b="0" dirty="0"/>
              <a:t>  Consumes S3 buckets.  Creating buckets may also be possible at this level depending on roles/permissions.</a:t>
            </a:r>
          </a:p>
          <a:p>
            <a:pPr marL="0" indent="0">
              <a:buFont typeface="Arial" panose="020B0604020202020204" pitchFamily="34" charset="0"/>
              <a:buNone/>
            </a:pPr>
            <a:r>
              <a:rPr lang="en-US" b="1" u="sng" dirty="0"/>
              <a:t>Limitations</a:t>
            </a:r>
          </a:p>
          <a:p>
            <a:pPr marL="171450" indent="-171450">
              <a:buFont typeface="Arial" panose="020B0604020202020204" pitchFamily="34" charset="0"/>
              <a:buChar char="•"/>
            </a:pPr>
            <a:r>
              <a:rPr lang="en-US" b="0" u="none" dirty="0"/>
              <a:t>Licensing subject to change.  Please refer to official updated guidance as the source of truth for licensing.</a:t>
            </a:r>
          </a:p>
          <a:p>
            <a:pPr marL="171450" indent="-171450">
              <a:buFont typeface="Arial" panose="020B0604020202020204" pitchFamily="34" charset="0"/>
              <a:buChar char="•"/>
            </a:pPr>
            <a:r>
              <a:rPr lang="en-US" b="0" u="none" dirty="0"/>
              <a:t>Native S3 compatible object storage will be delivered as a “Technology Preview” in VCF 9.1.1, with the expectations of general availability (GA) in 9.1.2</a:t>
            </a:r>
          </a:p>
          <a:p>
            <a:pPr marL="171450" indent="-171450">
              <a:buFont typeface="Arial" panose="020B0604020202020204" pitchFamily="34" charset="0"/>
              <a:buChar char="•"/>
            </a:pPr>
            <a:r>
              <a:rPr lang="en-US" b="0" u="none" dirty="0"/>
              <a:t>Native S3 compatible object storage is deployed and configured through VCF Automation (VCF-A) or through vSphere Supervisor using APIs.</a:t>
            </a:r>
          </a:p>
          <a:p>
            <a:pPr marL="171450" indent="-171450">
              <a:buFont typeface="Arial" panose="020B0604020202020204" pitchFamily="34" charset="0"/>
              <a:buChar char="•"/>
            </a:pPr>
            <a:r>
              <a:rPr lang="en-US" b="0" u="none" dirty="0"/>
              <a:t>Native S3 compatible object storage requires the use of vSphere Supervisor.</a:t>
            </a:r>
          </a:p>
          <a:p>
            <a:pPr marL="171450" indent="-171450">
              <a:buFont typeface="Arial" panose="020B0604020202020204" pitchFamily="34" charset="0"/>
              <a:buChar char="•"/>
            </a:pPr>
            <a:r>
              <a:rPr lang="en-US" b="0" u="none" dirty="0"/>
              <a:t>Native S3 compatible object storage cannot be currently protected using vSAN Protection and Recovery (previously known as “vSAN Data Protection”).  S3 bucket protection will be delivered via other means.</a:t>
            </a:r>
          </a:p>
          <a:p>
            <a:pPr marL="171450" indent="-171450">
              <a:buFont typeface="Arial" panose="020B0604020202020204" pitchFamily="34" charset="0"/>
              <a:buChar char="•"/>
            </a:pPr>
            <a:r>
              <a:rPr lang="en-US" b="0" u="none" dirty="0"/>
              <a:t>Native S3 compatible object storage will be limited to one object store per cluster.  While it can support multi-tenancy, that will fall within the single object store.</a:t>
            </a:r>
          </a:p>
          <a:p>
            <a:pPr marL="171450" indent="-171450">
              <a:buFont typeface="Arial" panose="020B0604020202020204" pitchFamily="34" charset="0"/>
              <a:buChar char="•"/>
            </a:pPr>
            <a:r>
              <a:rPr lang="en-US" b="0" u="none" dirty="0"/>
              <a:t>Tentative scalability limits are as follows.  Many of these are simply a reflection of testing constraints, and may be raised in the future.  Please refer to formal documentation at the time of GA for these limitations</a:t>
            </a:r>
          </a:p>
          <a:p>
            <a:pPr marL="628650" lvl="1" indent="-171450">
              <a:buFont typeface="Arial" panose="020B0604020202020204" pitchFamily="34" charset="0"/>
              <a:buChar char="•"/>
            </a:pPr>
            <a:r>
              <a:rPr lang="en-US" b="0" u="none" dirty="0"/>
              <a:t>Object stores per cluster:  4</a:t>
            </a:r>
          </a:p>
          <a:p>
            <a:pPr marL="628650" lvl="1" indent="-171450">
              <a:buFont typeface="Arial" panose="020B0604020202020204" pitchFamily="34" charset="0"/>
              <a:buChar char="•"/>
            </a:pPr>
            <a:r>
              <a:rPr lang="en-US" b="0" u="none" dirty="0"/>
              <a:t>Buckets per object store:  100,000</a:t>
            </a:r>
          </a:p>
          <a:p>
            <a:pPr marL="628650" lvl="1" indent="-171450">
              <a:buFont typeface="Arial" panose="020B0604020202020204" pitchFamily="34" charset="0"/>
              <a:buChar char="•"/>
            </a:pPr>
            <a:r>
              <a:rPr lang="en-US" b="0" u="none" dirty="0"/>
              <a:t>Objects per bucket:  unlimited</a:t>
            </a:r>
          </a:p>
          <a:p>
            <a:pPr marL="628650" lvl="1" indent="-171450">
              <a:buFont typeface="Arial" panose="020B0604020202020204" pitchFamily="34" charset="0"/>
              <a:buChar char="•"/>
            </a:pPr>
            <a:r>
              <a:rPr lang="en-US" b="0" u="none" dirty="0"/>
              <a:t>Object stores per cluster:  1 per tenant</a:t>
            </a:r>
          </a:p>
          <a:p>
            <a:pPr marL="628650" lvl="1" indent="-171450">
              <a:buFont typeface="Arial" panose="020B0604020202020204" pitchFamily="34" charset="0"/>
              <a:buChar char="•"/>
            </a:pPr>
            <a:r>
              <a:rPr lang="en-US" b="0" u="none" dirty="0"/>
              <a:t>Object size:  &gt;5GB.</a:t>
            </a:r>
          </a:p>
          <a:p>
            <a:pPr marL="628650" lvl="1" indent="-171450">
              <a:buFont typeface="Arial" panose="020B0604020202020204" pitchFamily="34" charset="0"/>
              <a:buChar char="•"/>
            </a:pPr>
            <a:endParaRPr lang="en-US" b="0" u="none"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u="sng" dirty="0"/>
              <a:t>Positioning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Feature value in one sentence.</a:t>
            </a:r>
            <a:r>
              <a:rPr lang="en-US" b="0" dirty="0"/>
              <a:t>  vSAN in VCF 9.1 can provide an integrated S3 compatible, highly scalable, multi-tenant object store, offering new opportunities for you to use a unified solution across your entire environment.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The introduction of native S3 compatible object storage means that the partner program for DPp is no longer a relevant path for customers.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When referring to this feature, it will be most accurate to say, “vSAN native S3 compatible object storage.”  Omitting the “compatible” will make it misleading, and inaccurate.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u="none" dirty="0"/>
              <a:t>Common Use Cases.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Initially, early releases will target containerized workloads and DSM, but will expand to other use cases, such as K8s backup repository, traditional backup, archival, structured and unstructured data, AI/ML workloads, etc.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baseline="0" dirty="0">
                <a:solidFill>
                  <a:schemeClr val="tx1"/>
                </a:solidFill>
                <a:ea typeface="+mn-ea"/>
                <a:cs typeface="+mn-cs"/>
              </a:rPr>
              <a:t>----------------------------------</a:t>
            </a:r>
          </a:p>
          <a:p>
            <a:r>
              <a:rPr lang="en-US" sz="1200" b="1" kern="1200" baseline="0" dirty="0">
                <a:solidFill>
                  <a:schemeClr val="tx1"/>
                </a:solidFill>
                <a:ea typeface="+mn-ea"/>
                <a:cs typeface="+mn-cs"/>
              </a:rPr>
              <a:t>Additional Information:</a:t>
            </a:r>
          </a:p>
        </p:txBody>
      </p:sp>
      <p:sp>
        <p:nvSpPr>
          <p:cNvPr id="4" name="Slide Number Placeholder 3">
            <a:extLst>
              <a:ext uri="{FF2B5EF4-FFF2-40B4-BE49-F238E27FC236}">
                <a16:creationId xmlns:a16="http://schemas.microsoft.com/office/drawing/2014/main" id="{216196C1-FA16-F098-A881-3070AB8170DB}"/>
              </a:ext>
            </a:extLst>
          </p:cNvPr>
          <p:cNvSpPr>
            <a:spLocks noGrp="1"/>
          </p:cNvSpPr>
          <p:nvPr>
            <p:ph type="sldNum" sz="quarter" idx="5"/>
          </p:nvPr>
        </p:nvSpPr>
        <p:spPr/>
        <p:txBody>
          <a:bodyPr/>
          <a:lstStyle/>
          <a:p>
            <a:fld id="{9F4FBC3A-A12C-40F9-BB8D-BC30C7901396}" type="slidenum">
              <a:rPr lang="en-US" smtClean="0"/>
              <a:pPr/>
              <a:t>12</a:t>
            </a:fld>
            <a:endParaRPr lang="en-US" dirty="0"/>
          </a:p>
        </p:txBody>
      </p:sp>
    </p:spTree>
    <p:extLst>
      <p:ext uri="{BB962C8B-B14F-4D97-AF65-F5344CB8AC3E}">
        <p14:creationId xmlns:p14="http://schemas.microsoft.com/office/powerpoint/2010/main" val="28898108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D699F-EFA0-5BE7-2316-DED491AD1E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599546-85B9-B3A7-BD34-47427306AE0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C4C7D62-A538-CF9D-D962-72EC45D278F5}"/>
              </a:ext>
            </a:extLst>
          </p:cNvPr>
          <p:cNvSpPr>
            <a:spLocks noGrp="1"/>
          </p:cNvSpPr>
          <p:nvPr>
            <p:ph type="body" idx="1"/>
          </p:nvPr>
        </p:nvSpPr>
        <p:spPr/>
        <p:txBody>
          <a:bodyPr>
            <a:normAutofit fontScale="55000" lnSpcReduction="20000"/>
          </a:bodyPr>
          <a:lstStyle/>
          <a:p>
            <a:r>
              <a:rPr lang="en-US" sz="1200" b="1" dirty="0"/>
              <a:t>Key Message/Talk track:</a:t>
            </a:r>
          </a:p>
          <a:p>
            <a:r>
              <a:rPr lang="en-US" sz="1200" b="0" dirty="0"/>
              <a:t>vSAN in VCF 9.1 includes several enhancements that relate to provisioning and managing storage for cloud native applications.  This includes much better scalability for persistent volumes, as well as improved flexibility with the support of linked clones for persistent volumes provisioned with VM service VMs.  The support of snapshots with VM service VMs is now available, as well as support for multi-tenant DR with VM service VMs.  This will provide a much better experience when protecting supervisor-based VMs for cloud-to-cloud protection using VCF.  </a:t>
            </a:r>
            <a:r>
              <a:rPr lang="en-US" sz="1200" b="1" dirty="0"/>
              <a:t>The collection of these improvements will surely make deploying and managing cloud native applications easier, and more flexible.</a:t>
            </a:r>
          </a:p>
          <a:p>
            <a:r>
              <a:rPr lang="en-US" sz="1200" dirty="0"/>
              <a:t>----------------------------------</a:t>
            </a:r>
          </a:p>
          <a:p>
            <a:r>
              <a:rPr lang="en-US" sz="1200" b="1" dirty="0"/>
              <a:t>Overview:</a:t>
            </a:r>
          </a:p>
          <a:p>
            <a:pPr marL="171450" indent="-171450">
              <a:buFont typeface="Arial" panose="020B0604020202020204" pitchFamily="34" charset="0"/>
              <a:buChar char="•"/>
            </a:pPr>
            <a:r>
              <a:rPr lang="en-US" dirty="0">
                <a:solidFill>
                  <a:schemeClr val="tx2"/>
                </a:solidFill>
                <a:latin typeface="Arial" panose="020B0604020202020204" pitchFamily="34" charset="0"/>
              </a:rPr>
              <a:t>Increase persistent volumes (PVs) per Supervisor to 25,000 and 50,000 per vCenter Server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chemeClr val="tx2"/>
                </a:solidFill>
                <a:latin typeface="Arial" panose="020B0604020202020204" pitchFamily="34" charset="0"/>
              </a:rPr>
              <a:t>Support of linked clones for persistent volumes (PVs) with VM service VMs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chemeClr val="tx2"/>
                </a:solidFill>
                <a:latin typeface="Arial" panose="020B0604020202020204" pitchFamily="34" charset="0"/>
              </a:rPr>
              <a:t>Read Write Many (RWX) persistent volume (PVs) support to VM Service VMs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chemeClr val="tx2"/>
                </a:solidFill>
                <a:latin typeface="Arial" panose="020B0604020202020204" pitchFamily="34" charset="0"/>
              </a:rPr>
              <a:t>Snapshot support for VM Service VMs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chemeClr val="tx2"/>
                </a:solidFill>
                <a:latin typeface="Arial" panose="020B0604020202020204" pitchFamily="34" charset="0"/>
              </a:rPr>
              <a:t>Customized K8s compliant naming for storage policies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chemeClr val="tx2"/>
                </a:solidFill>
                <a:latin typeface="Arial" panose="020B0604020202020204" pitchFamily="34" charset="0"/>
              </a:rPr>
              <a:t>Multi-tenant disaster recovery for VM Service VMs</a:t>
            </a:r>
          </a:p>
          <a:p>
            <a:pPr marL="0" indent="0">
              <a:spcBef>
                <a:spcPts val="1779"/>
              </a:spcBef>
              <a:buFont typeface="Arial" panose="020B0604020202020204" pitchFamily="34" charset="0"/>
              <a:buNone/>
            </a:pPr>
            <a:r>
              <a:rPr lang="en-US" dirty="0"/>
              <a:t>----------------------------------</a:t>
            </a:r>
          </a:p>
          <a:p>
            <a:r>
              <a:rPr lang="en-US" b="1" dirty="0"/>
              <a:t>Details:</a:t>
            </a:r>
          </a:p>
          <a:p>
            <a:pPr marL="171450" indent="-171450">
              <a:buFont typeface="Arial" panose="020B0604020202020204" pitchFamily="34" charset="0"/>
              <a:buChar char="•"/>
            </a:pPr>
            <a:r>
              <a:rPr lang="en-US" b="0" dirty="0"/>
              <a:t>Several enhancements in vSAN for VCF 9.1 target our customers running cloud native application.  These improvements come through our CSI and FCD.</a:t>
            </a:r>
          </a:p>
          <a:p>
            <a:pPr marL="0" indent="0">
              <a:buFont typeface="Arial" panose="020B0604020202020204" pitchFamily="34" charset="0"/>
              <a:buNone/>
            </a:pPr>
            <a:r>
              <a:rPr lang="en-US" u="sng" dirty="0">
                <a:solidFill>
                  <a:schemeClr val="tx2"/>
                </a:solidFill>
                <a:latin typeface="Arial" panose="020B0604020202020204" pitchFamily="34" charset="0"/>
              </a:rPr>
              <a:t>Increase persistent volumes (PVs) per Supervisor to 25,000 and 50,000 per vCenter Server</a:t>
            </a:r>
          </a:p>
          <a:p>
            <a:pPr marL="171450" indent="-171450">
              <a:buFont typeface="Arial" panose="020B0604020202020204" pitchFamily="34" charset="0"/>
              <a:buChar char="•"/>
            </a:pPr>
            <a:r>
              <a:rPr lang="en-US" b="0" dirty="0"/>
              <a:t>Prior to VCF 9.1, the maximum number of RWO persistent volumes (PVs) per Supervisor was 7,500.  VCF 9.1 increases this limit to 25,000, or a 233% increase in the number of persistent volumes per Supervisor.</a:t>
            </a:r>
          </a:p>
          <a:p>
            <a:pPr marL="171450" indent="-171450">
              <a:buFont typeface="Arial" panose="020B0604020202020204" pitchFamily="34" charset="0"/>
              <a:buChar char="•"/>
            </a:pPr>
            <a:r>
              <a:rPr lang="en-US" b="0" dirty="0"/>
              <a:t>Prior to VCF 9.1, the maximum number of RWO persistent volumes (PVs) per vCenter was 30,000.  VCF 9.1 increases this limit to 50,000, or a 66% increase in the number of persistent volumes per vCenter Server.</a:t>
            </a:r>
          </a:p>
          <a:p>
            <a:pPr marL="0" indent="0">
              <a:buFont typeface="Arial" panose="020B0604020202020204" pitchFamily="34" charset="0"/>
              <a:buNone/>
            </a:pPr>
            <a:r>
              <a:rPr lang="en-US" u="sng" dirty="0">
                <a:solidFill>
                  <a:schemeClr val="tx2"/>
                </a:solidFill>
                <a:latin typeface="Arial" panose="020B0604020202020204" pitchFamily="34" charset="0"/>
              </a:rPr>
              <a:t>Support of linked clones for persistent volumes (PVs) with VM service VMs</a:t>
            </a:r>
          </a:p>
          <a:p>
            <a:pPr marL="171450" indent="-171450">
              <a:buFont typeface="Arial" panose="020B0604020202020204" pitchFamily="34" charset="0"/>
              <a:buChar char="•"/>
            </a:pPr>
            <a:r>
              <a:rPr lang="en-US" b="0" dirty="0"/>
              <a:t>Prior to VCF 9.1, the ability to create and consume linked clones for persistent volumes (PVs) was not possible.  Full clones are too storage intensive an inefficient for most scenarios.  </a:t>
            </a:r>
          </a:p>
          <a:p>
            <a:pPr marL="171450" indent="-171450">
              <a:buFont typeface="Arial" panose="020B0604020202020204" pitchFamily="34" charset="0"/>
              <a:buChar char="•"/>
            </a:pPr>
            <a:r>
              <a:rPr lang="en-US" b="0" dirty="0"/>
              <a:t>VCF 9.1 introduces the ability to create and consume linked clones with a first-class disk (FCD).  This will dramatically lower time for provisioning, and improve flexibility in operations.</a:t>
            </a:r>
          </a:p>
          <a:p>
            <a:pPr marL="0" indent="0">
              <a:buFont typeface="Arial" panose="020B0604020202020204" pitchFamily="34" charset="0"/>
              <a:buNone/>
            </a:pPr>
            <a:r>
              <a:rPr lang="en-US" u="sng" dirty="0">
                <a:solidFill>
                  <a:schemeClr val="tx2"/>
                </a:solidFill>
                <a:latin typeface="Arial" panose="020B0604020202020204" pitchFamily="34" charset="0"/>
              </a:rPr>
              <a:t>Read Write Many (RWX) persistent volume (PVs) support to VM Service VMs</a:t>
            </a:r>
          </a:p>
          <a:p>
            <a:pPr marL="171450" indent="-171450">
              <a:buFont typeface="Arial" panose="020B0604020202020204" pitchFamily="34" charset="0"/>
              <a:buChar char="•"/>
            </a:pPr>
            <a:r>
              <a:rPr lang="en-US" b="0" dirty="0"/>
              <a:t>Prior to VCF 9.1, while file-based Read Write Many (RWX) could be used in some circumstances, they were not available for workloads, such as vSphere Pods and VM Service VMs in the supervisor namespace, where only block-based Read Write Once (RWO) volumes could be used.</a:t>
            </a:r>
          </a:p>
          <a:p>
            <a:pPr marL="171450" indent="-171450">
              <a:buFont typeface="Arial" panose="020B0604020202020204" pitchFamily="34" charset="0"/>
              <a:buChar char="•"/>
            </a:pPr>
            <a:r>
              <a:rPr lang="en-US" b="0" dirty="0"/>
              <a:t>VCF 9.1 closes this gap.  VM Service VMs can now mount and consume RWX volumes.</a:t>
            </a:r>
          </a:p>
          <a:p>
            <a:pPr marL="0" indent="0">
              <a:buFont typeface="Arial" panose="020B0604020202020204" pitchFamily="34" charset="0"/>
              <a:buNone/>
            </a:pPr>
            <a:r>
              <a:rPr lang="en-US" b="0" u="sng" dirty="0"/>
              <a:t>Snapshot support for VM Service VMs</a:t>
            </a:r>
          </a:p>
          <a:p>
            <a:pPr marL="171450" indent="-171450">
              <a:buFont typeface="Arial" panose="020B0604020202020204" pitchFamily="34" charset="0"/>
              <a:buChar char="•"/>
            </a:pPr>
            <a:r>
              <a:rPr lang="en-US" b="0" dirty="0"/>
              <a:t>Prior to VCF 9.1, VM Service VMs were unable to take advantage of simple VM snapshot recovery operations like other VMs.</a:t>
            </a:r>
          </a:p>
          <a:p>
            <a:pPr marL="171450" indent="-171450">
              <a:buFont typeface="Arial" panose="020B0604020202020204" pitchFamily="34" charset="0"/>
              <a:buChar char="•"/>
            </a:pPr>
            <a:r>
              <a:rPr lang="en-US" b="0" dirty="0"/>
              <a:t>VCF 9.1 introduces the ability to snapshot VM service VMs in a way that is consistent with other workloads.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u="sng" dirty="0">
                <a:solidFill>
                  <a:schemeClr val="tx2"/>
                </a:solidFill>
                <a:latin typeface="Arial" panose="020B0604020202020204" pitchFamily="34" charset="0"/>
              </a:rPr>
              <a:t>Customized K8s compliant naming for storage policies</a:t>
            </a:r>
          </a:p>
          <a:p>
            <a:pPr marL="171450" indent="-171450">
              <a:buFont typeface="Arial" panose="020B0604020202020204" pitchFamily="34" charset="0"/>
              <a:buChar char="•"/>
            </a:pPr>
            <a:r>
              <a:rPr lang="en-US" b="0" dirty="0"/>
              <a:t>Prior to VCF 9.1, storage policy to </a:t>
            </a:r>
            <a:r>
              <a:rPr lang="en-US" b="0" dirty="0" err="1"/>
              <a:t>storageclass</a:t>
            </a:r>
            <a:r>
              <a:rPr lang="en-US" b="0" dirty="0"/>
              <a:t> mapping suffered due to specific restrictions in k8s compliant naming.  </a:t>
            </a:r>
          </a:p>
          <a:p>
            <a:pPr marL="171450" indent="-171450">
              <a:buFont typeface="Arial" panose="020B0604020202020204" pitchFamily="34" charset="0"/>
              <a:buChar char="•"/>
            </a:pPr>
            <a:r>
              <a:rPr lang="en-US" b="0" dirty="0"/>
              <a:t>VCF 9.1 improves this by allowing an administrator to specific a customized K8s compliant name for a storage policy when the policy is created.  </a:t>
            </a:r>
          </a:p>
          <a:p>
            <a:pPr marL="0" indent="0">
              <a:buFont typeface="Arial" panose="020B0604020202020204" pitchFamily="34" charset="0"/>
              <a:buNone/>
            </a:pPr>
            <a:r>
              <a:rPr lang="en-US" b="0" u="sng" dirty="0"/>
              <a:t>Multi-tenant disaster recovery for VM Service VMs</a:t>
            </a:r>
          </a:p>
          <a:p>
            <a:pPr marL="171450" indent="-171450">
              <a:buFont typeface="Arial" panose="020B0604020202020204" pitchFamily="34" charset="0"/>
              <a:buChar char="•"/>
            </a:pPr>
            <a:r>
              <a:rPr lang="en-US" b="0" dirty="0"/>
              <a:t>Prior to VCF 9.1, VM service VMs had limited options for protection for the purpose of DR.  This leaves a gap in multi-tenant disaster recovery (MTDR) scenarios.</a:t>
            </a:r>
          </a:p>
          <a:p>
            <a:pPr marL="171450" indent="-171450">
              <a:buFont typeface="Arial" panose="020B0604020202020204" pitchFamily="34" charset="0"/>
              <a:buChar char="•"/>
            </a:pPr>
            <a:r>
              <a:rPr lang="en-US" b="0" dirty="0"/>
              <a:t>VCF 9.1 includes the foundation for MTDR scenarios.  It will give the provider admin and/or the tenant admin the ability to protect VM service VMs, or supervisor-based VMs for cloud-to-cloud (VCF to VCF) protection.</a:t>
            </a:r>
          </a:p>
          <a:p>
            <a:pPr marL="0" indent="0">
              <a:buFont typeface="Arial" panose="020B0604020202020204" pitchFamily="34" charset="0"/>
              <a:buNone/>
            </a:pPr>
            <a:endParaRPr lang="en-US" b="0" dirty="0"/>
          </a:p>
          <a:p>
            <a:pPr marL="0" indent="0">
              <a:buFont typeface="Arial" panose="020B0604020202020204" pitchFamily="34" charset="0"/>
              <a:buNone/>
            </a:pPr>
            <a:r>
              <a:rPr lang="en-US" b="1" u="sng" dirty="0"/>
              <a:t>Limitations</a:t>
            </a:r>
          </a:p>
          <a:p>
            <a:pPr marL="171450" indent="-171450">
              <a:buFont typeface="Arial" panose="020B0604020202020204" pitchFamily="34" charset="0"/>
              <a:buChar char="•"/>
            </a:pPr>
            <a:r>
              <a:rPr lang="en-US" b="0" u="none" dirty="0"/>
              <a:t>TBD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u="sng" dirty="0"/>
              <a:t>Positioning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Feature value in one sentence.</a:t>
            </a:r>
            <a:r>
              <a:rPr lang="en-US" b="0" dirty="0"/>
              <a:t>  Higher limits and more flexibility for cloud native workloads translates to better value for VCF customers.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u="none" dirty="0"/>
              <a:t>Common Use Cases.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TBD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baseline="0" dirty="0">
                <a:solidFill>
                  <a:schemeClr val="tx1"/>
                </a:solidFill>
                <a:ea typeface="+mn-ea"/>
                <a:cs typeface="+mn-cs"/>
              </a:rPr>
              <a:t>----------------------------------</a:t>
            </a:r>
          </a:p>
          <a:p>
            <a:r>
              <a:rPr lang="en-US" sz="1200" b="1" kern="1200" baseline="0" dirty="0">
                <a:solidFill>
                  <a:schemeClr val="tx1"/>
                </a:solidFill>
                <a:ea typeface="+mn-ea"/>
                <a:cs typeface="+mn-cs"/>
              </a:rPr>
              <a:t>Additional Information:</a:t>
            </a:r>
          </a:p>
          <a:p>
            <a:endParaRPr lang="en-US" dirty="0"/>
          </a:p>
        </p:txBody>
      </p:sp>
      <p:sp>
        <p:nvSpPr>
          <p:cNvPr id="4" name="Slide Number Placeholder 3">
            <a:extLst>
              <a:ext uri="{FF2B5EF4-FFF2-40B4-BE49-F238E27FC236}">
                <a16:creationId xmlns:a16="http://schemas.microsoft.com/office/drawing/2014/main" id="{42DD11C4-9714-06A8-06D3-65E67EF6C92A}"/>
              </a:ext>
            </a:extLst>
          </p:cNvPr>
          <p:cNvSpPr>
            <a:spLocks noGrp="1"/>
          </p:cNvSpPr>
          <p:nvPr>
            <p:ph type="sldNum" sz="quarter" idx="5"/>
          </p:nvPr>
        </p:nvSpPr>
        <p:spPr/>
        <p:txBody>
          <a:bodyPr/>
          <a:lstStyle/>
          <a:p>
            <a:fld id="{9F4FBC3A-A12C-40F9-BB8D-BC30C7901396}" type="slidenum">
              <a:rPr lang="en-US" smtClean="0"/>
              <a:pPr/>
              <a:t>13</a:t>
            </a:fld>
            <a:endParaRPr lang="en-US" dirty="0"/>
          </a:p>
        </p:txBody>
      </p:sp>
    </p:spTree>
    <p:extLst>
      <p:ext uri="{BB962C8B-B14F-4D97-AF65-F5344CB8AC3E}">
        <p14:creationId xmlns:p14="http://schemas.microsoft.com/office/powerpoint/2010/main" val="13920680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46DBC-3DAD-B951-10A1-61657F76C9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3C857-E1F1-1BEF-53AE-30C200C4EE1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D25B973-8081-4588-CB9B-9C64B954BC92}"/>
              </a:ext>
            </a:extLst>
          </p:cNvPr>
          <p:cNvSpPr>
            <a:spLocks noGrp="1"/>
          </p:cNvSpPr>
          <p:nvPr>
            <p:ph type="body" idx="1"/>
          </p:nvPr>
        </p:nvSpPr>
        <p:spPr/>
        <p:txBody>
          <a:bodyPr>
            <a:normAutofit fontScale="47500" lnSpcReduction="20000"/>
          </a:bodyPr>
          <a:lstStyle/>
          <a:p>
            <a:r>
              <a:rPr lang="en-US" sz="1200" b="1" dirty="0"/>
              <a:t>Key Message/Talk track:</a:t>
            </a:r>
          </a:p>
          <a:p>
            <a:r>
              <a:rPr lang="en-US" sz="1200" b="0" dirty="0"/>
              <a:t>File Services has also improved in vSAN for VCF 9.1.  This release focuses on improving metadata operations.  What this means for you is that common interactions with SMB file shares and NFS mounted drives such as directory listings, as well as opening and closing files becomes much faster.  Some of these types of operations will be up to twice as fast with SMB shares, and up to 7 times faster with NFS exports.  </a:t>
            </a:r>
            <a:r>
              <a:rPr lang="en-US" sz="1200" b="1" dirty="0"/>
              <a:t>Best of all, these improvements to vSAN File Services do not require any user intervention or changes beyond the upgrade.  </a:t>
            </a:r>
          </a:p>
          <a:p>
            <a:r>
              <a:rPr lang="en-US" sz="1200" dirty="0"/>
              <a:t>----------------------------------</a:t>
            </a:r>
          </a:p>
          <a:p>
            <a:r>
              <a:rPr lang="en-US" sz="1200" b="1" dirty="0"/>
              <a:t>Overview:</a:t>
            </a:r>
          </a:p>
          <a:p>
            <a:pPr marL="171450" indent="-171450">
              <a:buFont typeface="Arial" panose="020B0604020202020204" pitchFamily="34" charset="0"/>
              <a:buChar char="•"/>
            </a:pPr>
            <a:r>
              <a:rPr lang="en-US" b="1" dirty="0"/>
              <a:t>Optimized metadata operations </a:t>
            </a:r>
            <a:r>
              <a:rPr lang="en-US" dirty="0"/>
              <a:t>improve interaction with data including:</a:t>
            </a:r>
          </a:p>
          <a:p>
            <a:pPr marL="628650" lvl="1" indent="-171450">
              <a:buFont typeface="Arial" panose="020B0604020202020204" pitchFamily="34" charset="0"/>
              <a:buChar char="•"/>
            </a:pPr>
            <a:r>
              <a:rPr lang="en-US" dirty="0"/>
              <a:t>Creating/removing large numbers of directories</a:t>
            </a:r>
          </a:p>
          <a:p>
            <a:pPr marL="628650" lvl="1" indent="-171450">
              <a:buFont typeface="Arial" panose="020B0604020202020204" pitchFamily="34" charset="0"/>
              <a:buChar char="•"/>
            </a:pPr>
            <a:r>
              <a:rPr lang="en-US" dirty="0"/>
              <a:t>Performing large directory listings</a:t>
            </a:r>
          </a:p>
          <a:p>
            <a:pPr marL="628650" lvl="1" indent="-171450">
              <a:buFont typeface="Arial" panose="020B0604020202020204" pitchFamily="34" charset="0"/>
              <a:buChar char="•"/>
            </a:pPr>
            <a:r>
              <a:rPr lang="en-US" dirty="0"/>
              <a:t>Opening and closing files</a:t>
            </a:r>
          </a:p>
          <a:p>
            <a:pPr marL="628650" lvl="1" indent="-171450">
              <a:buFont typeface="Arial" panose="020B0604020202020204" pitchFamily="34" charset="0"/>
              <a:buChar char="•"/>
            </a:pPr>
            <a:r>
              <a:rPr lang="en-US" dirty="0"/>
              <a:t>Etc.</a:t>
            </a:r>
          </a:p>
          <a:p>
            <a:pPr marL="171450" indent="-171450">
              <a:buFont typeface="Arial" panose="020B0604020202020204" pitchFamily="34" charset="0"/>
              <a:buChar char="•"/>
            </a:pPr>
            <a:r>
              <a:rPr lang="en-US" dirty="0"/>
              <a:t>Up to</a:t>
            </a:r>
            <a:r>
              <a:rPr lang="en-US" b="1" dirty="0"/>
              <a:t> 2x improved </a:t>
            </a:r>
            <a:r>
              <a:rPr lang="en-US" dirty="0"/>
              <a:t>performance for SMB shares</a:t>
            </a:r>
          </a:p>
          <a:p>
            <a:pPr marL="171450" indent="-171450">
              <a:buFont typeface="Arial" panose="020B0604020202020204" pitchFamily="34" charset="0"/>
              <a:buChar char="•"/>
            </a:pPr>
            <a:r>
              <a:rPr lang="en-US" dirty="0"/>
              <a:t>Up to </a:t>
            </a:r>
            <a:r>
              <a:rPr lang="en-US" b="1" dirty="0"/>
              <a:t>7x improved </a:t>
            </a:r>
            <a:r>
              <a:rPr lang="en-US" dirty="0"/>
              <a:t>performance for NFS mounted drives</a:t>
            </a:r>
          </a:p>
          <a:p>
            <a:pPr marL="171450" indent="-171450">
              <a:buFont typeface="Arial" panose="020B0604020202020204" pitchFamily="34" charset="0"/>
              <a:buChar char="•"/>
            </a:pPr>
            <a:r>
              <a:rPr lang="en-US" dirty="0"/>
              <a:t>No administrator configuration changes needed</a:t>
            </a:r>
          </a:p>
          <a:p>
            <a:pPr marL="0" indent="0">
              <a:spcBef>
                <a:spcPts val="1779"/>
              </a:spcBef>
              <a:buFont typeface="Arial" panose="020B0604020202020204" pitchFamily="34" charset="0"/>
              <a:buNone/>
            </a:pPr>
            <a:r>
              <a:rPr lang="en-US" dirty="0"/>
              <a:t>----------------------------------</a:t>
            </a:r>
          </a:p>
          <a:p>
            <a:r>
              <a:rPr lang="en-US" b="1" dirty="0"/>
              <a:t>Details:</a:t>
            </a:r>
          </a:p>
          <a:p>
            <a:pPr marL="171450" indent="-171450">
              <a:buFont typeface="Arial" panose="020B0604020202020204" pitchFamily="34" charset="0"/>
              <a:buChar char="•"/>
            </a:pPr>
            <a:r>
              <a:rPr lang="en-US" b="0" dirty="0"/>
              <a:t>vSAN File Services is a cluster-based data service using vSAN’s storage system to provide file service capabilities in the form of SMB shares and NFS exports.  This has provided the ability for customers to provide file services while taking advantage of vSAN’s flexibility.   While customers have seen performance improvements with vSAN File Services because of the transition over to ESA powered clusters, the speed of ESA allowed for additional opportunities to identify and address performance bottlenecks specific to file services. </a:t>
            </a:r>
          </a:p>
          <a:p>
            <a:pPr marL="171450" indent="-171450">
              <a:buFont typeface="Arial" panose="020B0604020202020204" pitchFamily="34" charset="0"/>
              <a:buChar char="•"/>
            </a:pPr>
            <a:r>
              <a:rPr lang="en-US" b="0" dirty="0"/>
              <a:t>vSAN in VCF 9.1 achieves new levels of improvements for both SMB and NFS based communication.  This is mostly achieved through enhanced metadata management.  These “behind the scenes” improvements result in faster performance for both SMB and NFS connectivity.  These improvements do not require any user intervention or configuration changes.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Historically, vSAN File Services has used t</a:t>
            </a:r>
            <a:r>
              <a:rPr lang="en-US" sz="1200" b="0" dirty="0"/>
              <a:t>he 9p protocol (obfuscated from public material) to transmit the data between the protocol services layer (that provides NFS or SMB connections to the clients) and vSAN’s hypervisor-native virtual distributed file system, called VDFS.  It passes I/O commands efficiently through the stack by reducing hops in the stack and minimizes queuing of I/O.  This allows us to have this lightweight presentation layer of containers that pass commands to our POSIX-like VDFS without incurring extra overhead.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t>While technically very efficient in its abilities to pass data without additional queuing, 9p can be very chatty.  This can be particularly noticeable with SMB operations like creating or removing a large number of directories or files, or simply doing a large directory listing.  Both may perform noticeably slow.  This is most noticeable with SMB because a Samba clients tends to make a lot of system calls.  In this latest version, a new protocol was developed that is far superior to 9p and will be used for both file and S3-compatibile object communication</a:t>
            </a:r>
            <a:r>
              <a:rPr lang="en-US" sz="1200" b="1" dirty="0"/>
              <a:t>.  Internally it has been called “10p” but this is a proprietary implementation and should </a:t>
            </a:r>
            <a:r>
              <a:rPr lang="en-US" sz="1200" b="1" u="sng" dirty="0"/>
              <a:t>not</a:t>
            </a:r>
            <a:r>
              <a:rPr lang="en-US" sz="1200" b="1" dirty="0"/>
              <a:t> be publicly referenced</a:t>
            </a:r>
            <a:r>
              <a:rPr lang="en-US" sz="1200" b="0" dirty="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t>Our new implementation helps improve the performance of these metadata operations such as: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t>Creating or removing large numbers of directories,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t>Performing large directory listings, deleting files.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t>Opening and closing files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t>Tar/zip files (that comprises of large numbers of files read)</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t>Concatenating large numbers of files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t>This new optimized protocol resides in user space, whereas 9p had some parts in kernel space and other parts in user space.  This offers several architectural advantages for our Engineering team, but did require some modification in how we interface with our file system layer.  The result is a more portable relationship between layers, as opposed to direct kernel level interfaces.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t>Data payload operations will remain similar to the previous implementation, but it is these metadata operations that will have the most significant benefit in “perceived improvement.”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t>The update to vSAN File Services in VCF 9.1 allows the older 9p and the new protocol to coexist.  9p is still used for some operations.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t>NFS services also use this new protocol, and have also improved metadata operations substantially.  This will translate into higher effective performance especially related to interaction of NFS mounted exports.  (Directory listings, etc. as shown above.)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t>What matters most is the outcome, which comes in the form of performance improvements.  These performance improvements will be realized most in general interaction (e.g. time taken to perform) with NFS mounts and SMB shares for activities noted above, and not necessarily payload throughput.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t>SMB:  Up to 2x performance improvement in metadata operations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t>NFS:  Up to 7x performance improvement in metadata operations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t>For existing SMB shares, vSAN File Services will use the optimized approach after all relevant components have been upgraded.  This includes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t>vCenter Server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t>ESX hosts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t>File Services VMs (FSVMs) that instantiate the containers for protocol access. </a:t>
            </a:r>
            <a:endParaRPr lang="en-US" b="0" dirty="0"/>
          </a:p>
          <a:p>
            <a:pPr marL="0" indent="0">
              <a:buFont typeface="Arial" panose="020B0604020202020204" pitchFamily="34" charset="0"/>
              <a:buNone/>
            </a:pPr>
            <a:r>
              <a:rPr lang="en-US" b="1" u="sng" dirty="0"/>
              <a:t>Limitations</a:t>
            </a:r>
          </a:p>
          <a:p>
            <a:pPr marL="171450" indent="-171450">
              <a:buFont typeface="Arial" panose="020B0604020202020204" pitchFamily="34" charset="0"/>
              <a:buChar char="•"/>
            </a:pPr>
            <a:r>
              <a:rPr lang="en-US" b="0" u="none" dirty="0"/>
              <a:t>While this enhancement will provide substantial improvements in metadata operations, payload throughput capabilities will remain similar to previous versions.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u="sng" dirty="0"/>
              <a:t>Positioning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Feature value in one sentence.</a:t>
            </a:r>
            <a:r>
              <a:rPr lang="en-US" b="0" dirty="0"/>
              <a:t>  With all new levels of performance, vSAN File Services may very well be the right fit for you in your needs in sharing data using NFS or SMB.</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While we take advantage of capabilities like “zero copy” via the 9p protocol and our new proprietary protocol, this is just one of the many capabilities that the protocol provides.  Technical marketing material will deemphasize the specific details of the protocol itself, and focusing more on the effective result.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u="none" dirty="0"/>
              <a:t>Common Use Cases.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TBD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baseline="0" dirty="0">
                <a:solidFill>
                  <a:schemeClr val="tx1"/>
                </a:solidFill>
                <a:ea typeface="+mn-ea"/>
                <a:cs typeface="+mn-cs"/>
              </a:rPr>
              <a:t>----------------------------------</a:t>
            </a:r>
          </a:p>
          <a:p>
            <a:r>
              <a:rPr lang="en-US" sz="1200" b="1" kern="1200" baseline="0" dirty="0">
                <a:solidFill>
                  <a:schemeClr val="tx1"/>
                </a:solidFill>
                <a:ea typeface="+mn-ea"/>
                <a:cs typeface="+mn-cs"/>
              </a:rPr>
              <a:t>Additional Information:</a:t>
            </a:r>
          </a:p>
          <a:p>
            <a:pPr marL="171450" indent="-171450">
              <a:buFont typeface="Arial" panose="020B0604020202020204" pitchFamily="34" charset="0"/>
              <a:buChar char="•"/>
            </a:pPr>
            <a:r>
              <a:rPr lang="en-US" sz="1200" b="0" kern="1200" baseline="0" dirty="0">
                <a:solidFill>
                  <a:schemeClr val="tx1"/>
                </a:solidFill>
                <a:ea typeface="+mn-ea"/>
                <a:cs typeface="+mn-cs"/>
              </a:rPr>
              <a:t>vSAN File Services:  https://</a:t>
            </a:r>
            <a:r>
              <a:rPr lang="en-US" sz="1200" b="0" kern="1200" baseline="0" dirty="0" err="1">
                <a:solidFill>
                  <a:schemeClr val="tx1"/>
                </a:solidFill>
                <a:ea typeface="+mn-ea"/>
                <a:cs typeface="+mn-cs"/>
              </a:rPr>
              <a:t>www.vmware.com</a:t>
            </a:r>
            <a:r>
              <a:rPr lang="en-US" sz="1200" b="0" kern="1200" baseline="0" dirty="0">
                <a:solidFill>
                  <a:schemeClr val="tx1"/>
                </a:solidFill>
                <a:ea typeface="+mn-ea"/>
                <a:cs typeface="+mn-cs"/>
              </a:rPr>
              <a:t>/docs/</a:t>
            </a:r>
            <a:r>
              <a:rPr lang="en-US" sz="1200" b="0" kern="1200" baseline="0" dirty="0" err="1">
                <a:solidFill>
                  <a:schemeClr val="tx1"/>
                </a:solidFill>
                <a:ea typeface="+mn-ea"/>
                <a:cs typeface="+mn-cs"/>
              </a:rPr>
              <a:t>vmw</a:t>
            </a:r>
            <a:r>
              <a:rPr lang="en-US" sz="1200" b="0" kern="1200" baseline="0" dirty="0">
                <a:solidFill>
                  <a:schemeClr val="tx1"/>
                </a:solidFill>
                <a:ea typeface="+mn-ea"/>
                <a:cs typeface="+mn-cs"/>
              </a:rPr>
              <a:t>-</a:t>
            </a:r>
            <a:r>
              <a:rPr lang="en-US" sz="1200" b="0" kern="1200" baseline="0" dirty="0" err="1">
                <a:solidFill>
                  <a:schemeClr val="tx1"/>
                </a:solidFill>
                <a:ea typeface="+mn-ea"/>
                <a:cs typeface="+mn-cs"/>
              </a:rPr>
              <a:t>vsan</a:t>
            </a:r>
            <a:r>
              <a:rPr lang="en-US" sz="1200" b="0" kern="1200" baseline="0" dirty="0">
                <a:solidFill>
                  <a:schemeClr val="tx1"/>
                </a:solidFill>
                <a:ea typeface="+mn-ea"/>
                <a:cs typeface="+mn-cs"/>
              </a:rPr>
              <a:t>-file-services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endParaRPr lang="en-US" sz="1200" b="0" kern="1200" baseline="0" dirty="0">
              <a:solidFill>
                <a:schemeClr val="tx1"/>
              </a:solidFill>
              <a:ea typeface="+mn-ea"/>
              <a:cs typeface="+mn-cs"/>
            </a:endParaRPr>
          </a:p>
        </p:txBody>
      </p:sp>
      <p:sp>
        <p:nvSpPr>
          <p:cNvPr id="4" name="Slide Number Placeholder 3">
            <a:extLst>
              <a:ext uri="{FF2B5EF4-FFF2-40B4-BE49-F238E27FC236}">
                <a16:creationId xmlns:a16="http://schemas.microsoft.com/office/drawing/2014/main" id="{B49A8325-FAB8-AD0B-C85E-30688107FFBD}"/>
              </a:ext>
            </a:extLst>
          </p:cNvPr>
          <p:cNvSpPr>
            <a:spLocks noGrp="1"/>
          </p:cNvSpPr>
          <p:nvPr>
            <p:ph type="sldNum" sz="quarter" idx="5"/>
          </p:nvPr>
        </p:nvSpPr>
        <p:spPr/>
        <p:txBody>
          <a:bodyPr/>
          <a:lstStyle/>
          <a:p>
            <a:fld id="{9F4FBC3A-A12C-40F9-BB8D-BC30C7901396}" type="slidenum">
              <a:rPr lang="en-US" smtClean="0"/>
              <a:pPr/>
              <a:t>14</a:t>
            </a:fld>
            <a:endParaRPr lang="en-US" dirty="0"/>
          </a:p>
        </p:txBody>
      </p:sp>
    </p:spTree>
    <p:extLst>
      <p:ext uri="{BB962C8B-B14F-4D97-AF65-F5344CB8AC3E}">
        <p14:creationId xmlns:p14="http://schemas.microsoft.com/office/powerpoint/2010/main" val="39039990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03976" rtl="0" eaLnBrk="1" fontAlgn="auto" latinLnBrk="0" hangingPunct="1">
              <a:lnSpc>
                <a:spcPct val="100000"/>
              </a:lnSpc>
              <a:spcBef>
                <a:spcPts val="0"/>
              </a:spcBef>
              <a:spcAft>
                <a:spcPts val="0"/>
              </a:spcAft>
              <a:buClrTx/>
              <a:buSzTx/>
              <a:buFontTx/>
              <a:buNone/>
              <a:tabLst/>
              <a:defRPr/>
            </a:pPr>
            <a:r>
              <a:rPr lang="en-US" sz="1200" b="1" dirty="0"/>
              <a:t>Key Message/Talk track:</a:t>
            </a:r>
          </a:p>
          <a:p>
            <a:pPr defTabSz="903976">
              <a:defRPr/>
            </a:pPr>
            <a:r>
              <a:rPr lang="en-US" dirty="0"/>
              <a:t>Secure and resilient storage is a key characteristic of vSAN.  Let's see how vSAN in VCF 9.1 improves this even further.</a:t>
            </a:r>
          </a:p>
        </p:txBody>
      </p:sp>
      <p:sp>
        <p:nvSpPr>
          <p:cNvPr id="4" name="Slide Number Placeholder 3"/>
          <p:cNvSpPr>
            <a:spLocks noGrp="1"/>
          </p:cNvSpPr>
          <p:nvPr>
            <p:ph type="sldNum" sz="quarter" idx="5"/>
          </p:nvPr>
        </p:nvSpPr>
        <p:spPr/>
        <p:txBody>
          <a:bodyPr/>
          <a:lstStyle/>
          <a:p>
            <a:fld id="{9F4FBC3A-A12C-40F9-BB8D-BC30C7901396}" type="slidenum">
              <a:rPr lang="en-US" smtClean="0"/>
              <a:pPr/>
              <a:t>15</a:t>
            </a:fld>
            <a:endParaRPr lang="en-US" dirty="0"/>
          </a:p>
        </p:txBody>
      </p:sp>
    </p:spTree>
    <p:extLst>
      <p:ext uri="{BB962C8B-B14F-4D97-AF65-F5344CB8AC3E}">
        <p14:creationId xmlns:p14="http://schemas.microsoft.com/office/powerpoint/2010/main" val="6274651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CBC02-1BA1-7B17-B0F8-1A5DE9A1FD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E31448-F579-D745-2278-2743D571719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097581A-88CB-AC73-13E9-6FC5B6BF95C7}"/>
              </a:ext>
            </a:extLst>
          </p:cNvPr>
          <p:cNvSpPr>
            <a:spLocks noGrp="1"/>
          </p:cNvSpPr>
          <p:nvPr>
            <p:ph type="body" idx="1"/>
          </p:nvPr>
        </p:nvSpPr>
        <p:spPr/>
        <p:txBody>
          <a:bodyPr>
            <a:normAutofit fontScale="47500" lnSpcReduction="20000"/>
          </a:bodyPr>
          <a:lstStyle/>
          <a:p>
            <a:r>
              <a:rPr lang="en-US" sz="1200" b="1" dirty="0"/>
              <a:t>Key Message/Talk track:</a:t>
            </a:r>
          </a:p>
          <a:p>
            <a:r>
              <a:rPr lang="en-US" sz="1200" b="0" dirty="0"/>
              <a:t>The built-in, software-based encryption capabilities of vSAN in VCF have always been a strength of vSAN.  With vSAN for VCF 9.1, we’ve extended this capability to ensure that disaggregated topologies in VCF such as vSAN storage clusters can provide full, end-to-end encryption.  With vSAN in VCF 9.1, administrators can easily provide in-flight encryption between the vSphere clusters mounting the datastore and the storage cluster by clicking a single checkbox.  The storage cluster itself can use a vSAN Data-at-Rest Encryption, Data-In-Transit Encryption, or both.</a:t>
            </a:r>
          </a:p>
          <a:p>
            <a:r>
              <a:rPr lang="en-US" sz="1200" dirty="0"/>
              <a:t>----------------------------------</a:t>
            </a:r>
          </a:p>
          <a:p>
            <a:r>
              <a:rPr lang="en-US" sz="1200" b="1" dirty="0"/>
              <a:t>Overview:</a:t>
            </a:r>
          </a:p>
          <a:p>
            <a:pPr marL="171450" indent="-171450">
              <a:buFont typeface="Arial" panose="020B0604020202020204" pitchFamily="34" charset="0"/>
              <a:buChar char="•"/>
            </a:pPr>
            <a:r>
              <a:rPr lang="en-US" dirty="0"/>
              <a:t>Easily provide </a:t>
            </a:r>
            <a:r>
              <a:rPr lang="en-US" b="1" dirty="0"/>
              <a:t>end-to-end encryption</a:t>
            </a:r>
            <a:r>
              <a:rPr lang="en-US" dirty="0"/>
              <a:t> of vSAN storage across disaggregated topologies</a:t>
            </a:r>
          </a:p>
          <a:p>
            <a:pPr marL="171450" indent="-171450">
              <a:buFont typeface="Arial" panose="020B0604020202020204" pitchFamily="34" charset="0"/>
              <a:buChar char="•"/>
            </a:pPr>
            <a:r>
              <a:rPr lang="en-US" dirty="0"/>
              <a:t>Supported with</a:t>
            </a:r>
          </a:p>
          <a:p>
            <a:pPr marL="628650" lvl="1" indent="-171450">
              <a:buFont typeface="Arial" panose="020B0604020202020204" pitchFamily="34" charset="0"/>
              <a:buChar char="•"/>
            </a:pPr>
            <a:r>
              <a:rPr lang="en-US" dirty="0"/>
              <a:t>vSAN storage clusters</a:t>
            </a:r>
          </a:p>
          <a:p>
            <a:pPr marL="628650" lvl="1" indent="-171450">
              <a:buFont typeface="Arial" panose="020B0604020202020204" pitchFamily="34" charset="0"/>
              <a:buChar char="•"/>
            </a:pPr>
            <a:r>
              <a:rPr lang="en-US" dirty="0"/>
              <a:t>vSAN HCI clusters</a:t>
            </a:r>
          </a:p>
          <a:p>
            <a:pPr marL="171450" indent="-171450">
              <a:buFont typeface="Arial" panose="020B0604020202020204" pitchFamily="34" charset="0"/>
              <a:buChar char="•"/>
            </a:pPr>
            <a:r>
              <a:rPr lang="en-US" b="1" dirty="0"/>
              <a:t>Encrypts storage traffic </a:t>
            </a:r>
            <a:r>
              <a:rPr lang="en-US" dirty="0"/>
              <a:t>between the clusters that mount the datastore and the server cluster that provides the datastore</a:t>
            </a:r>
          </a:p>
          <a:p>
            <a:pPr marL="171450" indent="-171450">
              <a:buFont typeface="Arial" panose="020B0604020202020204" pitchFamily="34" charset="0"/>
              <a:buChar char="•"/>
            </a:pPr>
            <a:r>
              <a:rPr lang="en-US" dirty="0"/>
              <a:t>Can be </a:t>
            </a:r>
            <a:r>
              <a:rPr lang="en-US" b="1" dirty="0"/>
              <a:t>used in combination </a:t>
            </a:r>
            <a:r>
              <a:rPr lang="en-US" dirty="0"/>
              <a:t>with </a:t>
            </a:r>
            <a:r>
              <a:rPr lang="en-US" b="1" dirty="0"/>
              <a:t>vSAN Data-at-Rest encryption </a:t>
            </a:r>
            <a:r>
              <a:rPr lang="en-US" dirty="0"/>
              <a:t>on the storage cluster</a:t>
            </a:r>
          </a:p>
          <a:p>
            <a:pPr marL="0" indent="0">
              <a:spcBef>
                <a:spcPts val="1779"/>
              </a:spcBef>
              <a:buFont typeface="Arial" panose="020B0604020202020204" pitchFamily="34" charset="0"/>
              <a:buNone/>
            </a:pPr>
            <a:r>
              <a:rPr lang="en-US" dirty="0"/>
              <a:t>----------------------------------</a:t>
            </a:r>
          </a:p>
          <a:p>
            <a:r>
              <a:rPr lang="en-US" b="1" dirty="0"/>
              <a:t>Details:</a:t>
            </a:r>
          </a:p>
          <a:p>
            <a:pPr marL="171450" indent="-171450">
              <a:buFont typeface="Arial" panose="020B0604020202020204" pitchFamily="34" charset="0"/>
              <a:buChar char="•"/>
            </a:pPr>
            <a:r>
              <a:rPr lang="en-US" b="0" dirty="0"/>
              <a:t>vSAN has offered its own encryption capabilities for environments with heightened security requirements.  vSAN Data-at-Rest encryption and vSAN Data-in-Transit encryption are two cluster services that can work independently or together to encrypt data at rest, as well as encrypt data in flight.  Prior to vSAN in VCF 9.1, vSAN storage clusters supported Data-at-Rest encryption, but not Data-in-Transit encryption.  This presented a challenge for customers who wanted to adopt vSAN storage clusters as their centralized shared storage solution, but also required that all storage transmitted and stored must be encrypted.  The previous gap left the storage traffic between the client cluster (the cluster mounting the datastore) and the server cluster (the cluster providing the datastore) unencrypted.</a:t>
            </a:r>
          </a:p>
          <a:p>
            <a:pPr marL="171450" indent="-171450">
              <a:buFont typeface="Arial" panose="020B0604020202020204" pitchFamily="34" charset="0"/>
              <a:buChar char="•"/>
            </a:pPr>
            <a:r>
              <a:rPr lang="en-US" b="0" dirty="0"/>
              <a:t>vSAN in VCF 9.1 provides support for Data-in-Transit encryption for client clusters to a server cluster.  This could apply to scenarios including, but not limited to:</a:t>
            </a:r>
          </a:p>
          <a:p>
            <a:pPr marL="628650" lvl="1" indent="-171450">
              <a:buFont typeface="Arial" panose="020B0604020202020204" pitchFamily="34" charset="0"/>
              <a:buChar char="•"/>
            </a:pPr>
            <a:r>
              <a:rPr lang="en-US" b="0" dirty="0"/>
              <a:t>vSphere cluster (aka “vSAN Compute Cluster”) mounting a datastore to a vSAN storage cluster</a:t>
            </a:r>
          </a:p>
          <a:p>
            <a:pPr marL="628650" lvl="1" indent="-171450">
              <a:buFont typeface="Arial" panose="020B0604020202020204" pitchFamily="34" charset="0"/>
              <a:buChar char="•"/>
            </a:pPr>
            <a:r>
              <a:rPr lang="en-US" b="0" dirty="0"/>
              <a:t>vSphere cluster (aka “vSAN Compute Cluster”) mounting a datastore to a vSAN HCI cluster</a:t>
            </a:r>
          </a:p>
          <a:p>
            <a:pPr marL="628650" lvl="1" indent="-171450">
              <a:buFont typeface="Arial" panose="020B0604020202020204" pitchFamily="34" charset="0"/>
              <a:buChar char="•"/>
            </a:pPr>
            <a:r>
              <a:rPr lang="en-US" b="0" dirty="0"/>
              <a:t>vSAN HCI cluster mounting a datastore to a vSAN storage cluster</a:t>
            </a:r>
          </a:p>
          <a:p>
            <a:pPr marL="628650" lvl="1" indent="-171450">
              <a:buFont typeface="Arial" panose="020B0604020202020204" pitchFamily="34" charset="0"/>
              <a:buChar char="•"/>
            </a:pPr>
            <a:r>
              <a:rPr lang="en-US" b="0" dirty="0"/>
              <a:t>vSAN HCI cluster mounting a datastore to a vSAN HCI cluster.</a:t>
            </a:r>
          </a:p>
          <a:p>
            <a:pPr marL="171450" lvl="0" indent="-171450">
              <a:buFont typeface="Arial" panose="020B0604020202020204" pitchFamily="34" charset="0"/>
              <a:buChar char="•"/>
            </a:pPr>
            <a:r>
              <a:rPr lang="en-US" b="0" dirty="0" err="1"/>
              <a:t>DiT</a:t>
            </a:r>
            <a:r>
              <a:rPr lang="en-US" b="0" dirty="0"/>
              <a:t> encryption for the communication between the client clusters and the server cluster (aka “north/south” traffic) </a:t>
            </a:r>
            <a:r>
              <a:rPr lang="en-US" b="1" dirty="0"/>
              <a:t>can be configured independently</a:t>
            </a:r>
            <a:r>
              <a:rPr lang="en-US" b="0" dirty="0"/>
              <a:t> from </a:t>
            </a:r>
            <a:r>
              <a:rPr lang="en-US" b="0" dirty="0" err="1"/>
              <a:t>DiT</a:t>
            </a:r>
            <a:r>
              <a:rPr lang="en-US" b="0" dirty="0"/>
              <a:t> encryption on the server cluster, where the data-in-transit applies to the communication between the hosts in the server cluster (aka “east/west” traffic).   This offers maximum flexibility.</a:t>
            </a:r>
          </a:p>
          <a:p>
            <a:pPr marL="171450" lvl="0" indent="-171450">
              <a:buFont typeface="Arial" panose="020B0604020202020204" pitchFamily="34" charset="0"/>
              <a:buChar char="•"/>
            </a:pPr>
            <a:r>
              <a:rPr lang="en-US" b="0" dirty="0"/>
              <a:t>Just as with </a:t>
            </a:r>
            <a:r>
              <a:rPr lang="en-US" b="0" dirty="0" err="1"/>
              <a:t>DiT</a:t>
            </a:r>
            <a:r>
              <a:rPr lang="en-US" b="0" dirty="0"/>
              <a:t> encryption within a cluster, key management for </a:t>
            </a:r>
            <a:r>
              <a:rPr lang="en-US" b="0" dirty="0" err="1"/>
              <a:t>DiT</a:t>
            </a:r>
            <a:r>
              <a:rPr lang="en-US" b="0" dirty="0"/>
              <a:t> encryption between the client cluster and the server cluster remains a transparent, hands-off process for the administrator.</a:t>
            </a:r>
          </a:p>
          <a:p>
            <a:pPr marL="171450" lvl="0" indent="-171450">
              <a:buFont typeface="Arial" panose="020B0604020202020204" pitchFamily="34" charset="0"/>
              <a:buChar char="•"/>
            </a:pPr>
            <a:r>
              <a:rPr lang="en-US" b="0" dirty="0"/>
              <a:t>Initiation of key management in a client cluster to server cluster arrangement originates with the client cluster.  Unlike a local </a:t>
            </a:r>
            <a:r>
              <a:rPr lang="en-US" b="0" dirty="0" err="1"/>
              <a:t>DiT</a:t>
            </a:r>
            <a:r>
              <a:rPr lang="en-US" b="0" dirty="0"/>
              <a:t> configuration, there is only one key between two respective nodes</a:t>
            </a:r>
          </a:p>
          <a:p>
            <a:pPr marL="171450" lvl="0" indent="-171450">
              <a:buFont typeface="Arial" panose="020B0604020202020204" pitchFamily="34" charset="0"/>
              <a:buChar char="•"/>
            </a:pPr>
            <a:r>
              <a:rPr lang="en-US" b="0" dirty="0"/>
              <a:t>This feature will work with client clusters managed by one vCenter Server, and the server cluster managed by another vCenter Server.</a:t>
            </a:r>
          </a:p>
          <a:p>
            <a:pPr marL="171450" indent="-171450">
              <a:buFont typeface="Arial" panose="020B0604020202020204" pitchFamily="34" charset="0"/>
              <a:buChar char="•"/>
            </a:pPr>
            <a:r>
              <a:rPr lang="en-US" b="0" dirty="0"/>
              <a:t>The “Mount Remote Datastore” option (from the client cluster wishing to mount the datastore of a server cluster) will have an option to use remote data-in-transit encryption.  This can be enabled at the time that the datastore is mounted, or at a later time.  To edit it at a later time, highlight the desired client cluster, click on </a:t>
            </a:r>
            <a:r>
              <a:rPr lang="en-US" b="1" dirty="0"/>
              <a:t>Configure &gt; vSAN Datastore Management</a:t>
            </a:r>
            <a:r>
              <a:rPr lang="en-US" b="0" dirty="0"/>
              <a:t>, click the desired remote datastore, and click on </a:t>
            </a:r>
            <a:r>
              <a:rPr lang="en-US" b="1" dirty="0"/>
              <a:t>Edit</a:t>
            </a:r>
            <a:r>
              <a:rPr lang="en-US" b="0" dirty="0"/>
              <a:t>.</a:t>
            </a:r>
          </a:p>
          <a:p>
            <a:pPr marL="171450" indent="-171450">
              <a:buFont typeface="Arial" panose="020B0604020202020204" pitchFamily="34" charset="0"/>
              <a:buChar char="•"/>
            </a:pPr>
            <a:r>
              <a:rPr lang="en-US" b="0" dirty="0"/>
              <a:t>When </a:t>
            </a:r>
            <a:r>
              <a:rPr lang="en-US" b="0" dirty="0" err="1"/>
              <a:t>DiT</a:t>
            </a:r>
            <a:r>
              <a:rPr lang="en-US" b="0" dirty="0"/>
              <a:t> encryption is enabled between the client cluster and the server cluster (either upon initial connection or editing the existing connection), three additional compatibility checks are added to the verification process:</a:t>
            </a:r>
          </a:p>
          <a:p>
            <a:pPr marL="628650" lvl="1" indent="-171450">
              <a:buFont typeface="Arial" panose="020B0604020202020204" pitchFamily="34" charset="0"/>
              <a:buChar char="•"/>
            </a:pPr>
            <a:r>
              <a:rPr lang="en-US" b="0" dirty="0"/>
              <a:t>Remote data-in-transit encryption is supported by client cluster.</a:t>
            </a:r>
          </a:p>
          <a:p>
            <a:pPr marL="628650" lvl="1" indent="-171450">
              <a:buFont typeface="Arial" panose="020B0604020202020204" pitchFamily="34" charset="0"/>
              <a:buChar char="•"/>
            </a:pPr>
            <a:r>
              <a:rPr lang="en-US" b="0" dirty="0"/>
              <a:t>Remote data-in-transit encryption is supported by server cluster.</a:t>
            </a:r>
          </a:p>
          <a:p>
            <a:pPr marL="628650" lvl="1" indent="-171450">
              <a:buFont typeface="Arial" panose="020B0604020202020204" pitchFamily="34" charset="0"/>
              <a:buChar char="•"/>
            </a:pPr>
            <a:r>
              <a:rPr lang="en-US" b="0" dirty="0"/>
              <a:t>Remote data-in-transit encryption rekey interval is valid.</a:t>
            </a:r>
          </a:p>
          <a:p>
            <a:pPr marL="171450" lvl="0" indent="-171450">
              <a:buFont typeface="Arial" panose="020B0604020202020204" pitchFamily="34" charset="0"/>
              <a:buChar char="•"/>
            </a:pPr>
            <a:r>
              <a:rPr lang="en-US" b="0" dirty="0"/>
              <a:t>For customers interested in providing end-to-end encrypted storage to their environment, they could conceivably configure it in one of two ways.</a:t>
            </a:r>
          </a:p>
          <a:p>
            <a:pPr marL="685800" lvl="1" indent="-228600">
              <a:buFont typeface="Arial" panose="020B0604020202020204" pitchFamily="34" charset="0"/>
              <a:buChar char="•"/>
            </a:pPr>
            <a:r>
              <a:rPr lang="en-US" b="1" dirty="0"/>
              <a:t>Option 1:  </a:t>
            </a:r>
            <a:r>
              <a:rPr lang="en-US" b="0" dirty="0"/>
              <a:t>Enable Data-at-Rest encryption &amp; Data-in-Transit encryption on the vSAN storage cluster, and enable Data-in-Transit encryption on the client cluster mounting the datastore.  This will offer end-to-end encryption, and guarantees every packet transmitted within the storage network has its own unique hash.  This may have some impact on storage performance for the backing storage cluster.</a:t>
            </a:r>
          </a:p>
          <a:p>
            <a:pPr marL="685800" lvl="1" indent="-228600">
              <a:buFont typeface="Arial" panose="020B0604020202020204" pitchFamily="34" charset="0"/>
              <a:buChar char="•"/>
            </a:pPr>
            <a:r>
              <a:rPr lang="en-US" b="1" dirty="0"/>
              <a:t>Option 2:  </a:t>
            </a:r>
            <a:r>
              <a:rPr lang="en-US" b="0" dirty="0"/>
              <a:t>Enable only Data-at-Rest encryption on the vSAN storage cluster, and enable Data-in-Transit encryption only on the client cluster mounting the datastore.  This will offer end-to-end encryption.  When ESA encrypts data for Data-at-Rest encryption, it performs encryption high in the stack (DOM), but it will not necessarily use a unique hash for identically replicated traffic (a mirrored write for example).  The data transmitted within the storage cluster would in fact be encrypted, just not at the level to guarantee unique hashes across the network for mirrored writes.  Unless a customer is under the strictest regulatory requirements, this configuration may be good enough, and would eliminate the potential performance penalty on the east-west traffic within the storage cluster.</a:t>
            </a:r>
          </a:p>
          <a:p>
            <a:pPr marL="0" indent="0">
              <a:buFont typeface="Arial" panose="020B0604020202020204" pitchFamily="34" charset="0"/>
              <a:buNone/>
            </a:pPr>
            <a:r>
              <a:rPr lang="en-US" b="1" u="sng" dirty="0"/>
              <a:t>Limitations</a:t>
            </a:r>
          </a:p>
          <a:p>
            <a:pPr marL="171450" indent="-171450">
              <a:buFont typeface="Arial" panose="020B0604020202020204" pitchFamily="34" charset="0"/>
              <a:buChar char="•"/>
            </a:pPr>
            <a:r>
              <a:rPr lang="en-US" b="0" u="none" dirty="0"/>
              <a:t>This feature requires 9.1 on the client cluster and the server cluster</a:t>
            </a:r>
          </a:p>
          <a:p>
            <a:pPr marL="171450" indent="-171450">
              <a:buFont typeface="Arial" panose="020B0604020202020204" pitchFamily="34" charset="0"/>
              <a:buChar char="•"/>
            </a:pPr>
            <a:r>
              <a:rPr lang="en-US" b="0" u="none" dirty="0"/>
              <a:t>This feature requires vCenter Server 9.1</a:t>
            </a:r>
          </a:p>
          <a:p>
            <a:pPr marL="171450" indent="-171450">
              <a:buFont typeface="Arial" panose="020B0604020202020204" pitchFamily="34" charset="0"/>
              <a:buChar char="•"/>
            </a:pPr>
            <a:r>
              <a:rPr lang="en-US" b="0" u="none" dirty="0"/>
              <a:t>Any time </a:t>
            </a:r>
            <a:r>
              <a:rPr lang="en-US" b="0" u="none" dirty="0" err="1"/>
              <a:t>DiT</a:t>
            </a:r>
            <a:r>
              <a:rPr lang="en-US" b="0" u="none" dirty="0"/>
              <a:t> encryption is enabled, it can increase the effective latency as seen by the guest VM.  This is due to the process of encrypting and decrypting the data during the process of transmitting data across a network.</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u="sng" dirty="0"/>
              <a:t>Positioning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Feature value in one sentence.</a:t>
            </a:r>
            <a:r>
              <a:rPr lang="en-US" b="0" dirty="0"/>
              <a:t>  End-to-end data encryption can now be easily achieved for environments using vSAN storage clusters, or vSAN HCI clusters sharing their respective datastores.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u="none" dirty="0"/>
              <a:t>Common Use Cases.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TBD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baseline="0" dirty="0">
                <a:solidFill>
                  <a:schemeClr val="tx1"/>
                </a:solidFill>
                <a:ea typeface="+mn-ea"/>
                <a:cs typeface="+mn-cs"/>
              </a:rPr>
              <a:t>----------------------------------</a:t>
            </a:r>
          </a:p>
          <a:p>
            <a:r>
              <a:rPr lang="en-US" sz="1200" b="1" kern="1200" baseline="0" dirty="0">
                <a:solidFill>
                  <a:schemeClr val="tx1"/>
                </a:solidFill>
                <a:ea typeface="+mn-ea"/>
                <a:cs typeface="+mn-cs"/>
              </a:rPr>
              <a:t>Additional Information:</a:t>
            </a:r>
          </a:p>
          <a:p>
            <a:pPr marL="171450" indent="-171450">
              <a:buFont typeface="Arial" panose="020B0604020202020204" pitchFamily="34" charset="0"/>
              <a:buChar char="•"/>
            </a:pPr>
            <a:r>
              <a:rPr lang="en-US" sz="1200" b="0" kern="1200" baseline="0" dirty="0">
                <a:solidFill>
                  <a:schemeClr val="tx1"/>
                </a:solidFill>
                <a:ea typeface="+mn-ea"/>
                <a:cs typeface="+mn-cs"/>
              </a:rPr>
              <a:t>vSAN Encryption Services:  https://</a:t>
            </a:r>
            <a:r>
              <a:rPr lang="en-US" sz="1200" b="0" kern="1200" baseline="0" dirty="0" err="1">
                <a:solidFill>
                  <a:schemeClr val="tx1"/>
                </a:solidFill>
                <a:ea typeface="+mn-ea"/>
                <a:cs typeface="+mn-cs"/>
              </a:rPr>
              <a:t>www.vmware.com</a:t>
            </a:r>
            <a:r>
              <a:rPr lang="en-US" sz="1200" b="0" kern="1200" baseline="0" dirty="0">
                <a:solidFill>
                  <a:schemeClr val="tx1"/>
                </a:solidFill>
                <a:ea typeface="+mn-ea"/>
                <a:cs typeface="+mn-cs"/>
              </a:rPr>
              <a:t>/docs/</a:t>
            </a:r>
            <a:r>
              <a:rPr lang="en-US" sz="1200" b="0" kern="1200" baseline="0" dirty="0" err="1">
                <a:solidFill>
                  <a:schemeClr val="tx1"/>
                </a:solidFill>
                <a:ea typeface="+mn-ea"/>
                <a:cs typeface="+mn-cs"/>
              </a:rPr>
              <a:t>vmw</a:t>
            </a:r>
            <a:r>
              <a:rPr lang="en-US" sz="1200" b="0" kern="1200" baseline="0" dirty="0">
                <a:solidFill>
                  <a:schemeClr val="tx1"/>
                </a:solidFill>
                <a:ea typeface="+mn-ea"/>
                <a:cs typeface="+mn-cs"/>
              </a:rPr>
              <a:t>-</a:t>
            </a:r>
            <a:r>
              <a:rPr lang="en-US" sz="1200" b="0" kern="1200" baseline="0" dirty="0" err="1">
                <a:solidFill>
                  <a:schemeClr val="tx1"/>
                </a:solidFill>
                <a:ea typeface="+mn-ea"/>
                <a:cs typeface="+mn-cs"/>
              </a:rPr>
              <a:t>vsan</a:t>
            </a:r>
            <a:r>
              <a:rPr lang="en-US" sz="1200" b="0" kern="1200" baseline="0" dirty="0">
                <a:solidFill>
                  <a:schemeClr val="tx1"/>
                </a:solidFill>
                <a:ea typeface="+mn-ea"/>
                <a:cs typeface="+mn-cs"/>
              </a:rPr>
              <a:t>-encryption-services</a:t>
            </a:r>
          </a:p>
          <a:p>
            <a:pPr marL="171450" indent="-171450">
              <a:buFont typeface="Arial" panose="020B0604020202020204" pitchFamily="34" charset="0"/>
              <a:buChar char="•"/>
            </a:pPr>
            <a:r>
              <a:rPr lang="en-US" sz="1200" b="0" kern="1200" baseline="0" dirty="0">
                <a:solidFill>
                  <a:schemeClr val="tx1"/>
                </a:solidFill>
                <a:ea typeface="+mn-ea"/>
                <a:cs typeface="+mn-cs"/>
              </a:rPr>
              <a:t>VCF Security and Compliance Guidelines:  https://</a:t>
            </a:r>
            <a:r>
              <a:rPr lang="en-US" sz="1200" b="0" kern="1200" baseline="0" dirty="0" err="1">
                <a:solidFill>
                  <a:schemeClr val="tx1"/>
                </a:solidFill>
                <a:ea typeface="+mn-ea"/>
                <a:cs typeface="+mn-cs"/>
              </a:rPr>
              <a:t>github.com</a:t>
            </a:r>
            <a:r>
              <a:rPr lang="en-US" sz="1200" b="0" kern="1200" baseline="0" dirty="0">
                <a:solidFill>
                  <a:schemeClr val="tx1"/>
                </a:solidFill>
                <a:ea typeface="+mn-ea"/>
                <a:cs typeface="+mn-cs"/>
              </a:rPr>
              <a:t>/</a:t>
            </a:r>
            <a:r>
              <a:rPr lang="en-US" sz="1200" b="0" kern="1200" baseline="0" dirty="0" err="1">
                <a:solidFill>
                  <a:schemeClr val="tx1"/>
                </a:solidFill>
                <a:ea typeface="+mn-ea"/>
                <a:cs typeface="+mn-cs"/>
              </a:rPr>
              <a:t>vmware</a:t>
            </a:r>
            <a:r>
              <a:rPr lang="en-US" sz="1200" b="0" kern="1200" baseline="0" dirty="0">
                <a:solidFill>
                  <a:schemeClr val="tx1"/>
                </a:solidFill>
                <a:ea typeface="+mn-ea"/>
                <a:cs typeface="+mn-cs"/>
              </a:rPr>
              <a:t>/</a:t>
            </a:r>
            <a:r>
              <a:rPr lang="en-US" sz="1200" b="0" kern="1200" baseline="0" dirty="0" err="1">
                <a:solidFill>
                  <a:schemeClr val="tx1"/>
                </a:solidFill>
                <a:ea typeface="+mn-ea"/>
                <a:cs typeface="+mn-cs"/>
              </a:rPr>
              <a:t>vcf</a:t>
            </a:r>
            <a:r>
              <a:rPr lang="en-US" sz="1200" b="0" kern="1200" baseline="0" dirty="0">
                <a:solidFill>
                  <a:schemeClr val="tx1"/>
                </a:solidFill>
                <a:ea typeface="+mn-ea"/>
                <a:cs typeface="+mn-cs"/>
              </a:rPr>
              <a:t>-security-and-compliance-guidelines/blob/main/</a:t>
            </a:r>
            <a:r>
              <a:rPr lang="en-US" sz="1200" b="0" kern="1200" baseline="0" dirty="0" err="1">
                <a:solidFill>
                  <a:schemeClr val="tx1"/>
                </a:solidFill>
                <a:ea typeface="+mn-ea"/>
                <a:cs typeface="+mn-cs"/>
              </a:rPr>
              <a:t>LINKS.md</a:t>
            </a:r>
            <a:endParaRPr lang="en-US" sz="1200" b="0" kern="1200" baseline="0" dirty="0">
              <a:solidFill>
                <a:schemeClr val="tx1"/>
              </a:solidFill>
              <a:ea typeface="+mn-ea"/>
              <a:cs typeface="+mn-cs"/>
            </a:endParaRPr>
          </a:p>
          <a:p>
            <a:pPr marL="171450" indent="-171450">
              <a:buFont typeface="Arial" panose="020B0604020202020204" pitchFamily="34" charset="0"/>
              <a:buChar char="•"/>
            </a:pPr>
            <a:endParaRPr lang="en-US" sz="1200" b="0" kern="1200" baseline="0" dirty="0">
              <a:solidFill>
                <a:schemeClr val="tx1"/>
              </a:solidFill>
              <a:ea typeface="+mn-ea"/>
              <a:cs typeface="+mn-cs"/>
            </a:endParaRPr>
          </a:p>
        </p:txBody>
      </p:sp>
      <p:sp>
        <p:nvSpPr>
          <p:cNvPr id="4" name="Slide Number Placeholder 3">
            <a:extLst>
              <a:ext uri="{FF2B5EF4-FFF2-40B4-BE49-F238E27FC236}">
                <a16:creationId xmlns:a16="http://schemas.microsoft.com/office/drawing/2014/main" id="{1A1C341A-ADB3-B433-8076-D742A8E0655A}"/>
              </a:ext>
            </a:extLst>
          </p:cNvPr>
          <p:cNvSpPr>
            <a:spLocks noGrp="1"/>
          </p:cNvSpPr>
          <p:nvPr>
            <p:ph type="sldNum" sz="quarter" idx="5"/>
          </p:nvPr>
        </p:nvSpPr>
        <p:spPr/>
        <p:txBody>
          <a:bodyPr/>
          <a:lstStyle/>
          <a:p>
            <a:fld id="{9F4FBC3A-A12C-40F9-BB8D-BC30C7901396}" type="slidenum">
              <a:rPr lang="en-US" smtClean="0"/>
              <a:pPr/>
              <a:t>16</a:t>
            </a:fld>
            <a:endParaRPr lang="en-US" dirty="0"/>
          </a:p>
        </p:txBody>
      </p:sp>
    </p:spTree>
    <p:extLst>
      <p:ext uri="{BB962C8B-B14F-4D97-AF65-F5344CB8AC3E}">
        <p14:creationId xmlns:p14="http://schemas.microsoft.com/office/powerpoint/2010/main" val="28924082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A7C97-9BE3-0954-A91E-0B5849C3E4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D22B11-BDE1-0822-4028-8A374D7A0CA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4153A77-96AA-FB53-A075-5402011E5FAF}"/>
              </a:ext>
            </a:extLst>
          </p:cNvPr>
          <p:cNvSpPr>
            <a:spLocks noGrp="1"/>
          </p:cNvSpPr>
          <p:nvPr>
            <p:ph type="body" idx="1"/>
          </p:nvPr>
        </p:nvSpPr>
        <p:spPr/>
        <p:txBody>
          <a:bodyPr>
            <a:normAutofit fontScale="40000" lnSpcReduction="20000"/>
          </a:bodyPr>
          <a:lstStyle/>
          <a:p>
            <a:r>
              <a:rPr lang="en-US" sz="1200" b="1" dirty="0"/>
              <a:t>Key Message/Talk track:</a:t>
            </a:r>
          </a:p>
          <a:p>
            <a:r>
              <a:rPr lang="en-US" sz="1200" b="0" dirty="0"/>
              <a:t>vSAN in VCF 9.1 can now provide extraordinary levels of data security without any comprises on space efficiency using vSAN Global Deduplication, which is now generally available in vSAN for VCF 9.1.  Data-at-Rest encryption is fully compatible with vSAN Global Deduplication.  Both are simply features of a cluster that can be enabled as desired.  The encryption of data will occur without any negative impacts on deduplication ratios, and since deduplication is an opportunistic post-processing activity that only occurs when spare CPU cycles are available, you will not see any performance degradation from the deduplication effort.  </a:t>
            </a:r>
            <a:r>
              <a:rPr lang="en-US" sz="1200" b="1" dirty="0"/>
              <a:t>This is a great example of how vSAN in VCF can deliver performance, efficiency, and security without compromise.</a:t>
            </a:r>
          </a:p>
          <a:p>
            <a:r>
              <a:rPr lang="en-US" sz="1200" dirty="0"/>
              <a:t>----------------------------------</a:t>
            </a:r>
          </a:p>
          <a:p>
            <a:r>
              <a:rPr lang="en-US" sz="1200" b="1" dirty="0"/>
              <a:t>Overview:</a:t>
            </a:r>
          </a:p>
          <a:p>
            <a:pPr marL="171450" indent="-171450">
              <a:buFont typeface="Arial" panose="020B0604020202020204" pitchFamily="34" charset="0"/>
              <a:buChar char="•"/>
            </a:pPr>
            <a:r>
              <a:rPr lang="en-US" dirty="0"/>
              <a:t>Run </a:t>
            </a:r>
            <a:r>
              <a:rPr lang="en-US" b="1" dirty="0"/>
              <a:t>vSAN Data-at-Rest encryption </a:t>
            </a:r>
            <a:r>
              <a:rPr lang="en-US" dirty="0"/>
              <a:t>on clusters </a:t>
            </a:r>
            <a:r>
              <a:rPr lang="en-US" b="1" dirty="0"/>
              <a:t>with vSAN Global Deduplication</a:t>
            </a:r>
          </a:p>
          <a:p>
            <a:pPr marL="171450" indent="-171450">
              <a:buFont typeface="Arial" panose="020B0604020202020204" pitchFamily="34" charset="0"/>
              <a:buChar char="•"/>
            </a:pPr>
            <a:r>
              <a:rPr lang="en-US" dirty="0"/>
              <a:t>Encrypt data </a:t>
            </a:r>
            <a:r>
              <a:rPr lang="en-US" b="1" dirty="0"/>
              <a:t>without any negative impact </a:t>
            </a:r>
            <a:r>
              <a:rPr lang="en-US" dirty="0"/>
              <a:t>on data reduction ratios offered by vSAN</a:t>
            </a:r>
          </a:p>
          <a:p>
            <a:pPr marL="171450" indent="-171450">
              <a:buFont typeface="Arial" panose="020B0604020202020204" pitchFamily="34" charset="0"/>
              <a:buChar char="•"/>
            </a:pPr>
            <a:r>
              <a:rPr lang="en-US" dirty="0"/>
              <a:t>Easily enable using </a:t>
            </a:r>
            <a:r>
              <a:rPr lang="en-US" b="1" dirty="0"/>
              <a:t>cluster-based toggles</a:t>
            </a:r>
          </a:p>
          <a:p>
            <a:pPr marL="171450" indent="-171450">
              <a:buFont typeface="Arial" panose="020B0604020202020204" pitchFamily="34" charset="0"/>
              <a:buChar char="•"/>
            </a:pPr>
            <a:r>
              <a:rPr lang="en-US" dirty="0"/>
              <a:t>New enhancements for </a:t>
            </a:r>
            <a:r>
              <a:rPr lang="en-US" b="1" dirty="0"/>
              <a:t>improved processing efficiency </a:t>
            </a:r>
            <a:r>
              <a:rPr lang="en-US" dirty="0"/>
              <a:t>and </a:t>
            </a:r>
            <a:r>
              <a:rPr lang="en-US" b="1" dirty="0"/>
              <a:t>durability </a:t>
            </a:r>
            <a:r>
              <a:rPr lang="en-US" dirty="0"/>
              <a:t>of deduplication</a:t>
            </a:r>
          </a:p>
          <a:p>
            <a:pPr marL="171450" indent="-171450">
              <a:buFont typeface="Arial" panose="020B0604020202020204" pitchFamily="34" charset="0"/>
              <a:buChar char="•"/>
            </a:pPr>
            <a:r>
              <a:rPr lang="en-US" dirty="0"/>
              <a:t>Deduplication now supports between 3 and 64 hosts</a:t>
            </a:r>
          </a:p>
          <a:p>
            <a:pPr marL="0" indent="0">
              <a:spcBef>
                <a:spcPts val="1779"/>
              </a:spcBef>
              <a:buFont typeface="Arial" panose="020B0604020202020204" pitchFamily="34" charset="0"/>
              <a:buNone/>
            </a:pPr>
            <a:r>
              <a:rPr lang="en-US" dirty="0"/>
              <a:t>----------------------------------</a:t>
            </a:r>
          </a:p>
          <a:p>
            <a:r>
              <a:rPr lang="en-US" b="1" dirty="0"/>
              <a:t>Details:</a:t>
            </a:r>
          </a:p>
          <a:p>
            <a:pPr marL="171450" indent="-171450">
              <a:buFont typeface="Arial" panose="020B0604020202020204" pitchFamily="34" charset="0"/>
              <a:buChar char="•"/>
            </a:pPr>
            <a:r>
              <a:rPr lang="en-US" b="0" dirty="0"/>
              <a:t>While vSAN Global Deduplication included in vSAN for VCF 9.0 (P01), it was officially released only under limited availability.  It was limited not only in availability to customers, but some features and topologies were not supported, including using vSAN Data-at-Rest Encryption.</a:t>
            </a:r>
          </a:p>
          <a:p>
            <a:pPr marL="171450" indent="-171450">
              <a:buFont typeface="Arial" panose="020B0604020202020204" pitchFamily="34" charset="0"/>
              <a:buChar char="•"/>
            </a:pPr>
            <a:r>
              <a:rPr lang="en-US" b="0" dirty="0"/>
              <a:t>Paired with the general availability of vSAN Global Deduplication in vSAN for VCF 9.1, </a:t>
            </a:r>
            <a:r>
              <a:rPr lang="en-US" b="1" dirty="0"/>
              <a:t>vSAN clusters using global deduplication now supports vSAN Data-at-Rest Encryption</a:t>
            </a:r>
            <a:r>
              <a:rPr lang="en-US" b="0" dirty="0"/>
              <a:t>.  This is an important step forward for customers who not only want to drive storage costs down through space efficiency techniques, but data security through encryption.  This new capability allows customers to enable Data-at-Rest Encryption on a per-cluster basis, wherever it makes most sense, while being fully compatible with vSAN Global Deduplication.</a:t>
            </a:r>
          </a:p>
          <a:p>
            <a:pPr marL="171450" indent="-171450">
              <a:buFont typeface="Arial" panose="020B0604020202020204" pitchFamily="34" charset="0"/>
              <a:buChar char="•"/>
            </a:pPr>
            <a:r>
              <a:rPr lang="en-US" b="0" dirty="0"/>
              <a:t>While deduplication activity is largely independent from encryption processes, our storage stack required some modification to account for encrypted data in a cluster running deduplication.  Since deduplication introduces additional objects, such as Dedup Metadata Object, Dedup Data object, and dedup store manager (DMO) objects, and post processing activity that may relocate data from one object to another, encryption processes must occur at the proper location at the proper time to maintain space efficiency, minimal I/O amplification, and optimal cipher key management.  </a:t>
            </a:r>
          </a:p>
          <a:p>
            <a:pPr marL="171450" indent="-171450">
              <a:buFont typeface="Arial" panose="020B0604020202020204" pitchFamily="34" charset="0"/>
              <a:buChar char="•"/>
            </a:pPr>
            <a:r>
              <a:rPr lang="en-US" b="0" dirty="0"/>
              <a:t>The Dedup Store Manager Object (DMO) provides a singe source of accountability for configuration and participating for the dedup store.  This is an implementation detail, and is transparent to an administrator.</a:t>
            </a:r>
          </a:p>
          <a:p>
            <a:pPr marL="171450" indent="-171450">
              <a:buFont typeface="Arial" panose="020B0604020202020204" pitchFamily="34" charset="0"/>
              <a:buChar char="•"/>
            </a:pPr>
            <a:r>
              <a:rPr lang="en-US" b="0" dirty="0"/>
              <a:t>In vSAN for VCF 9.1, encryption and decryption occurs at the DOM owner instead of the DOM client in previous versions of ESA.  This change applies to all ESA clusters running Data-at-Rest Encryption, with or without Global Deduplication.  Data compression and check summing still occur at the DOM client for aligned data.</a:t>
            </a:r>
          </a:p>
          <a:p>
            <a:pPr marL="628650" lvl="1" indent="-171450">
              <a:buFont typeface="Arial" panose="020B0604020202020204" pitchFamily="34" charset="0"/>
              <a:buChar char="•"/>
            </a:pPr>
            <a:r>
              <a:rPr lang="en-US" b="0" dirty="0"/>
              <a:t>With this change, all encryption and decryption will occur at the DOM owner of the object - whether it be a VMDK, or one of the system-related objects for dedup (Dedup Metadata Object, Dedup Data object, and DMO).  This uses the cipher keys associated with the object (ODEK) for efficient processing.</a:t>
            </a:r>
          </a:p>
          <a:p>
            <a:pPr marL="628650" lvl="1" indent="-171450">
              <a:buFont typeface="Arial" panose="020B0604020202020204" pitchFamily="34" charset="0"/>
              <a:buChar char="•"/>
            </a:pPr>
            <a:r>
              <a:rPr lang="en-US" b="0" dirty="0"/>
              <a:t>This change means that it is no longer entirely accurate to say that Data-at-Rest Encryption encrypts data at the “</a:t>
            </a:r>
            <a:r>
              <a:rPr lang="en-US" b="0" i="1" dirty="0"/>
              <a:t>very top</a:t>
            </a:r>
            <a:r>
              <a:rPr lang="en-US" b="0" dirty="0"/>
              <a:t>” layer of the storage stack.   For vSAN in VCF 9.1, it remains located “</a:t>
            </a:r>
            <a:r>
              <a:rPr lang="en-US" b="0" i="1" dirty="0"/>
              <a:t>high in the storage stack</a:t>
            </a:r>
            <a:r>
              <a:rPr lang="en-US" b="0" dirty="0"/>
              <a:t>” but more optimally placed for the most efficient data handling with these new capabilities.</a:t>
            </a:r>
          </a:p>
          <a:p>
            <a:pPr marL="628650" lvl="1" indent="-171450">
              <a:buFont typeface="Arial" panose="020B0604020202020204" pitchFamily="34" charset="0"/>
              <a:buChar char="•"/>
            </a:pPr>
            <a:r>
              <a:rPr lang="en-US" b="0" dirty="0"/>
              <a:t>This change also aligns well with vSAN’s ability to be deployed in an aggregated or disaggregated arrangement.  In a disaggregated topology, the DOM client(s) reside on the client cluster.  This data in flight path from a DOM client to a DOM owner can be encrypted by enabling Data-in-Transit Encryption on the client cluster, which is supported as of vSAN in VCF 9.1.</a:t>
            </a:r>
          </a:p>
          <a:p>
            <a:pPr marL="171450" lvl="0" indent="-171450">
              <a:buFont typeface="Arial" panose="020B0604020202020204" pitchFamily="34" charset="0"/>
              <a:buChar char="•"/>
            </a:pPr>
            <a:r>
              <a:rPr lang="en-US" b="0" dirty="0"/>
              <a:t>The use of Data-at-Rest Encryption with vSAN’s global deduplication capability </a:t>
            </a:r>
            <a:r>
              <a:rPr lang="en-US" b="1" dirty="0"/>
              <a:t>will not negatively impact the data reduction ratios at all</a:t>
            </a:r>
            <a:r>
              <a:rPr lang="en-US" b="0" dirty="0"/>
              <a:t>.  It truly offers the best of both world for data security paired with space efficiency.  If a user chose to use vSphere VM Encryption instead of Data-at-Rest encryption, this would have a substantial negative impact on data reduction capabilities (making it nearly impossible to deduplicate).  Therefore, </a:t>
            </a:r>
            <a:r>
              <a:rPr lang="en-US" b="1" u="sng" dirty="0"/>
              <a:t>it is highly discouraged to use vSphere VM Encryption with vSAN clusters</a:t>
            </a:r>
            <a:r>
              <a:rPr lang="en-US" b="1" dirty="0"/>
              <a:t>. </a:t>
            </a:r>
          </a:p>
          <a:p>
            <a:pPr marL="171450" indent="-171450">
              <a:buFont typeface="Arial" panose="020B0604020202020204" pitchFamily="34" charset="0"/>
              <a:buChar char="•"/>
            </a:pPr>
            <a:r>
              <a:rPr lang="en-US" b="0" dirty="0"/>
              <a:t>The deduplication post-process looks like the following:</a:t>
            </a:r>
          </a:p>
          <a:p>
            <a:pPr marL="615950" lvl="1" indent="-342900">
              <a:buFont typeface="+mj-lt"/>
              <a:buAutoNum type="arabicPeriod"/>
            </a:pPr>
            <a:r>
              <a:rPr lang="en-US" dirty="0"/>
              <a:t>Read encrypted data (now offloaded to lower layer process)</a:t>
            </a:r>
          </a:p>
          <a:p>
            <a:pPr marL="615950" lvl="1" indent="-342900">
              <a:buFont typeface="+mj-lt"/>
              <a:buAutoNum type="arabicPeriod"/>
            </a:pPr>
            <a:r>
              <a:rPr lang="en-US" dirty="0"/>
              <a:t>Decrypt and generate SHA-256 hash (now offloaded to lower layer process)</a:t>
            </a:r>
          </a:p>
          <a:p>
            <a:pPr marL="615950" lvl="1" indent="-342900">
              <a:buFont typeface="+mj-lt"/>
              <a:buAutoNum type="arabicPeriod"/>
            </a:pPr>
            <a:r>
              <a:rPr lang="en-US" dirty="0"/>
              <a:t>Locate matching hash entries in “Dedup metadata object”</a:t>
            </a:r>
          </a:p>
          <a:p>
            <a:pPr marL="903288" lvl="2" indent="-342900">
              <a:buFont typeface="+mj-lt"/>
              <a:buAutoNum type="alphaLcParenR"/>
            </a:pPr>
            <a:r>
              <a:rPr lang="en-US" dirty="0"/>
              <a:t>If match found with data in dedup object, update metadata pointer, and reclaim space.</a:t>
            </a:r>
          </a:p>
          <a:p>
            <a:pPr marL="903288" lvl="2" indent="-342900">
              <a:buFont typeface="+mj-lt"/>
              <a:buAutoNum type="alphaLcParenR"/>
            </a:pPr>
            <a:r>
              <a:rPr lang="en-US" dirty="0"/>
              <a:t>If match found with no data in dedup object, move data to dedup object.</a:t>
            </a:r>
          </a:p>
          <a:p>
            <a:pPr marL="903288" lvl="2" indent="-342900">
              <a:buFont typeface="+mj-lt"/>
              <a:buAutoNum type="alphaLcParenR"/>
            </a:pPr>
            <a:r>
              <a:rPr lang="en-US" dirty="0"/>
              <a:t>If no match found, leave data as-is.</a:t>
            </a:r>
          </a:p>
          <a:p>
            <a:pPr marL="171450" indent="-171450">
              <a:buFont typeface="Arial" panose="020B0604020202020204" pitchFamily="34" charset="0"/>
              <a:buChar char="•"/>
            </a:pPr>
            <a:r>
              <a:rPr lang="en-US" b="0" dirty="0"/>
              <a:t>vSAN Data-in-Transit encryption was supported in the initial limited availability release of Global Deduplication, and continues to be in the GA edition of this feature.</a:t>
            </a:r>
          </a:p>
          <a:p>
            <a:pPr marL="171450" indent="-171450">
              <a:buFont typeface="Arial" panose="020B0604020202020204" pitchFamily="34" charset="0"/>
              <a:buChar char="•"/>
            </a:pPr>
            <a:r>
              <a:rPr lang="en-US" b="0" dirty="0"/>
              <a:t>This GA edition of Global Deduplication introduces some usability improvements, and relaxed requirements.</a:t>
            </a:r>
          </a:p>
          <a:p>
            <a:pPr marL="628650" lvl="1" indent="-171450">
              <a:buFont typeface="Arial" panose="020B0604020202020204" pitchFamily="34" charset="0"/>
              <a:buChar char="•"/>
            </a:pPr>
            <a:r>
              <a:rPr lang="en-US" b="1" dirty="0"/>
              <a:t>Deduplication can be enabled at the cluster level through a simple toggle.  </a:t>
            </a:r>
            <a:r>
              <a:rPr lang="en-US" b="0" dirty="0"/>
              <a:t>Simply highlight Cluster, click Configure &gt; vSAN &gt; Services.   When enabled, the cluster will deduplicate data as a background process.  If the toggle is ever turned off, it does NOT revert previously deduplicated data.  It simply pauses new data to the cluster from being deduplicated.  </a:t>
            </a:r>
          </a:p>
          <a:p>
            <a:pPr marL="628650" lvl="1" indent="-171450">
              <a:buFont typeface="Arial" panose="020B0604020202020204" pitchFamily="34" charset="0"/>
              <a:buChar char="•"/>
            </a:pPr>
            <a:r>
              <a:rPr lang="en-US" b="1" dirty="0"/>
              <a:t>New UI to convey data reduction ratios.  </a:t>
            </a:r>
            <a:r>
              <a:rPr lang="en-US" b="0" dirty="0"/>
              <a:t>This is courtesy of the new Effective Capacity view for vSAN</a:t>
            </a:r>
          </a:p>
          <a:p>
            <a:pPr marL="628650" lvl="1" indent="-171450">
              <a:buFont typeface="Arial" panose="020B0604020202020204" pitchFamily="34" charset="0"/>
              <a:buChar char="•"/>
            </a:pPr>
            <a:r>
              <a:rPr lang="en-US" b="1" dirty="0"/>
              <a:t>Deduplication can be used on clusters from 3-64 hosts.  </a:t>
            </a:r>
            <a:r>
              <a:rPr lang="en-US" b="0" dirty="0"/>
              <a:t>This includes single site aggregated vSAN HCI clusters, or vSAN storage clusters.  These clusters can optionally use the “Fault Domains” feature.  </a:t>
            </a:r>
          </a:p>
          <a:p>
            <a:pPr marL="171450" lvl="0" indent="-171450">
              <a:buFont typeface="Arial" panose="020B0604020202020204" pitchFamily="34" charset="0"/>
              <a:buChar char="•"/>
            </a:pPr>
            <a:r>
              <a:rPr lang="en-US" b="0" dirty="0"/>
              <a:t>This GA edition of Global Deduplication also introduces some architectural changes that improve durability, and processing efficiency</a:t>
            </a:r>
          </a:p>
          <a:p>
            <a:pPr marL="628650" lvl="1" indent="-171450">
              <a:buFont typeface="Arial" panose="020B0604020202020204" pitchFamily="34" charset="0"/>
              <a:buChar char="•"/>
            </a:pPr>
            <a:r>
              <a:rPr lang="en-US" b="1" dirty="0"/>
              <a:t>Enhancements in architecture to improve resilience.  </a:t>
            </a:r>
            <a:r>
              <a:rPr lang="en-US" b="0" dirty="0"/>
              <a:t>This consists of underlying improvements that help objects retain information about the respective hash and chunks objects used under conditions of multiple host failures.</a:t>
            </a:r>
          </a:p>
          <a:p>
            <a:pPr marL="628650" lvl="1" indent="-171450">
              <a:buFont typeface="Arial" panose="020B0604020202020204" pitchFamily="34" charset="0"/>
              <a:buChar char="•"/>
            </a:pPr>
            <a:r>
              <a:rPr lang="en-US" b="1" dirty="0"/>
              <a:t>Processing enhancements for faster deduplication post processing.  </a:t>
            </a:r>
            <a:r>
              <a:rPr lang="en-US" b="0" dirty="0"/>
              <a:t>In the limited release of vSAN Global Deduplication, a strong SHA hash was calculated at the object’s LFS in DOM by reading the component through the stack, where it would traverse through the DOM to LSOM.  The calculation required transmitting data across the network to the LFS on the DOM owner.  A new approach delegates the operation from the object’s LFS to perform this calculation at a lower layer in the stack, and the DOM owner will aggregate the response from the respective components and passes it along to the LFS on the DOM owner.  This results in a dramatic reduction in network throughput (over 50%) for hash calculation activities.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Note that in public documentation, we choose to use slightly different terms for some of the additional objects created for vSAN Global Deduplication.  In public material, a hash object is referred to as a “</a:t>
            </a:r>
            <a:r>
              <a:rPr lang="en-US" b="1" dirty="0"/>
              <a:t>Dedup Metadata Object</a:t>
            </a:r>
            <a:r>
              <a:rPr lang="en-US" b="0" dirty="0"/>
              <a:t>,” and a chunk object is referred to as a “</a:t>
            </a:r>
            <a:r>
              <a:rPr lang="en-US" b="1" dirty="0"/>
              <a:t>Dedup Data object</a:t>
            </a:r>
            <a:r>
              <a:rPr lang="en-US" b="0" dirty="0"/>
              <a:t>.”  These are implementation details that can be helpful for some technical customers to better understand how we achieve deduplication, but are fully transparent to the user, and managed by the system.  So, the details and the emphasis on them are limited.</a:t>
            </a:r>
          </a:p>
          <a:p>
            <a:pPr marL="171450" lvl="0" indent="-171450">
              <a:buFont typeface="Arial" panose="020B0604020202020204" pitchFamily="34" charset="0"/>
              <a:buChar char="•"/>
            </a:pPr>
            <a:r>
              <a:rPr lang="en-US" b="0" dirty="0"/>
              <a:t>For other details on vSAN Encryption, see the vSAN Encryption Services document below, as well as other slides for vSAN encryption services.</a:t>
            </a:r>
          </a:p>
          <a:p>
            <a:pPr marL="0" indent="0">
              <a:buFont typeface="Arial" panose="020B0604020202020204" pitchFamily="34" charset="0"/>
              <a:buNone/>
            </a:pPr>
            <a:r>
              <a:rPr lang="en-US" b="1" u="sng" dirty="0"/>
              <a:t>Limitations</a:t>
            </a:r>
          </a:p>
          <a:p>
            <a:pPr marL="171450" indent="-171450">
              <a:buFont typeface="Arial" panose="020B0604020202020204" pitchFamily="34" charset="0"/>
              <a:buChar char="•"/>
            </a:pPr>
            <a:r>
              <a:rPr lang="en-US" b="0" u="none" dirty="0"/>
              <a:t>As of vSAN in VCF 9.1, vSAN Global Deduplication still has the following limitations:</a:t>
            </a:r>
          </a:p>
          <a:p>
            <a:pPr marL="628650" lvl="1" indent="-171450">
              <a:buFont typeface="Arial" panose="020B0604020202020204" pitchFamily="34" charset="0"/>
              <a:buChar char="•"/>
            </a:pPr>
            <a:r>
              <a:rPr lang="en-US" b="0" u="none" dirty="0"/>
              <a:t>Does not support stretched clusters</a:t>
            </a:r>
          </a:p>
          <a:p>
            <a:pPr marL="628650" lvl="1" indent="-171450">
              <a:buFont typeface="Arial" panose="020B0604020202020204" pitchFamily="34" charset="0"/>
              <a:buChar char="•"/>
            </a:pPr>
            <a:r>
              <a:rPr lang="en-US" b="0" u="none" dirty="0"/>
              <a:t>Does not support 2-Node clusters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u="sng" dirty="0"/>
              <a:t>Positioning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Feature value in one sentence.</a:t>
            </a:r>
            <a:r>
              <a:rPr lang="en-US" b="0" dirty="0"/>
              <a:t>  The general availability of vSAN Global Deduplication and its full support of vSAN Data-at-Rest Encryption results in highly secure and space efficient storage system for your VCF environment.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u="none" dirty="0"/>
              <a:t>Common Use Cases.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TBD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baseline="0" dirty="0">
                <a:solidFill>
                  <a:schemeClr val="tx1"/>
                </a:solidFill>
                <a:ea typeface="+mn-ea"/>
                <a:cs typeface="+mn-cs"/>
              </a:rPr>
              <a:t>----------------------------------</a:t>
            </a:r>
          </a:p>
          <a:p>
            <a:r>
              <a:rPr lang="en-US" sz="1200" b="1" kern="1200" baseline="0" dirty="0">
                <a:solidFill>
                  <a:schemeClr val="tx1"/>
                </a:solidFill>
                <a:ea typeface="+mn-ea"/>
                <a:cs typeface="+mn-cs"/>
              </a:rPr>
              <a:t>Additional Information:</a:t>
            </a:r>
          </a:p>
          <a:p>
            <a:pPr marL="171450" indent="-171450">
              <a:buFont typeface="Arial" panose="020B0604020202020204" pitchFamily="34" charset="0"/>
              <a:buChar char="•"/>
            </a:pPr>
            <a:r>
              <a:rPr lang="en-US" sz="1200" b="0" kern="1200" baseline="0" dirty="0">
                <a:solidFill>
                  <a:schemeClr val="tx1"/>
                </a:solidFill>
                <a:ea typeface="+mn-ea"/>
                <a:cs typeface="+mn-cs"/>
              </a:rPr>
              <a:t>vSAN Encryption Services:  https://</a:t>
            </a:r>
            <a:r>
              <a:rPr lang="en-US" sz="1200" b="0" kern="1200" baseline="0" dirty="0" err="1">
                <a:solidFill>
                  <a:schemeClr val="tx1"/>
                </a:solidFill>
                <a:ea typeface="+mn-ea"/>
                <a:cs typeface="+mn-cs"/>
              </a:rPr>
              <a:t>www.vmware.com</a:t>
            </a:r>
            <a:r>
              <a:rPr lang="en-US" sz="1200" b="0" kern="1200" baseline="0" dirty="0">
                <a:solidFill>
                  <a:schemeClr val="tx1"/>
                </a:solidFill>
                <a:ea typeface="+mn-ea"/>
                <a:cs typeface="+mn-cs"/>
              </a:rPr>
              <a:t>/docs/</a:t>
            </a:r>
            <a:r>
              <a:rPr lang="en-US" sz="1200" b="0" kern="1200" baseline="0" dirty="0" err="1">
                <a:solidFill>
                  <a:schemeClr val="tx1"/>
                </a:solidFill>
                <a:ea typeface="+mn-ea"/>
                <a:cs typeface="+mn-cs"/>
              </a:rPr>
              <a:t>vmw</a:t>
            </a:r>
            <a:r>
              <a:rPr lang="en-US" sz="1200" b="0" kern="1200" baseline="0" dirty="0">
                <a:solidFill>
                  <a:schemeClr val="tx1"/>
                </a:solidFill>
                <a:ea typeface="+mn-ea"/>
                <a:cs typeface="+mn-cs"/>
              </a:rPr>
              <a:t>-</a:t>
            </a:r>
            <a:r>
              <a:rPr lang="en-US" sz="1200" b="0" kern="1200" baseline="0" dirty="0" err="1">
                <a:solidFill>
                  <a:schemeClr val="tx1"/>
                </a:solidFill>
                <a:ea typeface="+mn-ea"/>
                <a:cs typeface="+mn-cs"/>
              </a:rPr>
              <a:t>vsan</a:t>
            </a:r>
            <a:r>
              <a:rPr lang="en-US" sz="1200" b="0" kern="1200" baseline="0" dirty="0">
                <a:solidFill>
                  <a:schemeClr val="tx1"/>
                </a:solidFill>
                <a:ea typeface="+mn-ea"/>
                <a:cs typeface="+mn-cs"/>
              </a:rPr>
              <a:t>-encryption-services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baseline="0" dirty="0">
                <a:solidFill>
                  <a:schemeClr val="tx1"/>
                </a:solidFill>
                <a:ea typeface="+mn-ea"/>
                <a:cs typeface="+mn-cs"/>
              </a:rPr>
              <a:t>VCF Security and Compliance Guidelines:  https://</a:t>
            </a:r>
            <a:r>
              <a:rPr lang="en-US" sz="1200" b="0" kern="1200" baseline="0" dirty="0" err="1">
                <a:solidFill>
                  <a:schemeClr val="tx1"/>
                </a:solidFill>
                <a:ea typeface="+mn-ea"/>
                <a:cs typeface="+mn-cs"/>
              </a:rPr>
              <a:t>github.com</a:t>
            </a:r>
            <a:r>
              <a:rPr lang="en-US" sz="1200" b="0" kern="1200" baseline="0" dirty="0">
                <a:solidFill>
                  <a:schemeClr val="tx1"/>
                </a:solidFill>
                <a:ea typeface="+mn-ea"/>
                <a:cs typeface="+mn-cs"/>
              </a:rPr>
              <a:t>/</a:t>
            </a:r>
            <a:r>
              <a:rPr lang="en-US" sz="1200" b="0" kern="1200" baseline="0" dirty="0" err="1">
                <a:solidFill>
                  <a:schemeClr val="tx1"/>
                </a:solidFill>
                <a:ea typeface="+mn-ea"/>
                <a:cs typeface="+mn-cs"/>
              </a:rPr>
              <a:t>vmware</a:t>
            </a:r>
            <a:r>
              <a:rPr lang="en-US" sz="1200" b="0" kern="1200" baseline="0" dirty="0">
                <a:solidFill>
                  <a:schemeClr val="tx1"/>
                </a:solidFill>
                <a:ea typeface="+mn-ea"/>
                <a:cs typeface="+mn-cs"/>
              </a:rPr>
              <a:t>/</a:t>
            </a:r>
            <a:r>
              <a:rPr lang="en-US" sz="1200" b="0" kern="1200" baseline="0" dirty="0" err="1">
                <a:solidFill>
                  <a:schemeClr val="tx1"/>
                </a:solidFill>
                <a:ea typeface="+mn-ea"/>
                <a:cs typeface="+mn-cs"/>
              </a:rPr>
              <a:t>vcf</a:t>
            </a:r>
            <a:r>
              <a:rPr lang="en-US" sz="1200" b="0" kern="1200" baseline="0" dirty="0">
                <a:solidFill>
                  <a:schemeClr val="tx1"/>
                </a:solidFill>
                <a:ea typeface="+mn-ea"/>
                <a:cs typeface="+mn-cs"/>
              </a:rPr>
              <a:t>-security-and-compliance-guidelines/blob/main/</a:t>
            </a:r>
            <a:r>
              <a:rPr lang="en-US" sz="1200" b="0" kern="1200" baseline="0" dirty="0" err="1">
                <a:solidFill>
                  <a:schemeClr val="tx1"/>
                </a:solidFill>
                <a:ea typeface="+mn-ea"/>
                <a:cs typeface="+mn-cs"/>
              </a:rPr>
              <a:t>LINKS.md</a:t>
            </a:r>
            <a:endParaRPr lang="en-US" sz="1200" b="0" kern="1200" baseline="0" dirty="0">
              <a:solidFill>
                <a:schemeClr val="tx1"/>
              </a:solidFil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baseline="0" dirty="0">
                <a:solidFill>
                  <a:schemeClr val="tx1"/>
                </a:solidFill>
                <a:ea typeface="+mn-ea"/>
                <a:cs typeface="+mn-cs"/>
              </a:rPr>
              <a:t>Fast and Efficient Reads in vSAN ESA (does not include encryption or dedup): https://blogs.vmware.com/cloud-foundation/2023/05/10/fast-and-efficient-reads-in-</a:t>
            </a:r>
            <a:r>
              <a:rPr lang="en-US" sz="1200" b="0" kern="1200" baseline="0" dirty="0" err="1">
                <a:solidFill>
                  <a:schemeClr val="tx1"/>
                </a:solidFill>
                <a:ea typeface="+mn-ea"/>
                <a:cs typeface="+mn-cs"/>
              </a:rPr>
              <a:t>vsan</a:t>
            </a:r>
            <a:r>
              <a:rPr lang="en-US" sz="1200" b="0" kern="1200" baseline="0" dirty="0">
                <a:solidFill>
                  <a:schemeClr val="tx1"/>
                </a:solidFill>
                <a:ea typeface="+mn-ea"/>
                <a:cs typeface="+mn-cs"/>
              </a:rPr>
              <a:t>-express-storage-architecture/ </a:t>
            </a:r>
          </a:p>
          <a:p>
            <a:pPr marL="171450" indent="-171450">
              <a:buFont typeface="Arial" panose="020B0604020202020204" pitchFamily="34" charset="0"/>
              <a:buChar char="•"/>
            </a:pPr>
            <a:endParaRPr lang="en-US" sz="1200" b="0" kern="1200" baseline="0" dirty="0">
              <a:solidFill>
                <a:schemeClr val="tx1"/>
              </a:solidFill>
              <a:ea typeface="+mn-ea"/>
              <a:cs typeface="+mn-cs"/>
            </a:endParaRPr>
          </a:p>
          <a:p>
            <a:pPr marL="171450" indent="-171450">
              <a:buFont typeface="Arial" panose="020B0604020202020204" pitchFamily="34" charset="0"/>
              <a:buChar char="•"/>
            </a:pPr>
            <a:endParaRPr lang="en-US" sz="1200" b="0" kern="1200" baseline="0" dirty="0">
              <a:solidFill>
                <a:schemeClr val="tx1"/>
              </a:solidFill>
              <a:ea typeface="+mn-ea"/>
              <a:cs typeface="+mn-cs"/>
            </a:endParaRPr>
          </a:p>
          <a:p>
            <a:pPr marL="171450" indent="-171450">
              <a:buFont typeface="Arial" panose="020B0604020202020204" pitchFamily="34" charset="0"/>
              <a:buChar char="•"/>
            </a:pPr>
            <a:endParaRPr lang="en-US" sz="1200" b="0" kern="1200" baseline="0" dirty="0">
              <a:solidFill>
                <a:schemeClr val="tx1"/>
              </a:solidFill>
              <a:ea typeface="+mn-ea"/>
              <a:cs typeface="+mn-cs"/>
            </a:endParaRPr>
          </a:p>
          <a:p>
            <a:pPr marL="171450" indent="-171450">
              <a:buFont typeface="Arial" panose="020B0604020202020204" pitchFamily="34" charset="0"/>
              <a:buChar char="•"/>
            </a:pPr>
            <a:endParaRPr lang="en-US" sz="1200" b="0" kern="1200" baseline="0" dirty="0">
              <a:solidFill>
                <a:schemeClr val="tx1"/>
              </a:solidFill>
              <a:ea typeface="+mn-ea"/>
              <a:cs typeface="+mn-cs"/>
            </a:endParaRPr>
          </a:p>
        </p:txBody>
      </p:sp>
      <p:sp>
        <p:nvSpPr>
          <p:cNvPr id="4" name="Slide Number Placeholder 3">
            <a:extLst>
              <a:ext uri="{FF2B5EF4-FFF2-40B4-BE49-F238E27FC236}">
                <a16:creationId xmlns:a16="http://schemas.microsoft.com/office/drawing/2014/main" id="{5A1AEF08-01AD-FC01-EF7A-E6F703E236E1}"/>
              </a:ext>
            </a:extLst>
          </p:cNvPr>
          <p:cNvSpPr>
            <a:spLocks noGrp="1"/>
          </p:cNvSpPr>
          <p:nvPr>
            <p:ph type="sldNum" sz="quarter" idx="5"/>
          </p:nvPr>
        </p:nvSpPr>
        <p:spPr/>
        <p:txBody>
          <a:bodyPr/>
          <a:lstStyle/>
          <a:p>
            <a:fld id="{9F4FBC3A-A12C-40F9-BB8D-BC30C7901396}" type="slidenum">
              <a:rPr lang="en-US" smtClean="0"/>
              <a:pPr/>
              <a:t>17</a:t>
            </a:fld>
            <a:endParaRPr lang="en-US" dirty="0"/>
          </a:p>
        </p:txBody>
      </p:sp>
    </p:spTree>
    <p:extLst>
      <p:ext uri="{BB962C8B-B14F-4D97-AF65-F5344CB8AC3E}">
        <p14:creationId xmlns:p14="http://schemas.microsoft.com/office/powerpoint/2010/main" val="38704303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66531-AC1C-5E1E-8BB8-FA30A32DAA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FFA13D-4D35-80D3-44A2-82F723ED2A5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D54AF76-EB20-3B6D-F10E-1CF7A2327DDC}"/>
              </a:ext>
            </a:extLst>
          </p:cNvPr>
          <p:cNvSpPr>
            <a:spLocks noGrp="1"/>
          </p:cNvSpPr>
          <p:nvPr>
            <p:ph type="body" idx="1"/>
          </p:nvPr>
        </p:nvSpPr>
        <p:spPr/>
        <p:txBody>
          <a:bodyPr>
            <a:normAutofit fontScale="47500" lnSpcReduction="20000"/>
          </a:bodyPr>
          <a:lstStyle/>
          <a:p>
            <a:r>
              <a:rPr lang="en-US" sz="1200" b="1" dirty="0"/>
              <a:t>Key Message/Talk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vSAN in VCF 9.1 brings new operational capabilities to all vSAN stretched clusters.  For customers running stretched clusters, site-wide maintenance is even easier now, courtesy of a simple click in the UI.  vSAN will coordinate all of the steps necessary to gracefully place all of the hosts in one site into maintenance mode.  We even offer an additional recovery mechanism known as “manual site takeover” to help recovery if the stretched cluster under maintenance has suffered significant failures.  Initially offered under “limited availability” in the previous release of vSAN in VCF, </a:t>
            </a:r>
            <a:r>
              <a:rPr lang="en-US" sz="1200" b="1" dirty="0"/>
              <a:t>the general availability of these features makes vSAN stretched clusters easier to manage, and more durable.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t>
            </a:r>
          </a:p>
          <a:p>
            <a:r>
              <a:rPr lang="en-US" sz="1200" b="1" dirty="0"/>
              <a:t>Overview:</a:t>
            </a:r>
          </a:p>
          <a:p>
            <a:pPr marL="171450" indent="-171450">
              <a:buFont typeface="Arial" panose="020B0604020202020204" pitchFamily="34" charset="0"/>
              <a:buChar char="•"/>
            </a:pPr>
            <a:r>
              <a:rPr lang="en-US" dirty="0"/>
              <a:t>Site-wide maintenance mode</a:t>
            </a:r>
          </a:p>
          <a:p>
            <a:pPr marL="628650" lvl="1" indent="-171450">
              <a:buFont typeface="Arial" panose="020B0604020202020204" pitchFamily="34" charset="0"/>
              <a:buChar char="•"/>
            </a:pPr>
            <a:r>
              <a:rPr lang="en-US" dirty="0"/>
              <a:t>Safely enter and exit entire site of a stretched cluster into maintenance mode with a single click in the UI</a:t>
            </a:r>
          </a:p>
          <a:p>
            <a:pPr marL="628650" lvl="1" indent="-171450">
              <a:buFont typeface="Arial" panose="020B0604020202020204" pitchFamily="34" charset="0"/>
              <a:buChar char="•"/>
            </a:pPr>
            <a:r>
              <a:rPr lang="en-US" dirty="0"/>
              <a:t>Ensures consistency of data within a site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Manual site takeover</a:t>
            </a:r>
          </a:p>
          <a:p>
            <a:pPr marL="628650" lvl="1" indent="-171450">
              <a:buFont typeface="Arial" panose="020B0604020202020204" pitchFamily="34" charset="0"/>
              <a:buChar char="•"/>
            </a:pPr>
            <a:r>
              <a:rPr lang="en-US" dirty="0"/>
              <a:t>Regain availability of data and VMs for site in maintenance mode following permanent failure of the other data site</a:t>
            </a:r>
          </a:p>
          <a:p>
            <a:pPr marL="628650" lvl="1" indent="-171450">
              <a:buFont typeface="Arial" panose="020B0604020202020204" pitchFamily="34" charset="0"/>
              <a:buChar char="•"/>
            </a:pPr>
            <a:r>
              <a:rPr lang="en-US" dirty="0"/>
              <a:t>Guided recovery process using CLI at remaining site</a:t>
            </a:r>
          </a:p>
          <a:p>
            <a:pPr marL="0" indent="0">
              <a:spcBef>
                <a:spcPts val="1779"/>
              </a:spcBef>
              <a:buFont typeface="Arial" panose="020B0604020202020204" pitchFamily="34" charset="0"/>
              <a:buNone/>
            </a:pPr>
            <a:r>
              <a:rPr lang="en-US" dirty="0"/>
              <a:t>----------------------------------</a:t>
            </a:r>
          </a:p>
          <a:p>
            <a:r>
              <a:rPr lang="en-US" b="1" dirty="0"/>
              <a:t>Details:</a:t>
            </a:r>
          </a:p>
          <a:p>
            <a:pPr marL="171450" indent="-171450">
              <a:buFont typeface="Arial" panose="020B0604020202020204" pitchFamily="34" charset="0"/>
              <a:buChar char="•"/>
            </a:pPr>
            <a:r>
              <a:rPr lang="en-US" b="0" dirty="0"/>
              <a:t>vSAN in VCF 9.0 introduced two feature enhancements for stretched clusters.  These two features – “Site-wide maintenance mode” and “Manual site takeover” are inter-related capabilities that made the maintenance  and failure of a site easier to manage.  While this was a big step forward for many of our customers using stretched clusters, it was released under “limited availability” for stretched clusters running vSAN OSA.  It is rare for capabilities to be introduced in OSA first, but this limited availability release was done as a courtesy for many of our customers who have not transitioned to ESA yet.  </a:t>
            </a:r>
          </a:p>
          <a:p>
            <a:pPr marL="171450" indent="-171450">
              <a:buFont typeface="Arial" panose="020B0604020202020204" pitchFamily="34" charset="0"/>
              <a:buChar char="•"/>
            </a:pPr>
            <a:r>
              <a:rPr lang="en-US" b="0" dirty="0"/>
              <a:t>vSAN in VCF 9.1 introduces the general availability of these two capabilities for vSAN.  The full functionality of these features are now available in stretched clusters powered by vSAN ESA.  Additional capabilities have also been added that streamline the user experience.</a:t>
            </a:r>
          </a:p>
          <a:p>
            <a:pPr marL="171450" indent="-171450">
              <a:buFont typeface="Arial" panose="020B0604020202020204" pitchFamily="34" charset="0"/>
              <a:buChar char="•"/>
            </a:pPr>
            <a:r>
              <a:rPr lang="en-US" b="0" dirty="0"/>
              <a:t>The details below only share the enhancements (support of ESA, and other improvements) made to the two features.  All other feature details align with what is described in the limited release of the features in vSAN for VCF 9.0.</a:t>
            </a:r>
          </a:p>
          <a:p>
            <a:pPr marL="0" indent="0">
              <a:buFont typeface="Arial" panose="020B0604020202020204" pitchFamily="34" charset="0"/>
              <a:buNone/>
            </a:pPr>
            <a:r>
              <a:rPr lang="en-US" b="1" u="sng" dirty="0"/>
              <a:t>Site Maintenance</a:t>
            </a:r>
          </a:p>
          <a:p>
            <a:pPr marL="171450" indent="-171450">
              <a:buFont typeface="Arial" panose="020B0604020202020204" pitchFamily="34" charset="0"/>
              <a:buChar char="•"/>
            </a:pPr>
            <a:r>
              <a:rPr lang="en-US" b="0" dirty="0"/>
              <a:t>A site maintenance will impact the object availability status in the same manner as a site failure, or previous efforts to manually enter all of the hosts in one site into maintenance mode.  Objects will typically show “Reduced availability with no rebuild…” messages with absent components in the layout of an object.  This is by design.</a:t>
            </a:r>
          </a:p>
          <a:p>
            <a:pPr marL="171450" indent="-171450">
              <a:buFont typeface="Arial" panose="020B0604020202020204" pitchFamily="34" charset="0"/>
              <a:buChar char="•"/>
            </a:pPr>
            <a:r>
              <a:rPr lang="en-US" b="0" dirty="0"/>
              <a:t>A new health check has been added help in site maintenance activities.  This is listed as the “vSAN site maintenance state health” check in the UI (now called “vSAN Health” in the UI, replacing “Skyline Health.”).  Its purpose is to verify the site maintenance state across the sites versus the hosts, and will trigger the health alert if there is an issue, such as if a host is removed from the cluster, etc..</a:t>
            </a:r>
          </a:p>
          <a:p>
            <a:pPr marL="171450" indent="-171450">
              <a:buFont typeface="Arial" panose="020B0604020202020204" pitchFamily="34" charset="0"/>
              <a:buChar char="•"/>
            </a:pPr>
            <a:r>
              <a:rPr lang="en-US" b="0" dirty="0"/>
              <a:t>A site maintenance mode event takes ownership over host maintenance mode activities.  The only way hosts can exit out of maintenance mode is through the site maintenance mode capability within the fault domain.  If you attempt to exit a host out of maintenance mode, the following error will occur:  “</a:t>
            </a:r>
            <a:r>
              <a:rPr lang="en-US" sz="1200" b="0" i="0" kern="1200" dirty="0">
                <a:solidFill>
                  <a:schemeClr val="tx1"/>
                </a:solidFill>
                <a:effectLst/>
                <a:latin typeface="+mn-lt"/>
                <a:ea typeface="+mn-ea"/>
                <a:cs typeface="+mn-cs"/>
              </a:rPr>
              <a:t>A general system error occurred: Failed to exit the host from maintenance mode because the host is currently in site maintenance mode. Please exit site maintenance mode first.”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Note that a site maintenance mode will have a significant impact on the cluster health score.  This is by design, as a cluster providing site-level resilience is no longer providing that resilience during this state of maintenance.  The object health states will be degraded by a score of 40.  So an otherwise perfect score of 100 in a stretched cluster will be reduced to 60 or less if a site is placed into site maintenance mode.</a:t>
            </a:r>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vSAN ESA stretched clusters using Auto-RAID that have one site entered into site maintenance mode will still allow the provisioning of a VM, even with one site not available.  Historically, this has needed the “Force provisioning” storage policy rule.  But this is no longer applicable in a stretched cluster using Auto-RAID.</a:t>
            </a:r>
            <a:endParaRPr lang="en-US" b="0" dirty="0"/>
          </a:p>
          <a:p>
            <a:pPr marL="0" indent="0">
              <a:buFont typeface="Arial" panose="020B0604020202020204" pitchFamily="34" charset="0"/>
              <a:buNone/>
            </a:pPr>
            <a:r>
              <a:rPr lang="en-US" b="1" u="sng" dirty="0"/>
              <a:t>Site Takeover (after site maintenance)</a:t>
            </a:r>
          </a:p>
          <a:p>
            <a:pPr marL="171450" indent="-171450">
              <a:buFont typeface="Arial" panose="020B0604020202020204" pitchFamily="34" charset="0"/>
              <a:buChar char="•"/>
            </a:pPr>
            <a:r>
              <a:rPr lang="en-US" b="0" dirty="0"/>
              <a:t>A new health check has been added for site takeover activities.  This is listed as the “vSAN site takeover health” check in the UI (no called “vSAN Health” in the UI, replacing “Skyline Health.”).  Its purpose is to convey if there are inconsistent stated detected on the hosts.  The message will be:  “The cluster has taken site takeover already but there are inconsistent stated detected in some hosts, which may lead to O/O blockage when accessing the recovered object.  This inconsistency in host may be cause by either the host is from a failed site, or it has taken a different site takeover before.”  The recommendation from this health check will be to reboot the hosts.</a:t>
            </a:r>
          </a:p>
          <a:p>
            <a:pPr marL="171450" indent="-171450">
              <a:buFont typeface="Arial" panose="020B0604020202020204" pitchFamily="34" charset="0"/>
              <a:buChar char="•"/>
            </a:pPr>
            <a:r>
              <a:rPr lang="en-US" b="0" dirty="0"/>
              <a:t>Site takeover can be used in one of two circumstances.  </a:t>
            </a:r>
            <a:r>
              <a:rPr lang="en-US" b="1" dirty="0"/>
              <a:t>Both assume the permanent, or catastrophic loss of the data site not currently in site maintenance mode.</a:t>
            </a:r>
          </a:p>
          <a:p>
            <a:pPr marL="628650" lvl="1" indent="-171450">
              <a:buFont typeface="Arial" panose="020B0604020202020204" pitchFamily="34" charset="0"/>
              <a:buChar char="•"/>
            </a:pPr>
            <a:r>
              <a:rPr lang="en-US" b="0" dirty="0"/>
              <a:t>Simultaneous and permanent dual failure of witness site and data site not currently in site maintenance mode.</a:t>
            </a:r>
          </a:p>
          <a:p>
            <a:pPr marL="628650" lvl="1" indent="-171450">
              <a:buFont typeface="Arial" panose="020B0604020202020204" pitchFamily="34" charset="0"/>
              <a:buChar char="•"/>
            </a:pPr>
            <a:r>
              <a:rPr lang="en-US" b="0" dirty="0"/>
              <a:t>Simultaneous and permanent failure of the data site not currently in site maintenance mode.</a:t>
            </a:r>
          </a:p>
          <a:p>
            <a:pPr marL="171450" indent="-171450">
              <a:buFont typeface="Arial" panose="020B0604020202020204" pitchFamily="34" charset="0"/>
              <a:buChar char="•"/>
            </a:pPr>
            <a:r>
              <a:rPr lang="en-US" b="0" dirty="0"/>
              <a:t>It is conceivable that the Site takeover feature can be used in a third scenario, </a:t>
            </a:r>
            <a:r>
              <a:rPr lang="en-US" b="1" dirty="0"/>
              <a:t>but the outcome is not guaranteed.  </a:t>
            </a:r>
            <a:r>
              <a:rPr lang="en-US" b="0" dirty="0"/>
              <a:t>That scenario is if a data site encounters a permanent failure, and the witness fails before the adaptive quorum can fix the objects to tolerate a witness failure (essentially a double failure).  In this case, the Site takeover capability can make some objects accessible on the surviving site.  However, this is best effort attempt, because vSAN does not understand if there was a clean failure, or if perhaps the object in the surviving site was in the middle of resyncing data.  This is why this feature is typically positioned for recovery when using the site maintenance feature.</a:t>
            </a:r>
          </a:p>
          <a:p>
            <a:pPr marL="171450" indent="-171450">
              <a:buFont typeface="Arial" panose="020B0604020202020204" pitchFamily="34" charset="0"/>
              <a:buChar char="•"/>
            </a:pPr>
            <a:r>
              <a:rPr lang="en-US" b="0" dirty="0"/>
              <a:t>There will be additional KB articles for the site takeover functionality given its purpose, and the execution of it via CLI instead of UI.  </a:t>
            </a:r>
          </a:p>
          <a:p>
            <a:pPr marL="171450" indent="-171450">
              <a:buFont typeface="Arial" panose="020B0604020202020204" pitchFamily="34" charset="0"/>
              <a:buChar char="•"/>
            </a:pPr>
            <a:r>
              <a:rPr lang="en-US" b="1" dirty="0"/>
              <a:t>Warning:  </a:t>
            </a:r>
            <a:r>
              <a:rPr lang="en-US" b="0" dirty="0"/>
              <a:t>Performing a site takeover changes the data structure of the objects that are being recovered.  </a:t>
            </a:r>
            <a:r>
              <a:rPr lang="en-US" b="1" dirty="0"/>
              <a:t>Once the process is performed, it cannot be reversed</a:t>
            </a:r>
            <a:r>
              <a:rPr lang="en-US" b="0" dirty="0"/>
              <a:t>, and the one remaining site is treated as its own, standalone cluster.</a:t>
            </a:r>
          </a:p>
          <a:p>
            <a:pPr marL="0" indent="0">
              <a:buFont typeface="Arial" panose="020B0604020202020204" pitchFamily="34" charset="0"/>
              <a:buNone/>
            </a:pPr>
            <a:r>
              <a:rPr lang="en-US" b="1" u="sng" dirty="0"/>
              <a:t>Limitations</a:t>
            </a:r>
          </a:p>
          <a:p>
            <a:pPr marL="171450" indent="-171450">
              <a:buFont typeface="Arial" panose="020B0604020202020204" pitchFamily="34" charset="0"/>
              <a:buChar char="•"/>
            </a:pPr>
            <a:r>
              <a:rPr lang="en-US" b="0" u="none" dirty="0"/>
              <a:t>Site takeover is still limited to the CLI at this time.</a:t>
            </a:r>
          </a:p>
          <a:p>
            <a:pPr marL="171450" indent="-171450">
              <a:buFont typeface="Arial" panose="020B0604020202020204" pitchFamily="34" charset="0"/>
              <a:buChar char="•"/>
            </a:pPr>
            <a:r>
              <a:rPr lang="en-US" b="0" u="none" dirty="0"/>
              <a:t>Site takeover is limited to the takeover of one remaining data site ONLY after the first site has been placed into site maintenance mode.</a:t>
            </a:r>
          </a:p>
          <a:p>
            <a:pPr marL="171450" indent="-171450">
              <a:buFont typeface="Arial" panose="020B0604020202020204" pitchFamily="34" charset="0"/>
              <a:buChar char="•"/>
            </a:pPr>
            <a:r>
              <a:rPr lang="en-US" b="0" u="none" dirty="0"/>
              <a:t>These capabilities only apply to stretched clusters.  2-Node clusters cannot support this capability.</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u="sng" dirty="0"/>
              <a:t>Positioning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Feature value in one sentence.</a:t>
            </a:r>
            <a:r>
              <a:rPr lang="en-US" b="0" dirty="0"/>
              <a:t>  In vSAN for VCF 9.1, site maintenance and recovery has been made easier and more effective for environments running vSAN stretched clusters.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u="none" dirty="0"/>
              <a:t>Common Use Cases.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TBD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baseline="0" dirty="0">
                <a:solidFill>
                  <a:schemeClr val="tx1"/>
                </a:solidFill>
                <a:ea typeface="+mn-ea"/>
                <a:cs typeface="+mn-cs"/>
              </a:rPr>
              <a:t>----------------------------------</a:t>
            </a:r>
          </a:p>
          <a:p>
            <a:r>
              <a:rPr lang="en-US" sz="1200" b="1" kern="1200" baseline="0" dirty="0">
                <a:solidFill>
                  <a:schemeClr val="tx1"/>
                </a:solidFill>
                <a:ea typeface="+mn-ea"/>
                <a:cs typeface="+mn-cs"/>
              </a:rPr>
              <a:t>Additional Information:</a:t>
            </a:r>
          </a:p>
          <a:p>
            <a:pPr marL="171450" indent="-171450">
              <a:buFont typeface="Arial" panose="020B0604020202020204" pitchFamily="34" charset="0"/>
              <a:buChar char="•"/>
            </a:pPr>
            <a:r>
              <a:rPr lang="en-US" sz="1200" b="0" kern="1200" baseline="0" dirty="0">
                <a:solidFill>
                  <a:schemeClr val="tx1"/>
                </a:solidFill>
                <a:ea typeface="+mn-ea"/>
                <a:cs typeface="+mn-cs"/>
              </a:rPr>
              <a:t>vSAN Stretched Cluster Guide:  https://</a:t>
            </a:r>
            <a:r>
              <a:rPr lang="en-US" sz="1200" b="0" kern="1200" baseline="0" dirty="0" err="1">
                <a:solidFill>
                  <a:schemeClr val="tx1"/>
                </a:solidFill>
                <a:ea typeface="+mn-ea"/>
                <a:cs typeface="+mn-cs"/>
              </a:rPr>
              <a:t>www.vmware.com</a:t>
            </a:r>
            <a:r>
              <a:rPr lang="en-US" sz="1200" b="0" kern="1200" baseline="0" dirty="0">
                <a:solidFill>
                  <a:schemeClr val="tx1"/>
                </a:solidFill>
                <a:ea typeface="+mn-ea"/>
                <a:cs typeface="+mn-cs"/>
              </a:rPr>
              <a:t>/docs/</a:t>
            </a:r>
            <a:r>
              <a:rPr lang="en-US" sz="1200" b="0" kern="1200" baseline="0" dirty="0" err="1">
                <a:solidFill>
                  <a:schemeClr val="tx1"/>
                </a:solidFill>
                <a:ea typeface="+mn-ea"/>
                <a:cs typeface="+mn-cs"/>
              </a:rPr>
              <a:t>vsan</a:t>
            </a:r>
            <a:r>
              <a:rPr lang="en-US" sz="1200" b="0" kern="1200" baseline="0" dirty="0">
                <a:solidFill>
                  <a:schemeClr val="tx1"/>
                </a:solidFill>
                <a:ea typeface="+mn-ea"/>
                <a:cs typeface="+mn-cs"/>
              </a:rPr>
              <a:t>-stretched-cluster-guide</a:t>
            </a:r>
          </a:p>
        </p:txBody>
      </p:sp>
      <p:sp>
        <p:nvSpPr>
          <p:cNvPr id="4" name="Slide Number Placeholder 3">
            <a:extLst>
              <a:ext uri="{FF2B5EF4-FFF2-40B4-BE49-F238E27FC236}">
                <a16:creationId xmlns:a16="http://schemas.microsoft.com/office/drawing/2014/main" id="{DEC6EFBC-CAB0-4BCE-9A0F-4FF94215E9FD}"/>
              </a:ext>
            </a:extLst>
          </p:cNvPr>
          <p:cNvSpPr>
            <a:spLocks noGrp="1"/>
          </p:cNvSpPr>
          <p:nvPr>
            <p:ph type="sldNum" sz="quarter" idx="5"/>
          </p:nvPr>
        </p:nvSpPr>
        <p:spPr/>
        <p:txBody>
          <a:bodyPr/>
          <a:lstStyle/>
          <a:p>
            <a:fld id="{9F4FBC3A-A12C-40F9-BB8D-BC30C7901396}" type="slidenum">
              <a:rPr lang="en-US" smtClean="0"/>
              <a:pPr/>
              <a:t>18</a:t>
            </a:fld>
            <a:endParaRPr lang="en-US" dirty="0"/>
          </a:p>
        </p:txBody>
      </p:sp>
    </p:spTree>
    <p:extLst>
      <p:ext uri="{BB962C8B-B14F-4D97-AF65-F5344CB8AC3E}">
        <p14:creationId xmlns:p14="http://schemas.microsoft.com/office/powerpoint/2010/main" val="7076921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8F07E-83E2-66EA-FD4B-4BE8CFA092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32341F-D4B4-5CC0-2D24-97586C44023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0C0E5B6-CFA6-5796-9110-7354F479C637}"/>
              </a:ext>
            </a:extLst>
          </p:cNvPr>
          <p:cNvSpPr>
            <a:spLocks noGrp="1"/>
          </p:cNvSpPr>
          <p:nvPr>
            <p:ph type="body" idx="1"/>
          </p:nvPr>
        </p:nvSpPr>
        <p:spPr/>
        <p:txBody>
          <a:bodyPr>
            <a:normAutofit fontScale="40000" lnSpcReduction="20000"/>
          </a:bodyPr>
          <a:lstStyle/>
          <a:p>
            <a:r>
              <a:rPr lang="en-US" sz="1200" b="1" dirty="0"/>
              <a:t>Key Message/Talk track:</a:t>
            </a:r>
          </a:p>
          <a:p>
            <a:r>
              <a:rPr lang="en-US" sz="1200" b="0" dirty="0"/>
              <a:t>vSAN in VCF 9.0 introduced vSAN-to-vSAN replication, which was the ability to protect VMs from one vSAN cluster to another.  We’ve taken this a step further with vSAN for VCF 9.1.  Customers can now replicate, or protect VMs from any source, such as a VMFS or NFS datastore to a shared recovery site with a vSAN ESA cluster.  This provides greater flexibility in protecting your existing VCF environment that may be a mix of storage platforms.  </a:t>
            </a:r>
            <a:r>
              <a:rPr lang="en-US" sz="1200" b="1" dirty="0"/>
              <a:t>This multi-source replication capability is an ideal way for you to protect your data in VCF against disaster recovery and cyber recovery scenarios.</a:t>
            </a:r>
          </a:p>
          <a:p>
            <a:r>
              <a:rPr lang="en-US" sz="1200" dirty="0"/>
              <a:t>----------------------------------</a:t>
            </a:r>
          </a:p>
          <a:p>
            <a:r>
              <a:rPr lang="en-US" sz="1200" b="1" dirty="0"/>
              <a:t>Overview:</a:t>
            </a:r>
          </a:p>
          <a:p>
            <a:pPr marL="171450" indent="-171450">
              <a:buFont typeface="Arial" panose="020B0604020202020204" pitchFamily="34" charset="0"/>
              <a:buChar char="•"/>
            </a:pPr>
            <a:r>
              <a:rPr lang="en-US" dirty="0"/>
              <a:t>Replicate to a vSAN cluster </a:t>
            </a:r>
            <a:r>
              <a:rPr lang="en-US" b="1" dirty="0"/>
              <a:t>from multiple source storage types</a:t>
            </a:r>
            <a:r>
              <a:rPr lang="en-US" dirty="0"/>
              <a:t>, including:</a:t>
            </a:r>
          </a:p>
          <a:p>
            <a:pPr marL="628650" lvl="1" indent="-171450">
              <a:buFont typeface="Arial" panose="020B0604020202020204" pitchFamily="34" charset="0"/>
              <a:buChar char="•"/>
            </a:pPr>
            <a:r>
              <a:rPr lang="en-US" dirty="0"/>
              <a:t>VMFS</a:t>
            </a:r>
          </a:p>
          <a:p>
            <a:pPr marL="628650" lvl="1" indent="-171450">
              <a:buFont typeface="Arial" panose="020B0604020202020204" pitchFamily="34" charset="0"/>
              <a:buChar char="•"/>
            </a:pPr>
            <a:r>
              <a:rPr lang="en-US" dirty="0"/>
              <a:t>NFS</a:t>
            </a:r>
          </a:p>
          <a:p>
            <a:pPr marL="628650" lvl="1" indent="-171450">
              <a:buFont typeface="Arial" panose="020B0604020202020204" pitchFamily="34" charset="0"/>
              <a:buChar char="•"/>
            </a:pPr>
            <a:r>
              <a:rPr lang="en-US" dirty="0"/>
              <a:t>vSAN</a:t>
            </a:r>
          </a:p>
          <a:p>
            <a:pPr marL="171450" indent="-171450">
              <a:buFont typeface="Arial" panose="020B0604020202020204" pitchFamily="34" charset="0"/>
              <a:buChar char="•"/>
            </a:pPr>
            <a:r>
              <a:rPr lang="en-US" dirty="0"/>
              <a:t>Uses </a:t>
            </a:r>
            <a:r>
              <a:rPr lang="en-US" b="1" dirty="0"/>
              <a:t>protection Groups and site pairing concepts</a:t>
            </a:r>
            <a:r>
              <a:rPr lang="en-US" dirty="0"/>
              <a:t> as found with vSAN-to-vSAN replication</a:t>
            </a:r>
          </a:p>
          <a:p>
            <a:pPr marL="171450" indent="-171450">
              <a:buFont typeface="Arial" panose="020B0604020202020204" pitchFamily="34" charset="0"/>
              <a:buChar char="•"/>
            </a:pPr>
            <a:r>
              <a:rPr lang="en-US" dirty="0"/>
              <a:t>Allows for easier data migrations</a:t>
            </a:r>
          </a:p>
          <a:p>
            <a:pPr marL="171450" indent="-171450">
              <a:buFont typeface="Arial" panose="020B0604020202020204" pitchFamily="34" charset="0"/>
              <a:buChar char="•"/>
            </a:pPr>
            <a:r>
              <a:rPr lang="en-US" dirty="0"/>
              <a:t>Replication capabilities available through </a:t>
            </a:r>
            <a:r>
              <a:rPr lang="en-US" b="1" dirty="0"/>
              <a:t>SRM</a:t>
            </a:r>
            <a:r>
              <a:rPr lang="en-US" dirty="0"/>
              <a:t>, or VMware </a:t>
            </a:r>
            <a:r>
              <a:rPr lang="en-US" b="1" dirty="0"/>
              <a:t>Advanced Cyber Compliance </a:t>
            </a:r>
            <a:r>
              <a:rPr lang="en-US" dirty="0"/>
              <a:t>(ACC) addon</a:t>
            </a:r>
          </a:p>
          <a:p>
            <a:pPr marL="0" indent="0">
              <a:spcBef>
                <a:spcPts val="1779"/>
              </a:spcBef>
              <a:buFont typeface="Arial" panose="020B0604020202020204" pitchFamily="34" charset="0"/>
              <a:buNone/>
            </a:pPr>
            <a:r>
              <a:rPr lang="en-US" dirty="0"/>
              <a:t>----------------------------------</a:t>
            </a:r>
          </a:p>
          <a:p>
            <a:r>
              <a:rPr lang="en-US" b="1" dirty="0"/>
              <a:t>Details:</a:t>
            </a:r>
          </a:p>
          <a:p>
            <a:pPr marL="171450" indent="-171450">
              <a:buFont typeface="Arial" panose="020B0604020202020204" pitchFamily="34" charset="0"/>
              <a:buChar char="•"/>
            </a:pPr>
            <a:r>
              <a:rPr lang="en-US" b="0" dirty="0"/>
              <a:t>vSAN in VCF 9.0 extended the functionality of vSAN Protection and Recovery (previously known as “vSAN Data Protection”) by introducing the ability to replicate VM data from one vSAN cluster to another.  This was commonly known as “vSAN to vSAN replication” and is functionality that is unlocked in vSAN Protection and Recovery through the SRM or VMware Advanced Cyber Compliance (ACC) addon.  Since the ACC addon is focused on providing a solution for resilience and recovery against cyber attacks and other disaster conditions, many of our customers asked for the ability to protect VM data from different types of storage beyond just vSAN. (e.g. VMFS, NFS).  The abilities in 9.0 were too limited because it assumed the use of vSAN at the source site and target site.</a:t>
            </a:r>
          </a:p>
          <a:p>
            <a:pPr marL="171450" indent="-171450">
              <a:buFont typeface="Arial" panose="020B0604020202020204" pitchFamily="34" charset="0"/>
              <a:buChar char="•"/>
            </a:pPr>
            <a:r>
              <a:rPr lang="en-US" b="0" dirty="0"/>
              <a:t>vSAN in VCF 9.1, when paired with the SRM and/or the ACC addon license offers the ability to replicate from any source type to a vSAN cluster as the target.  This will allow customers using traditional storage (VMFS and NFS) to protect data residing on traditional three-tier architectures to a remove site powered by vSAN.  It will also allow them to reprotect or recover the data from the target site to the source site for recovery purposes.</a:t>
            </a:r>
          </a:p>
          <a:p>
            <a:pPr marL="171450" indent="-171450">
              <a:buFont typeface="Arial" panose="020B0604020202020204" pitchFamily="34" charset="0"/>
              <a:buChar char="•"/>
            </a:pPr>
            <a:r>
              <a:rPr lang="en-US" b="0" dirty="0"/>
              <a:t>This new capability allows for multiple source types to be connected to the same target vSAN cluster concurrently.  For example, you can a source cluster running VMFS, another source cluster running NFS, and a third source cluster running vSAN.  All can fan in to the same shared recovery site.</a:t>
            </a:r>
          </a:p>
          <a:p>
            <a:pPr marL="171450" indent="-171450">
              <a:buFont typeface="Arial" panose="020B0604020202020204" pitchFamily="34" charset="0"/>
              <a:buChar char="•"/>
            </a:pPr>
            <a:r>
              <a:rPr lang="en-US" b="0" dirty="0"/>
              <a:t>Each vCenter Server managing the respective source cluster must have the Protection and Recovery Appliance deployed and configured.  This includes the initial appliance deployment, configuration and site pairing.</a:t>
            </a:r>
          </a:p>
          <a:p>
            <a:pPr marL="171450" indent="-171450">
              <a:buFont typeface="Arial" panose="020B0604020202020204" pitchFamily="34" charset="0"/>
              <a:buChar char="•"/>
            </a:pPr>
            <a:r>
              <a:rPr lang="en-US" b="0" dirty="0"/>
              <a:t>The mechanics of an environment using VMFS or NFS at the source site shares many of the same concepts as if the source site were running vSAN.  </a:t>
            </a:r>
          </a:p>
          <a:p>
            <a:pPr marL="628650" lvl="1" indent="-171450">
              <a:buFont typeface="Arial" panose="020B0604020202020204" pitchFamily="34" charset="0"/>
              <a:buChar char="•"/>
            </a:pPr>
            <a:r>
              <a:rPr lang="en-US" b="0" dirty="0"/>
              <a:t>Each site must use their own respective vCenter Servers</a:t>
            </a:r>
          </a:p>
          <a:p>
            <a:pPr marL="628650" lvl="1" indent="-171450">
              <a:buFont typeface="Arial" panose="020B0604020202020204" pitchFamily="34" charset="0"/>
              <a:buChar char="•"/>
            </a:pPr>
            <a:r>
              <a:rPr lang="en-US" b="0" dirty="0"/>
              <a:t>Each site/cluster must be paired to each other to establish the relationship for protection.  This now offers much wider support, as the source cluster may be a vSphere cluster, not just a vSAN ESA cluster.  For disaggregated environments it assumes that the vSphere cluster (vSAN compute cluster) is paired, not the storage cluster.</a:t>
            </a:r>
          </a:p>
          <a:p>
            <a:pPr marL="628650" lvl="1" indent="-171450">
              <a:buFont typeface="Arial" panose="020B0604020202020204" pitchFamily="34" charset="0"/>
              <a:buChar char="•"/>
            </a:pPr>
            <a:r>
              <a:rPr lang="en-US" b="0" dirty="0"/>
              <a:t>A snapshot is taken at the target site after the replica is completed.  This helps maintain autonomy between the two sites, just as with vSAN-to-vSAN replication.</a:t>
            </a:r>
          </a:p>
          <a:p>
            <a:pPr marL="171450" lvl="0" indent="-171450">
              <a:buFont typeface="Arial" panose="020B0604020202020204" pitchFamily="34" charset="0"/>
              <a:buChar char="•"/>
            </a:pPr>
            <a:r>
              <a:rPr lang="en-US" b="0" dirty="0"/>
              <a:t>Some elements of any to vSAN replication will be different.</a:t>
            </a:r>
          </a:p>
          <a:p>
            <a:pPr marL="628650" lvl="1" indent="-171450">
              <a:buFont typeface="Arial" panose="020B0604020202020204" pitchFamily="34" charset="0"/>
              <a:buChar char="•"/>
            </a:pPr>
            <a:r>
              <a:rPr lang="en-US" b="0" dirty="0"/>
              <a:t>Source cluster pairing may consist of more than one datastore, whereas with vSAN a single datastore represented a single cluster.</a:t>
            </a:r>
          </a:p>
          <a:p>
            <a:pPr marL="171450" lvl="0" indent="-171450">
              <a:buFont typeface="Arial" panose="020B0604020202020204" pitchFamily="34" charset="0"/>
              <a:buChar char="•"/>
            </a:pPr>
            <a:r>
              <a:rPr lang="en-US" b="0" dirty="0"/>
              <a:t>In situations where the source cluster is not vSAN, some of the capabilities for the source site may not be the same as configurations where vSAN is at the source site.  This would include local snapshot capabilities unique to vSAN Protection and Recovery (previously known as “vSAN Data Protection) powered by ESA (fast snapshots, retention of up to 200 snapshots per VM, etc.)</a:t>
            </a:r>
          </a:p>
          <a:p>
            <a:pPr marL="171450" lvl="0" indent="-171450">
              <a:buFont typeface="Arial" panose="020B0604020202020204" pitchFamily="34" charset="0"/>
              <a:buChar char="•"/>
            </a:pPr>
            <a:r>
              <a:rPr lang="en-US" b="0" dirty="0"/>
              <a:t>The cluster at the target location can be either a vSAN HCI cluster, or a vSAN storage cluster, with a compute cluster connected to it.  A “cyber recover” slider/toggle will be available in the vSAN ESA options.  The appropriate “vSAN HCI cluster” or “vSAN storage cluster” option must be chosen correctly first, prior to selecting this option, since it cannot be changed after this step.</a:t>
            </a:r>
          </a:p>
          <a:p>
            <a:pPr marL="171450" lvl="0" indent="-171450">
              <a:buFont typeface="Arial" panose="020B0604020202020204" pitchFamily="34" charset="0"/>
              <a:buChar char="•"/>
            </a:pPr>
            <a:r>
              <a:rPr lang="en-US" b="0" dirty="0"/>
              <a:t>The shared recovery site requires ‘</a:t>
            </a:r>
            <a:r>
              <a:rPr lang="en-US" b="0" dirty="0" err="1"/>
              <a:t>autoprotect.vsanGroupsAutoImportationEnabled</a:t>
            </a:r>
            <a:r>
              <a:rPr lang="en-US" b="0" dirty="0"/>
              <a:t>’ advance setting configuration change to enable automatic vSAN PG importation support on each recovery site SRM-only VA. </a:t>
            </a:r>
          </a:p>
          <a:p>
            <a:pPr marL="171450" lvl="0" indent="-171450">
              <a:buFont typeface="Arial" panose="020B0604020202020204" pitchFamily="34" charset="0"/>
              <a:buChar char="•"/>
            </a:pPr>
            <a:r>
              <a:rPr lang="en-US" b="0" dirty="0"/>
              <a:t>Note that in the UI for 9.1, the naming of entities will be as follows:</a:t>
            </a:r>
          </a:p>
          <a:p>
            <a:pPr marL="628650" lvl="1" indent="-171450">
              <a:buFont typeface="Arial" panose="020B0604020202020204" pitchFamily="34" charset="0"/>
              <a:buChar char="•"/>
            </a:pPr>
            <a:r>
              <a:rPr lang="en-US" b="0" dirty="0"/>
              <a:t>Deploying the virtual appliance.  Under the Configure &gt; “Protection and Recovery”</a:t>
            </a:r>
          </a:p>
          <a:p>
            <a:pPr marL="628650" lvl="1" indent="-171450">
              <a:buFont typeface="Arial" panose="020B0604020202020204" pitchFamily="34" charset="0"/>
              <a:buChar char="•"/>
            </a:pPr>
            <a:r>
              <a:rPr lang="en-US" b="0" dirty="0"/>
              <a:t>Configuring the vSAN cluster.  Under Configure &gt; vSAN &gt; Services, references will be “Cyber recovery” when defining what cluster type it is.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For Reference, here is a brief overview of licensing as it relates to protection capabilities. See the appropriate licensing guides for more details.</a:t>
            </a:r>
          </a:p>
          <a:p>
            <a:pPr marL="628650" lvl="1" indent="-171450">
              <a:buFont typeface="Arial" panose="020B0604020202020204" pitchFamily="34" charset="0"/>
              <a:buChar char="•"/>
            </a:pPr>
            <a:r>
              <a:rPr lang="en-US" b="0" dirty="0"/>
              <a:t>VCF licenses.  Includes local protection through vSAN Protection and Recovery (previously known as “vSAN Data Protection.”) </a:t>
            </a:r>
          </a:p>
          <a:p>
            <a:pPr marL="628650" lvl="1" indent="-171450">
              <a:buFont typeface="Arial" panose="020B0604020202020204" pitchFamily="34" charset="0"/>
              <a:buChar char="•"/>
            </a:pPr>
            <a:r>
              <a:rPr lang="en-US" b="0" dirty="0"/>
              <a:t>VCF + SRM license.  Includes local protection, remote replication, and DR orchestration abilities.</a:t>
            </a:r>
          </a:p>
          <a:p>
            <a:pPr marL="628650" lvl="1" indent="-171450">
              <a:buFont typeface="Arial" panose="020B0604020202020204" pitchFamily="34" charset="0"/>
              <a:buChar char="•"/>
            </a:pPr>
            <a:r>
              <a:rPr lang="en-US" b="0" dirty="0"/>
              <a:t>VCF + ACC.  Includes local protection, DR orchestration that comes with SRM, and full cyber recovery capabilities.</a:t>
            </a:r>
          </a:p>
          <a:p>
            <a:pPr marL="171450" lvl="0" indent="-171450">
              <a:buFont typeface="Arial" panose="020B0604020202020204" pitchFamily="34" charset="0"/>
              <a:buChar char="•"/>
            </a:pPr>
            <a:r>
              <a:rPr lang="en-US" b="0" dirty="0"/>
              <a:t>Note the following naming changes that are now a part of the UI.</a:t>
            </a:r>
          </a:p>
          <a:p>
            <a:pPr marL="628650" lvl="1" indent="-171450">
              <a:buFont typeface="Arial" panose="020B0604020202020204" pitchFamily="34" charset="0"/>
              <a:buChar char="•"/>
            </a:pPr>
            <a:r>
              <a:rPr lang="en-US" b="0" dirty="0"/>
              <a:t>“vSAN Protection and Recovery” replaces “vSAN Data Protection”</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“vSAN snapshots” and “vSAN replication” can still be used as descriptors.</a:t>
            </a:r>
          </a:p>
          <a:p>
            <a:pPr marL="628650" lvl="1" indent="-171450">
              <a:buFont typeface="Arial" panose="020B0604020202020204" pitchFamily="34" charset="0"/>
              <a:buChar char="•"/>
            </a:pPr>
            <a:r>
              <a:rPr lang="en-US" b="0" dirty="0"/>
              <a:t>“</a:t>
            </a:r>
            <a:r>
              <a:rPr lang="en-US" b="0" dirty="0" err="1"/>
              <a:t>SnapManager</a:t>
            </a:r>
            <a:r>
              <a:rPr lang="en-US" b="0" dirty="0"/>
              <a:t>” is not longer a part of the </a:t>
            </a:r>
            <a:r>
              <a:rPr lang="en-US" b="0" dirty="0" err="1"/>
              <a:t>the</a:t>
            </a:r>
            <a:r>
              <a:rPr lang="en-US" b="0" dirty="0"/>
              <a:t> configuration process.</a:t>
            </a:r>
          </a:p>
          <a:p>
            <a:pPr marL="628650" lvl="1" indent="-171450">
              <a:buFont typeface="Arial" panose="020B0604020202020204" pitchFamily="34" charset="0"/>
              <a:buChar char="•"/>
            </a:pPr>
            <a:r>
              <a:rPr lang="en-US" b="0" dirty="0"/>
              <a:t>“Cyber Recovery” is noted for clusters configured in vSAN Services for this purpose.</a:t>
            </a:r>
          </a:p>
          <a:p>
            <a:pPr marL="0" indent="0">
              <a:buFont typeface="Arial" panose="020B0604020202020204" pitchFamily="34" charset="0"/>
              <a:buNone/>
            </a:pPr>
            <a:r>
              <a:rPr lang="en-US" b="1" u="sng" dirty="0"/>
              <a:t>Limitations</a:t>
            </a:r>
          </a:p>
          <a:p>
            <a:pPr marL="171450" indent="-171450">
              <a:buFont typeface="Arial" panose="020B0604020202020204" pitchFamily="34" charset="0"/>
              <a:buChar char="•"/>
            </a:pPr>
            <a:r>
              <a:rPr lang="en-US" b="0" u="none" dirty="0"/>
              <a:t>The shared recovery site (aka “destination/target”) for any-to-vSAN replication must be a vSAN ESA cluster.  This is required for the ransomware recovery capabilities of ACC.</a:t>
            </a:r>
          </a:p>
          <a:p>
            <a:pPr marL="171450" indent="-171450">
              <a:buFont typeface="Arial" panose="020B0604020202020204" pitchFamily="34" charset="0"/>
              <a:buChar char="•"/>
            </a:pPr>
            <a:r>
              <a:rPr lang="en-US" b="0" u="none" dirty="0"/>
              <a:t>VM types currently not supported for protection include:</a:t>
            </a:r>
          </a:p>
          <a:p>
            <a:pPr marL="628650" lvl="1" indent="-171450">
              <a:buFont typeface="Arial" panose="020B0604020202020204" pitchFamily="34" charset="0"/>
              <a:buChar char="•"/>
            </a:pPr>
            <a:r>
              <a:rPr lang="en-US" b="0" u="none" dirty="0"/>
              <a:t>Linked clones</a:t>
            </a:r>
          </a:p>
          <a:p>
            <a:pPr marL="628650" lvl="1" indent="-171450">
              <a:buFont typeface="Arial" panose="020B0604020202020204" pitchFamily="34" charset="0"/>
              <a:buChar char="•"/>
            </a:pPr>
            <a:r>
              <a:rPr lang="en-US" b="0" u="none" dirty="0"/>
              <a:t>VMs using vSphere Encryption</a:t>
            </a:r>
          </a:p>
          <a:p>
            <a:pPr marL="628650" lvl="1" indent="-171450">
              <a:buFont typeface="Arial" panose="020B0604020202020204" pitchFamily="34" charset="0"/>
              <a:buChar char="•"/>
            </a:pPr>
            <a:r>
              <a:rPr lang="en-US" b="0" u="none" dirty="0"/>
              <a:t>VMs with CBRC enabled</a:t>
            </a:r>
          </a:p>
          <a:p>
            <a:pPr marL="628650" lvl="1" indent="-171450">
              <a:buFont typeface="Arial" panose="020B0604020202020204" pitchFamily="34" charset="0"/>
              <a:buChar char="•"/>
            </a:pPr>
            <a:r>
              <a:rPr lang="en-US" b="0" u="none" dirty="0"/>
              <a:t>VMs using vSphere FT</a:t>
            </a:r>
          </a:p>
          <a:p>
            <a:pPr marL="628650" lvl="1" indent="-171450">
              <a:buFont typeface="Arial" panose="020B0604020202020204" pitchFamily="34" charset="0"/>
              <a:buChar char="•"/>
            </a:pPr>
            <a:r>
              <a:rPr lang="en-US" b="0" u="none" dirty="0"/>
              <a:t>VMs with the </a:t>
            </a:r>
            <a:r>
              <a:rPr lang="en-US" b="0" u="none" dirty="0" err="1"/>
              <a:t>multiwriter</a:t>
            </a:r>
            <a:r>
              <a:rPr lang="en-US" b="0" u="none" dirty="0"/>
              <a:t> flag enabled</a:t>
            </a:r>
          </a:p>
          <a:p>
            <a:pPr marL="628650" lvl="1" indent="-171450">
              <a:buFont typeface="Arial" panose="020B0604020202020204" pitchFamily="34" charset="0"/>
              <a:buChar char="•"/>
            </a:pPr>
            <a:r>
              <a:rPr lang="en-US" b="0" u="none" dirty="0"/>
              <a:t>VMs providing infrastructure responsibilities (e.g. vCenter Server, NSX managers, Snapshot service appliance, etc.)</a:t>
            </a:r>
          </a:p>
          <a:p>
            <a:pPr marL="628650" lvl="1" indent="-171450">
              <a:buFont typeface="Arial" panose="020B0604020202020204" pitchFamily="34" charset="0"/>
              <a:buChar char="•"/>
            </a:pPr>
            <a:r>
              <a:rPr lang="en-US" b="0" u="none" dirty="0"/>
              <a:t>First class disks (FCDs)</a:t>
            </a:r>
          </a:p>
          <a:p>
            <a:pPr marL="171450" lvl="0" indent="-171450">
              <a:buFont typeface="Arial" panose="020B0604020202020204" pitchFamily="34" charset="0"/>
              <a:buChar char="•"/>
            </a:pPr>
            <a:r>
              <a:rPr lang="en-US" b="0" u="none" dirty="0"/>
              <a:t>The new capabilities assume the use of 9.1 with vCenter Server, the source clusters and the target clusters.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u="sng" dirty="0"/>
              <a:t>Positioning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Feature value in one sentence.</a:t>
            </a:r>
            <a:r>
              <a:rPr lang="en-US" b="0" dirty="0"/>
              <a:t>  The ability to replication from vSphere clusters using VMFS or NFS storage unlocks new potential for VCF customers in providing a comprehensive protection strategy for their environment.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With expanding capabilities, you will find vSAN being positioned into the following general categories (some of which may not be fully available yet).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Production.  This is the top performing tier being consumed as primary storage.  These clusters will consist of ReadyNodes using TLC Flash, and optimized for performance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DR Target.  This is the top performing tier of secondary storage.  These clusters will consist of ReadyNodes using TLC Flash and optimized for performance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Cyber Vault.  This is a moderate performance tier for protection.  These clusters will consist of more value-based ReadyNodes using QLC, and optimized for TCO.</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Backup Target.  This is a moderate performance tier for longer-term backups.  These clusters will consist of more value-based ReadyNodes using QLC, and optimized for TCO.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The characteristic of </a:t>
            </a:r>
            <a:r>
              <a:rPr lang="en-US" b="1" dirty="0"/>
              <a:t>vSAN at the target site is a key requirement of our approach to DR and cyber recovery. </a:t>
            </a:r>
            <a:r>
              <a:rPr lang="en-US" b="0" dirty="0"/>
              <a:t> vSAN ESA must be at the target site to provide much of the functionality that exists in these recovery scenarios.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Aside from the conventional use cases of disaster recovery and ransomware recovery, this multi-source replication can also assist with data migration efforts, where migrating off of VMFS and/or NFS has been a challenge for customers due to their topology.  This can be another value that can be positioned with this feature enhancement.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baseline="0" dirty="0">
                <a:solidFill>
                  <a:schemeClr val="tx1"/>
                </a:solidFill>
                <a:ea typeface="+mn-ea"/>
                <a:cs typeface="+mn-cs"/>
              </a:rPr>
              <a:t>----------------------------------</a:t>
            </a:r>
          </a:p>
          <a:p>
            <a:r>
              <a:rPr lang="en-US" sz="1200" b="1" kern="1200" baseline="0" dirty="0">
                <a:solidFill>
                  <a:schemeClr val="tx1"/>
                </a:solidFill>
                <a:ea typeface="+mn-ea"/>
                <a:cs typeface="+mn-cs"/>
              </a:rPr>
              <a:t>Additional Information:</a:t>
            </a:r>
          </a:p>
          <a:p>
            <a:pPr marL="171450" indent="-171450">
              <a:buFont typeface="Arial" panose="020B0604020202020204" pitchFamily="34" charset="0"/>
              <a:buChar char="•"/>
            </a:pPr>
            <a:r>
              <a:rPr lang="en-US" sz="1200" b="0" kern="1200" baseline="0" dirty="0">
                <a:solidFill>
                  <a:schemeClr val="tx1"/>
                </a:solidFill>
                <a:ea typeface="+mn-ea"/>
                <a:cs typeface="+mn-cs"/>
              </a:rPr>
              <a:t>VMware Advanced Cyber Compliance:  https://</a:t>
            </a:r>
            <a:r>
              <a:rPr lang="en-US" sz="1200" b="0" kern="1200" baseline="0" dirty="0" err="1">
                <a:solidFill>
                  <a:schemeClr val="tx1"/>
                </a:solidFill>
                <a:ea typeface="+mn-ea"/>
                <a:cs typeface="+mn-cs"/>
              </a:rPr>
              <a:t>www.vmware.com</a:t>
            </a:r>
            <a:r>
              <a:rPr lang="en-US" sz="1200" b="0" kern="1200" baseline="0" dirty="0">
                <a:solidFill>
                  <a:schemeClr val="tx1"/>
                </a:solidFill>
                <a:ea typeface="+mn-ea"/>
                <a:cs typeface="+mn-cs"/>
              </a:rPr>
              <a:t>/products/cloud-infrastructure/advanced-services/advanced-cyber-compliance</a:t>
            </a:r>
          </a:p>
          <a:p>
            <a:pPr marL="171450" indent="-171450">
              <a:buFont typeface="Arial" panose="020B0604020202020204" pitchFamily="34" charset="0"/>
              <a:buChar char="•"/>
            </a:pPr>
            <a:r>
              <a:rPr lang="en-US" sz="1200" b="0" kern="1200" baseline="0" dirty="0">
                <a:solidFill>
                  <a:schemeClr val="tx1"/>
                </a:solidFill>
                <a:ea typeface="+mn-ea"/>
                <a:cs typeface="+mn-cs"/>
              </a:rPr>
              <a:t>Enhance the value of vSAN with VMware Advanced Cyber Compliance (ACC):  https://blogs.vmware.com/cloud-foundation/2025/11/18/enhance-the-value-of-vsan-data-protection-with-vmware-advanced-cyber-compliance/ </a:t>
            </a:r>
          </a:p>
        </p:txBody>
      </p:sp>
      <p:sp>
        <p:nvSpPr>
          <p:cNvPr id="4" name="Slide Number Placeholder 3">
            <a:extLst>
              <a:ext uri="{FF2B5EF4-FFF2-40B4-BE49-F238E27FC236}">
                <a16:creationId xmlns:a16="http://schemas.microsoft.com/office/drawing/2014/main" id="{CD9EA25D-582F-146C-1587-1DEC8FBFEFD2}"/>
              </a:ext>
            </a:extLst>
          </p:cNvPr>
          <p:cNvSpPr>
            <a:spLocks noGrp="1"/>
          </p:cNvSpPr>
          <p:nvPr>
            <p:ph type="sldNum" sz="quarter" idx="5"/>
          </p:nvPr>
        </p:nvSpPr>
        <p:spPr/>
        <p:txBody>
          <a:bodyPr/>
          <a:lstStyle/>
          <a:p>
            <a:fld id="{9F4FBC3A-A12C-40F9-BB8D-BC30C7901396}" type="slidenum">
              <a:rPr lang="en-US" smtClean="0"/>
              <a:pPr/>
              <a:t>19</a:t>
            </a:fld>
            <a:endParaRPr lang="en-US" dirty="0"/>
          </a:p>
        </p:txBody>
      </p:sp>
    </p:spTree>
    <p:extLst>
      <p:ext uri="{BB962C8B-B14F-4D97-AF65-F5344CB8AC3E}">
        <p14:creationId xmlns:p14="http://schemas.microsoft.com/office/powerpoint/2010/main" val="22482557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98200-2946-6A03-7E7C-EA8EBB923F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CB9F25-A28A-D5CC-792A-A51689D841C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9A8CE0C-E946-A70E-F63B-517B7EEA9209}"/>
              </a:ext>
            </a:extLst>
          </p:cNvPr>
          <p:cNvSpPr>
            <a:spLocks noGrp="1"/>
          </p:cNvSpPr>
          <p:nvPr>
            <p:ph type="body" idx="1"/>
          </p:nvPr>
        </p:nvSpPr>
        <p:spPr/>
        <p:txBody>
          <a:bodyPr>
            <a:normAutofit fontScale="40000" lnSpcReduction="20000"/>
          </a:bodyPr>
          <a:lstStyle/>
          <a:p>
            <a:r>
              <a:rPr lang="en-US" sz="1200" b="1" dirty="0"/>
              <a:t>Key Message/Talk track:</a:t>
            </a:r>
          </a:p>
          <a:p>
            <a:r>
              <a:rPr lang="en-US" sz="1200" b="0" dirty="0"/>
              <a:t>In vSAN for VCF 9.1, we’ve brought the option of a cyber recovery cleanroom from the cloud, to an on-premises, customer owned and managed clean room.  In the past, customer owned remote sites were limited for the purpose of disaster recovery using Site Recovery Manager.  Now, with VCF 9.1 and the VMware Advanced Cyber Compliance (ACC) addon, you can extend this to provide full protection and mitigation of cyber threats as well.  </a:t>
            </a:r>
            <a:r>
              <a:rPr lang="en-US" sz="1200" b="1" dirty="0"/>
              <a:t>Providing a cyber recovery environment that does not use a public cloud is precisely what many of our customers have been asking for. </a:t>
            </a:r>
          </a:p>
          <a:p>
            <a:r>
              <a:rPr lang="en-US" sz="1200" dirty="0"/>
              <a:t>----------------------------------</a:t>
            </a:r>
          </a:p>
          <a:p>
            <a:r>
              <a:rPr lang="en-US" sz="1200" b="1" dirty="0"/>
              <a:t>Overview:</a:t>
            </a:r>
          </a:p>
          <a:p>
            <a:pPr marL="171450" indent="-171450">
              <a:buFont typeface="Arial" panose="020B0604020202020204" pitchFamily="34" charset="0"/>
              <a:buChar char="•"/>
            </a:pPr>
            <a:r>
              <a:rPr lang="en-US" dirty="0"/>
              <a:t>Use </a:t>
            </a:r>
            <a:r>
              <a:rPr lang="en-US" b="1" dirty="0"/>
              <a:t>customer owned and managed clean room</a:t>
            </a:r>
            <a:r>
              <a:rPr lang="en-US" dirty="0"/>
              <a:t> for full protection and recovery against ransomware attacks</a:t>
            </a:r>
          </a:p>
          <a:p>
            <a:pPr marL="171450" indent="-171450">
              <a:buFont typeface="Arial" panose="020B0604020202020204" pitchFamily="34" charset="0"/>
              <a:buChar char="•"/>
            </a:pPr>
            <a:r>
              <a:rPr lang="en-US" dirty="0"/>
              <a:t>Eliminates the need for cloud-based recovery site</a:t>
            </a:r>
          </a:p>
          <a:p>
            <a:pPr marL="171450" indent="-171450">
              <a:buFont typeface="Arial" panose="020B0604020202020204" pitchFamily="34" charset="0"/>
              <a:buChar char="•"/>
            </a:pPr>
            <a:r>
              <a:rPr lang="en-US" dirty="0"/>
              <a:t>Extends vSAN Protection and Recovery in VCF to </a:t>
            </a:r>
            <a:r>
              <a:rPr lang="en-US" b="1" dirty="0"/>
              <a:t>provide full site and cyber recovery</a:t>
            </a:r>
          </a:p>
          <a:p>
            <a:pPr marL="628650" lvl="1" indent="-171450">
              <a:buFont typeface="Arial" panose="020B0604020202020204" pitchFamily="34" charset="0"/>
              <a:buChar char="•"/>
            </a:pPr>
            <a:r>
              <a:rPr lang="en-US" dirty="0"/>
              <a:t>Orchestrated workflows</a:t>
            </a:r>
          </a:p>
          <a:p>
            <a:pPr marL="628650" lvl="1" indent="-171450">
              <a:buFont typeface="Arial" panose="020B0604020202020204" pitchFamily="34" charset="0"/>
              <a:buChar char="•"/>
            </a:pPr>
            <a:r>
              <a:rPr lang="en-US" dirty="0"/>
              <a:t>EDR integration</a:t>
            </a:r>
          </a:p>
          <a:p>
            <a:pPr marL="628650" lvl="1" indent="-171450">
              <a:buFont typeface="Arial" panose="020B0604020202020204" pitchFamily="34" charset="0"/>
              <a:buChar char="•"/>
            </a:pPr>
            <a:r>
              <a:rPr lang="en-US" dirty="0"/>
              <a:t>Push-button network isolation</a:t>
            </a:r>
          </a:p>
          <a:p>
            <a:pPr marL="171450" indent="-171450">
              <a:buFont typeface="Arial" panose="020B0604020202020204" pitchFamily="34" charset="0"/>
              <a:buChar char="•"/>
            </a:pPr>
            <a:r>
              <a:rPr lang="en-US" b="1" dirty="0"/>
              <a:t>Reduce downtime </a:t>
            </a:r>
            <a:r>
              <a:rPr lang="en-US" dirty="0"/>
              <a:t>with comprehensive recovery abilities</a:t>
            </a:r>
          </a:p>
          <a:p>
            <a:pPr marL="0" indent="0">
              <a:spcBef>
                <a:spcPts val="1779"/>
              </a:spcBef>
              <a:buFont typeface="Arial" panose="020B0604020202020204" pitchFamily="34" charset="0"/>
              <a:buNone/>
            </a:pPr>
            <a:r>
              <a:rPr lang="en-US" dirty="0"/>
              <a:t>----------------------------------</a:t>
            </a:r>
          </a:p>
          <a:p>
            <a:r>
              <a:rPr lang="en-US" b="1" dirty="0"/>
              <a:t>Details:</a:t>
            </a:r>
          </a:p>
          <a:p>
            <a:pPr marL="171450" indent="-171450">
              <a:buFont typeface="Arial" panose="020B0604020202020204" pitchFamily="34" charset="0"/>
              <a:buChar char="•"/>
            </a:pPr>
            <a:r>
              <a:rPr lang="en-US" b="0" dirty="0"/>
              <a:t>In past versions of vSAN, some of our customers appreciated the purpose-built, ransomware recovery capabilities as found in VMware Live Cyber Recovery (VLCR),  initially known as VMware Cloud Disaster Recovery (VCDR).  Unfortunately, this model required the use of the cloud for an Isolated Recovery Environment (IRE).  Many of our customers have strict requirements or preferences against using the cloud as the location to provide recovery for cybersecurity attacks.</a:t>
            </a:r>
          </a:p>
          <a:p>
            <a:pPr marL="171450" indent="-171450">
              <a:buFont typeface="Arial" panose="020B0604020202020204" pitchFamily="34" charset="0"/>
              <a:buChar char="•"/>
            </a:pPr>
            <a:r>
              <a:rPr lang="en-US" b="0" dirty="0"/>
              <a:t>vSAN in VCF 9.1 introduces the ability to provide ransomware recovery using their own, on-premises site.  This will allow for full ransomware protection using hardware and facilities that are owned entirely by the customer, with no dependency on the cloud.  As was the case with a cloud-based recovery, customers can initiate ransomware recovery activities on a small subset of VMs or all VMs.    Since VCF 9.1 supports the source replication site running vSAN, VMFS, and NFS, this means a comprehensive protection strategy for your workloads, so long as the clean room/recovery site is vSAN.</a:t>
            </a:r>
          </a:p>
          <a:p>
            <a:pPr marL="171450" indent="-171450">
              <a:buFont typeface="Arial" panose="020B0604020202020204" pitchFamily="34" charset="0"/>
              <a:buChar char="•"/>
            </a:pPr>
            <a:r>
              <a:rPr lang="en-US" b="0" dirty="0"/>
              <a:t>In this new approach of Cyber Recovery using an on-premises, customer-owned clean room, ransomware protection and recovery processes are built into the SRM workflows.  This takes advantage of logic already in place for disaster recovery workflows, but adapts them to accommodate ransomware recovery workflows.  </a:t>
            </a:r>
          </a:p>
          <a:p>
            <a:pPr marL="628650" lvl="1" indent="-171450">
              <a:buFont typeface="Arial" panose="020B0604020202020204" pitchFamily="34" charset="0"/>
              <a:buChar char="•"/>
            </a:pPr>
            <a:r>
              <a:rPr lang="en-US" b="0" dirty="0"/>
              <a:t>VMs participating in an SRM recovery plan (RP) must be marked for ransomware recovery to make them eligible.  If VMs are protected by SRM, but have not been marked for ransomware recovery, they will not be eligible.   There is no need to create discrete protection groups for ransomware recovery.  </a:t>
            </a:r>
          </a:p>
          <a:p>
            <a:pPr marL="628650" lvl="1" indent="-171450">
              <a:buFont typeface="Arial" panose="020B0604020202020204" pitchFamily="34" charset="0"/>
              <a:buChar char="•"/>
            </a:pPr>
            <a:r>
              <a:rPr lang="en-US" b="0" dirty="0"/>
              <a:t>The marking of ransomware recovery within a recovery plan will create the necessary logic (e.g. associated protection groups, etc.) to facilitate the protection and recovery processes and requirements.</a:t>
            </a:r>
          </a:p>
          <a:p>
            <a:pPr marL="171450" indent="-171450">
              <a:buFont typeface="Arial" panose="020B0604020202020204" pitchFamily="34" charset="0"/>
              <a:buChar char="•"/>
            </a:pPr>
            <a:r>
              <a:rPr lang="en-US" b="0" dirty="0"/>
              <a:t>A high-level ransomware recovery process using this on-premises model is as follows:</a:t>
            </a:r>
          </a:p>
          <a:p>
            <a:pPr marL="685800" lvl="1" indent="-228600">
              <a:buFont typeface="+mj-lt"/>
              <a:buAutoNum type="arabicPeriod"/>
            </a:pPr>
            <a:r>
              <a:rPr lang="en-US" b="0" dirty="0"/>
              <a:t>VMs assigned to protection groups.  They are part of an SRM recovery plan that have also been marked for ransomware recovery.</a:t>
            </a:r>
          </a:p>
          <a:p>
            <a:pPr marL="685800" lvl="1" indent="-228600">
              <a:buFont typeface="+mj-lt"/>
              <a:buAutoNum type="arabicPeriod"/>
            </a:pPr>
            <a:r>
              <a:rPr lang="en-US" b="0" dirty="0"/>
              <a:t>Upon the detection of a ransomware event, affected VMs should be placed in a “</a:t>
            </a:r>
            <a:r>
              <a:rPr lang="en-US" b="1" dirty="0"/>
              <a:t>validation</a:t>
            </a:r>
            <a:r>
              <a:rPr lang="en-US" b="0" dirty="0"/>
              <a:t>” state.  This is followed by selecting a desired snapshot to run in the IRE.  Temporary copies of the VMs (with EDR sensors running) will be used for the evaluation and cleaning.  If unsuccessful, an older snapshot can be selected in attempts to find a clean version.</a:t>
            </a:r>
          </a:p>
          <a:p>
            <a:pPr marL="685800" lvl="1" indent="-228600">
              <a:buFont typeface="+mj-lt"/>
              <a:buAutoNum type="arabicPeriod"/>
            </a:pPr>
            <a:r>
              <a:rPr lang="en-US" b="0" dirty="0"/>
              <a:t>When VMs are successfully validated by the EDR, they will be put into a “</a:t>
            </a:r>
            <a:r>
              <a:rPr lang="en-US" b="1" dirty="0"/>
              <a:t>staging</a:t>
            </a:r>
            <a:r>
              <a:rPr lang="en-US" b="0" dirty="0"/>
              <a:t>” state.  This is the result of cleaning or validation that it is clean.  VMs promoted to the staging state will create a new replica that can be used for recovery.</a:t>
            </a:r>
          </a:p>
          <a:p>
            <a:pPr marL="685800" lvl="1" indent="-228600">
              <a:buFont typeface="+mj-lt"/>
              <a:buAutoNum type="arabicPeriod"/>
            </a:pPr>
            <a:r>
              <a:rPr lang="en-US" b="0" dirty="0"/>
              <a:t>After staging is complete, they can be placed in a “</a:t>
            </a:r>
            <a:r>
              <a:rPr lang="en-US" b="1" dirty="0"/>
              <a:t>recovered</a:t>
            </a:r>
            <a:r>
              <a:rPr lang="en-US" b="0" dirty="0"/>
              <a:t>” state, which recovers them to the SPE in the secondary site.  </a:t>
            </a:r>
          </a:p>
          <a:p>
            <a:pPr marL="685800" lvl="1" indent="-228600">
              <a:buFont typeface="+mj-lt"/>
              <a:buAutoNum type="arabicPeriod"/>
            </a:pPr>
            <a:r>
              <a:rPr lang="en-US" b="0" dirty="0"/>
              <a:t>While the previous step is officially the end of the ransomware recovery process, there may be a desire to restore them back to the primary/production site.  By placing them into a “</a:t>
            </a:r>
            <a:r>
              <a:rPr lang="en-US" b="1" dirty="0" err="1"/>
              <a:t>reprotected</a:t>
            </a:r>
            <a:r>
              <a:rPr lang="en-US" b="0" dirty="0"/>
              <a:t>” state, this will replicate all changes during the recover process, plus any subsequent changes in the SPE.</a:t>
            </a:r>
          </a:p>
          <a:p>
            <a:pPr marL="685800" lvl="1" indent="-228600">
              <a:buFont typeface="+mj-lt"/>
              <a:buAutoNum type="arabicPeriod"/>
            </a:pPr>
            <a:r>
              <a:rPr lang="en-US" b="0" dirty="0"/>
              <a:t>At this point the desired VMs can be placed into a “</a:t>
            </a:r>
            <a:r>
              <a:rPr lang="en-US" b="1" dirty="0"/>
              <a:t>failback</a:t>
            </a:r>
            <a:r>
              <a:rPr lang="en-US" b="0" dirty="0"/>
              <a:t>” state, which will fail the instance back over to the production site.</a:t>
            </a:r>
          </a:p>
          <a:p>
            <a:pPr marL="685800" lvl="1" indent="-228600">
              <a:buFont typeface="+mj-lt"/>
              <a:buAutoNum type="arabicPeriod"/>
            </a:pPr>
            <a:r>
              <a:rPr lang="en-US" b="0" dirty="0"/>
              <a:t>The final step is </a:t>
            </a:r>
            <a:r>
              <a:rPr lang="en-US" b="0" dirty="0" err="1"/>
              <a:t>reprotecting</a:t>
            </a:r>
            <a:r>
              <a:rPr lang="en-US" b="0" dirty="0"/>
              <a:t> the VMs in production to the recovery site, placing them back into a steady-state level of protection.</a:t>
            </a:r>
          </a:p>
          <a:p>
            <a:pPr marL="171450" indent="-171450">
              <a:buFont typeface="Arial" panose="020B0604020202020204" pitchFamily="34" charset="0"/>
              <a:buChar char="•"/>
            </a:pPr>
            <a:r>
              <a:rPr lang="en-US" b="0" dirty="0"/>
              <a:t>For reference, here are some common terms used in discussing Cyber Security.  The exact topology a customer has will depend on the scale and level of sophistication of their environment.</a:t>
            </a:r>
          </a:p>
          <a:p>
            <a:pPr marL="628650" lvl="1" indent="-171450">
              <a:buFont typeface="Arial" panose="020B0604020202020204" pitchFamily="34" charset="0"/>
              <a:buChar char="•"/>
            </a:pPr>
            <a:r>
              <a:rPr lang="en-US" b="1" dirty="0"/>
              <a:t>Endpoint Detection and Response (EDR).  </a:t>
            </a:r>
            <a:r>
              <a:rPr lang="en-US" b="0" dirty="0"/>
              <a:t>This is software to monitor endpoints like servers and laptops to detect the early warning signs of security compromises.  It is also used during the recovery process to determine the integrity of the data at the point in time selected in the recovery and to potentially clean the VMs.</a:t>
            </a:r>
          </a:p>
          <a:p>
            <a:pPr marL="628650" lvl="1" indent="-171450">
              <a:buFont typeface="Arial" panose="020B0604020202020204" pitchFamily="34" charset="0"/>
              <a:buChar char="•"/>
            </a:pPr>
            <a:r>
              <a:rPr lang="en-US" b="1" dirty="0"/>
              <a:t>Isolated Recovery Environment (IRE).  </a:t>
            </a:r>
            <a:r>
              <a:rPr lang="en-US" b="0" dirty="0"/>
              <a:t>This may be a portion or the entirety of a second site, where pre-compromised VMs can be restored and run in isolation to validate and/or clean (via EDR) the recovered VMs.  </a:t>
            </a:r>
          </a:p>
          <a:p>
            <a:pPr marL="628650" lvl="1" indent="-171450">
              <a:buFont typeface="Arial" panose="020B0604020202020204" pitchFamily="34" charset="0"/>
              <a:buChar char="•"/>
            </a:pPr>
            <a:r>
              <a:rPr lang="en-US" b="1" dirty="0"/>
              <a:t>Site Production Environment (SPE).  </a:t>
            </a:r>
            <a:r>
              <a:rPr lang="en-US" b="0" dirty="0"/>
              <a:t>This is often a logical portion of the second site, where restored VMs that have been validated can run as production until the recovered VMs are replicated back to the primary site.</a:t>
            </a:r>
          </a:p>
          <a:p>
            <a:pPr marL="171450" lvl="0" indent="-171450">
              <a:buFont typeface="Arial" panose="020B0604020202020204" pitchFamily="34" charset="0"/>
              <a:buChar char="•"/>
            </a:pPr>
            <a:r>
              <a:rPr lang="en-US" b="0" dirty="0"/>
              <a:t>Note that in the UI for 9.1, the naming of entities will be as follows:</a:t>
            </a:r>
          </a:p>
          <a:p>
            <a:pPr marL="628650" lvl="1" indent="-171450">
              <a:buFont typeface="Arial" panose="020B0604020202020204" pitchFamily="34" charset="0"/>
              <a:buChar char="•"/>
            </a:pPr>
            <a:r>
              <a:rPr lang="en-US" b="0" dirty="0"/>
              <a:t>Deploying the virtual appliance.  Under the Configure &gt; “Protection and Recovery”</a:t>
            </a:r>
          </a:p>
          <a:p>
            <a:pPr marL="628650" lvl="1" indent="-171450">
              <a:buFont typeface="Arial" panose="020B0604020202020204" pitchFamily="34" charset="0"/>
              <a:buChar char="•"/>
            </a:pPr>
            <a:r>
              <a:rPr lang="en-US" b="0" dirty="0"/>
              <a:t>Configuring the vSAN cluster.  Under Configure &gt; vSAN &gt; Services, references will be “Cyber recovery” when defining what cluster type it is.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For Reference, here is a brief overview of licensing as it relates to protection capabilities. See the appropriate licensing guides for more details.</a:t>
            </a:r>
          </a:p>
          <a:p>
            <a:pPr marL="628650" lvl="1" indent="-171450">
              <a:buFont typeface="Arial" panose="020B0604020202020204" pitchFamily="34" charset="0"/>
              <a:buChar char="•"/>
            </a:pPr>
            <a:r>
              <a:rPr lang="en-US" b="0" dirty="0"/>
              <a:t>VCF licenses.  Includes local protection through vSAN Protection and Recovery (previously known as “vSAN Data Protection.”) </a:t>
            </a:r>
          </a:p>
          <a:p>
            <a:pPr marL="628650" lvl="1" indent="-171450">
              <a:buFont typeface="Arial" panose="020B0604020202020204" pitchFamily="34" charset="0"/>
              <a:buChar char="•"/>
            </a:pPr>
            <a:r>
              <a:rPr lang="en-US" b="0" dirty="0"/>
              <a:t>VCF + SRM license.  Includes local protection, remote replication, and DR orchestration abilities.</a:t>
            </a:r>
          </a:p>
          <a:p>
            <a:pPr marL="628650" lvl="1" indent="-171450">
              <a:buFont typeface="Arial" panose="020B0604020202020204" pitchFamily="34" charset="0"/>
              <a:buChar char="•"/>
            </a:pPr>
            <a:r>
              <a:rPr lang="en-US" b="0" dirty="0"/>
              <a:t>VCF + ACC.  Includes local protection, DR orchestration that comes with SRM, and full cyber recovery capabilities.</a:t>
            </a:r>
          </a:p>
          <a:p>
            <a:pPr marL="171450" lvl="0" indent="-171450">
              <a:buFont typeface="Arial" panose="020B0604020202020204" pitchFamily="34" charset="0"/>
              <a:buChar char="•"/>
            </a:pPr>
            <a:r>
              <a:rPr lang="en-US" b="0" dirty="0"/>
              <a:t>Note the following naming changes that are now a part of the UI.</a:t>
            </a:r>
          </a:p>
          <a:p>
            <a:pPr marL="628650" lvl="1" indent="-171450">
              <a:buFont typeface="Arial" panose="020B0604020202020204" pitchFamily="34" charset="0"/>
              <a:buChar char="•"/>
            </a:pPr>
            <a:r>
              <a:rPr lang="en-US" b="0" dirty="0"/>
              <a:t>“vSAN Protection and Recovery” replaces “vSAN Data Protection”</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“vSAN snapshots” and “vSAN replication” can still be used as descriptors.</a:t>
            </a:r>
          </a:p>
          <a:p>
            <a:pPr marL="628650" lvl="1" indent="-171450">
              <a:buFont typeface="Arial" panose="020B0604020202020204" pitchFamily="34" charset="0"/>
              <a:buChar char="•"/>
            </a:pPr>
            <a:r>
              <a:rPr lang="en-US" b="0" dirty="0"/>
              <a:t>“</a:t>
            </a:r>
            <a:r>
              <a:rPr lang="en-US" b="0" dirty="0" err="1"/>
              <a:t>SnapManager</a:t>
            </a:r>
            <a:r>
              <a:rPr lang="en-US" b="0" dirty="0"/>
              <a:t>” is not longer a part of the </a:t>
            </a:r>
            <a:r>
              <a:rPr lang="en-US" b="0" dirty="0" err="1"/>
              <a:t>the</a:t>
            </a:r>
            <a:r>
              <a:rPr lang="en-US" b="0" dirty="0"/>
              <a:t> configuration process.</a:t>
            </a:r>
          </a:p>
          <a:p>
            <a:pPr marL="628650" lvl="1" indent="-171450">
              <a:buFont typeface="Arial" panose="020B0604020202020204" pitchFamily="34" charset="0"/>
              <a:buChar char="•"/>
            </a:pPr>
            <a:r>
              <a:rPr lang="en-US" b="0" dirty="0"/>
              <a:t>“Cyber Recovery” is noted for clusters configured in vSAN Services for this purpose.</a:t>
            </a:r>
          </a:p>
          <a:p>
            <a:pPr marL="0" indent="0">
              <a:buFont typeface="Arial" panose="020B0604020202020204" pitchFamily="34" charset="0"/>
              <a:buNone/>
            </a:pPr>
            <a:r>
              <a:rPr lang="en-US" b="1" u="sng" dirty="0"/>
              <a:t>Limitations</a:t>
            </a:r>
          </a:p>
          <a:p>
            <a:pPr marL="171450" indent="-171450">
              <a:buFont typeface="Arial" panose="020B0604020202020204" pitchFamily="34" charset="0"/>
              <a:buChar char="•"/>
            </a:pPr>
            <a:r>
              <a:rPr lang="en-US" b="0" u="none" dirty="0"/>
              <a:t>This functionality assumes the use of VCF 9.1 at the clean room/recovery location.  </a:t>
            </a:r>
            <a:r>
              <a:rPr lang="en-US" b="1" u="none" dirty="0"/>
              <a:t>The source location can be vSAN 8 U3 or newer.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u="sng" dirty="0"/>
              <a:t>Positioning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Feature value in one sentence.</a:t>
            </a:r>
            <a:r>
              <a:rPr lang="en-US" b="0" dirty="0"/>
              <a:t>  Cyber compliance in VCF can now be achieved with total independence from cloud providers through the use of customer owned and managed clean rooms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u="none" dirty="0"/>
              <a:t>Common Use Cases.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TBD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baseline="0" dirty="0">
                <a:solidFill>
                  <a:schemeClr val="tx1"/>
                </a:solidFill>
                <a:ea typeface="+mn-ea"/>
                <a:cs typeface="+mn-cs"/>
              </a:rPr>
              <a:t>----------------------------------</a:t>
            </a:r>
          </a:p>
          <a:p>
            <a:r>
              <a:rPr lang="en-US" sz="1200" b="1" kern="1200" baseline="0" dirty="0">
                <a:solidFill>
                  <a:schemeClr val="tx1"/>
                </a:solidFill>
                <a:ea typeface="+mn-ea"/>
                <a:cs typeface="+mn-cs"/>
              </a:rPr>
              <a:t>Additional Information:</a:t>
            </a:r>
          </a:p>
        </p:txBody>
      </p:sp>
      <p:sp>
        <p:nvSpPr>
          <p:cNvPr id="4" name="Slide Number Placeholder 3">
            <a:extLst>
              <a:ext uri="{FF2B5EF4-FFF2-40B4-BE49-F238E27FC236}">
                <a16:creationId xmlns:a16="http://schemas.microsoft.com/office/drawing/2014/main" id="{AF4DF291-0390-E3B7-BE86-1FBE925BF094}"/>
              </a:ext>
            </a:extLst>
          </p:cNvPr>
          <p:cNvSpPr>
            <a:spLocks noGrp="1"/>
          </p:cNvSpPr>
          <p:nvPr>
            <p:ph type="sldNum" sz="quarter" idx="5"/>
          </p:nvPr>
        </p:nvSpPr>
        <p:spPr/>
        <p:txBody>
          <a:bodyPr/>
          <a:lstStyle/>
          <a:p>
            <a:fld id="{9F4FBC3A-A12C-40F9-BB8D-BC30C7901396}" type="slidenum">
              <a:rPr lang="en-US" smtClean="0"/>
              <a:pPr/>
              <a:t>20</a:t>
            </a:fld>
            <a:endParaRPr lang="en-US" dirty="0"/>
          </a:p>
        </p:txBody>
      </p:sp>
    </p:spTree>
    <p:extLst>
      <p:ext uri="{BB962C8B-B14F-4D97-AF65-F5344CB8AC3E}">
        <p14:creationId xmlns:p14="http://schemas.microsoft.com/office/powerpoint/2010/main" val="21121831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C2C3A-8D53-B584-56D2-6BC98ED6AE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BCE38-CF1F-881E-82E5-9F165FD2169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BE54B1A-E203-2C14-F0CB-3FC82B600F6D}"/>
              </a:ext>
            </a:extLst>
          </p:cNvPr>
          <p:cNvSpPr>
            <a:spLocks noGrp="1"/>
          </p:cNvSpPr>
          <p:nvPr>
            <p:ph type="body" idx="1"/>
          </p:nvPr>
        </p:nvSpPr>
        <p:spPr/>
        <p:txBody>
          <a:bodyPr>
            <a:normAutofit fontScale="40000" lnSpcReduction="20000"/>
          </a:bodyPr>
          <a:lstStyle/>
          <a:p>
            <a:r>
              <a:rPr lang="en-US" sz="1200" b="1" dirty="0"/>
              <a:t>Key Message/Talk track:</a:t>
            </a:r>
          </a:p>
          <a:p>
            <a:r>
              <a:rPr lang="en-US" b="0" dirty="0"/>
              <a:t>vSAN Protection and Recovery (previously known as “vSAN Data Protection”) in VCF 9.1 introduces a trio of new capabilities that make data protection easier to use and more effective.  First, we’ve adopted a new retention schedule framework that allows for much longer and much more useful snapshot retention periods.  Next, we’ve introduced the support of using tags to assign VMs to protection groups.  And lastly, we now provide a way for you to manually seed a replica target location manually using seed files, which can be extremely useful for large or bandwidth constrained environments.  </a:t>
            </a:r>
            <a:r>
              <a:rPr lang="en-US" b="1" dirty="0"/>
              <a:t>These improvements elevate the protection capabilities so VCF administrators can protect their VMs at scale, with confidence.</a:t>
            </a:r>
          </a:p>
          <a:p>
            <a:r>
              <a:rPr lang="en-US" sz="1200" dirty="0"/>
              <a:t>----------------------------------</a:t>
            </a:r>
          </a:p>
          <a:p>
            <a:r>
              <a:rPr lang="en-US" sz="1200" b="1" dirty="0"/>
              <a:t>Overview:</a:t>
            </a:r>
          </a:p>
          <a:p>
            <a:pPr marL="171450" indent="-171450">
              <a:buFont typeface="Arial" panose="020B0604020202020204" pitchFamily="34" charset="0"/>
              <a:buChar char="•"/>
            </a:pPr>
            <a:r>
              <a:rPr lang="en-US" b="1" dirty="0">
                <a:solidFill>
                  <a:schemeClr val="tx1"/>
                </a:solidFill>
              </a:rPr>
              <a:t>TBD</a:t>
            </a:r>
            <a:endParaRPr lang="en-US" dirty="0"/>
          </a:p>
          <a:p>
            <a:pPr marL="0" indent="0">
              <a:spcBef>
                <a:spcPts val="1779"/>
              </a:spcBef>
              <a:buFont typeface="Arial" panose="020B0604020202020204" pitchFamily="34" charset="0"/>
              <a:buNone/>
            </a:pPr>
            <a:r>
              <a:rPr lang="en-US" dirty="0"/>
              <a:t>----------------------------------</a:t>
            </a:r>
          </a:p>
          <a:p>
            <a:r>
              <a:rPr lang="en-US" b="1" dirty="0"/>
              <a:t>Details:</a:t>
            </a:r>
          </a:p>
          <a:p>
            <a:pPr marL="171450" indent="-171450">
              <a:buFont typeface="Arial" panose="020B0604020202020204" pitchFamily="34" charset="0"/>
              <a:buChar char="•"/>
            </a:pPr>
            <a:r>
              <a:rPr lang="en-US" b="0" dirty="0"/>
              <a:t>vSAN Protection and Recovery (previously known as “vSAN Data Protection”) has been extremely well received by VCF customers.  But many of these customers have highlighted a few nice-to-have capabilities, such as more flexibility with retention schedules, tag-based memberships of VMs in protection groups, and the manual seeding of initial VM replicas.  </a:t>
            </a:r>
          </a:p>
          <a:p>
            <a:pPr marL="171450" indent="-171450">
              <a:buFont typeface="Arial" panose="020B0604020202020204" pitchFamily="34" charset="0"/>
              <a:buChar char="•"/>
            </a:pPr>
            <a:r>
              <a:rPr lang="en-US" b="0" dirty="0"/>
              <a:t>vSAN in VCF 9.1 addresses these three specific requests we’ve had from customers and are detailed below.</a:t>
            </a:r>
          </a:p>
          <a:p>
            <a:pPr marL="171450" indent="-171450">
              <a:buFont typeface="Arial" panose="020B0604020202020204" pitchFamily="34" charset="0"/>
              <a:buChar char="•"/>
            </a:pPr>
            <a:endParaRPr lang="en-US" b="0" dirty="0"/>
          </a:p>
          <a:p>
            <a:pPr marL="0" indent="0">
              <a:buFont typeface="Arial" panose="020B0604020202020204" pitchFamily="34" charset="0"/>
              <a:buNone/>
            </a:pPr>
            <a:r>
              <a:rPr lang="en-US" b="0" u="sng" dirty="0"/>
              <a:t>Multiple retention schedules for snapshots using Protection and Recovery</a:t>
            </a:r>
          </a:p>
          <a:p>
            <a:pPr marL="171450" indent="-171450">
              <a:buFont typeface="Arial" panose="020B0604020202020204" pitchFamily="34" charset="0"/>
              <a:buChar char="•"/>
            </a:pPr>
            <a:r>
              <a:rPr lang="en-US" b="0" dirty="0"/>
              <a:t>Snapshot scheduling in vSAN Data Protection has been enhanced to better accommodate typical protection and retention requirements for organizations.  The retention periods in vSAN Data Protection now uses a hierarchical or tiered retention schedule.  Sometimes known as “grandfather, father son” or GFS, this allows a user to configure the schedule for distinct cycles, such as daily (son), weekly (father), and monthly (grandfather).  This more sophisticated approach greatly improves on many of the shortcomings of simple, but limited first-in-first-out (FIFO) approaches.  Users will find it will provide a much more useful recovery depth in terms of snapshot retention.</a:t>
            </a:r>
          </a:p>
          <a:p>
            <a:pPr marL="171450" indent="-171450">
              <a:buFont typeface="Arial" panose="020B0604020202020204" pitchFamily="34" charset="0"/>
              <a:buChar char="•"/>
            </a:pPr>
            <a:r>
              <a:rPr lang="en-US" b="0" dirty="0"/>
              <a:t>While this approach is sometimes referred to as the acronym of “GFS” it may have more than three tiers.  For example, retention periods can mean 1.) hourly, 2.) daily, 3.) weekly, 4.) monthly.  This is why referring to it as a “tiered retention schedule” or “hierarchical retention schedule” may be a bit more accurate and descriptive.</a:t>
            </a:r>
          </a:p>
          <a:p>
            <a:pPr marL="171450" indent="-171450">
              <a:buFont typeface="Arial" panose="020B0604020202020204" pitchFamily="34" charset="0"/>
              <a:buChar char="•"/>
            </a:pPr>
            <a:r>
              <a:rPr lang="en-US" b="0" dirty="0"/>
              <a:t>When vSAN Data Protection determines that a protection group snapshot is a GFS snapshot, the expiration time (retention time) of a snapshot is the maximum retention time of any one of the tiered settings. (hourly, daily, weekly, monthly.)  Yearly retention periods are not a part of this capability at this time.</a:t>
            </a:r>
          </a:p>
          <a:p>
            <a:pPr marL="171450" indent="-171450">
              <a:buFont typeface="Arial" panose="020B0604020202020204" pitchFamily="34" charset="0"/>
              <a:buChar char="•"/>
            </a:pPr>
            <a:r>
              <a:rPr lang="en-US" b="0" dirty="0"/>
              <a:t>When creating a protection group, the new GFS framework will provide a number representing the total snapshots retained for the retention schedule.</a:t>
            </a:r>
          </a:p>
          <a:p>
            <a:pPr marL="171450" indent="-171450">
              <a:buFont typeface="Arial" panose="020B0604020202020204" pitchFamily="34" charset="0"/>
              <a:buChar char="•"/>
            </a:pPr>
            <a:r>
              <a:rPr lang="en-US" b="0" dirty="0"/>
              <a:t>When creating a protection, a user will be presented with new options at the point of configuring RPO and retention.  There will be four quick selection templates at the top of the view, with the ability for an administrator to customize any of the settings after a template is selected:</a:t>
            </a:r>
          </a:p>
          <a:p>
            <a:pPr marL="628650" lvl="1" indent="-171450">
              <a:buFont typeface="Arial" panose="020B0604020202020204" pitchFamily="34" charset="0"/>
              <a:buChar char="•"/>
            </a:pPr>
            <a:r>
              <a:rPr lang="en-US" b="1" dirty="0"/>
              <a:t>Default.  </a:t>
            </a:r>
            <a:r>
              <a:rPr lang="en-US" b="0" dirty="0"/>
              <a:t>Will automatically select an RPO of 1 hour, keeping the last 12 snapshots, while keeping daily snapshots for 2 weeks.  Estimated snapshot count:  26</a:t>
            </a:r>
          </a:p>
          <a:p>
            <a:pPr marL="628650" lvl="1" indent="-171450">
              <a:buFont typeface="Arial" panose="020B0604020202020204" pitchFamily="34" charset="0"/>
              <a:buChar char="•"/>
            </a:pPr>
            <a:r>
              <a:rPr lang="en-US" b="1" dirty="0"/>
              <a:t>Ransomware recovery.  </a:t>
            </a:r>
            <a:r>
              <a:rPr lang="en-US" b="0" dirty="0"/>
              <a:t>Will automatically select an RPO of 1 hour, keeping the last 1 snapshot, while keeping hourly snapshots for 1 day, daily snapshots for 1 week, weekly snapshots for 1 month, and monthly snapshots for 6 months.</a:t>
            </a:r>
          </a:p>
          <a:p>
            <a:pPr marL="628650" lvl="1" indent="-171450">
              <a:buFont typeface="Arial" panose="020B0604020202020204" pitchFamily="34" charset="0"/>
              <a:buChar char="•"/>
            </a:pPr>
            <a:r>
              <a:rPr lang="en-US" b="1" dirty="0"/>
              <a:t>Short-term retention.  </a:t>
            </a:r>
            <a:r>
              <a:rPr lang="en-US" b="0" dirty="0"/>
              <a:t>Will automatically select an RPO of 1 hour, keeping the last 1 snapshot, while keeping hourly snapshots for 1 day, keeping daily snapshots for 1 week, and keeping weekly snapshots for 1 month.</a:t>
            </a:r>
          </a:p>
          <a:p>
            <a:pPr marL="628650" lvl="1" indent="-171450">
              <a:buFont typeface="Arial" panose="020B0604020202020204" pitchFamily="34" charset="0"/>
              <a:buChar char="•"/>
            </a:pPr>
            <a:r>
              <a:rPr lang="en-US" b="1" dirty="0"/>
              <a:t>Disaster recovery.  </a:t>
            </a:r>
            <a:r>
              <a:rPr lang="en-US" b="0" dirty="0"/>
              <a:t>TBD</a:t>
            </a:r>
          </a:p>
          <a:p>
            <a:pPr marL="0" indent="0">
              <a:buFont typeface="Arial" panose="020B0604020202020204" pitchFamily="34" charset="0"/>
              <a:buNone/>
            </a:pPr>
            <a:r>
              <a:rPr lang="en-US" b="0" u="sng" dirty="0"/>
              <a:t>Tag-based VM membership for protection groups using vSAN Data Protection</a:t>
            </a:r>
          </a:p>
          <a:p>
            <a:pPr marL="171450" indent="-171450">
              <a:buFont typeface="Arial" panose="020B0604020202020204" pitchFamily="34" charset="0"/>
              <a:buChar char="•"/>
            </a:pPr>
            <a:r>
              <a:rPr lang="en-US" b="0" dirty="0"/>
              <a:t>Tags are typically a way to assign an attribute to an entity so that entities with the same tag can be grouped or referred to in an easy manner.  vSAN Data Protection in VCF 9.1 has been enhanced to work with tags.  VMs can now be assigned to protection groups using their static names, a dynamic name using wild cards, or now, through tags. Any new VMs that have the associated tag assignment will be protected.</a:t>
            </a:r>
          </a:p>
          <a:p>
            <a:pPr marL="171450" indent="-171450">
              <a:buFont typeface="Arial" panose="020B0604020202020204" pitchFamily="34" charset="0"/>
              <a:buChar char="•"/>
            </a:pPr>
            <a:r>
              <a:rPr lang="en-US" b="0" dirty="0"/>
              <a:t>When creating a protection group, a user can select one or more tags.  These protection groups can be edited at a later time, where tags are added or removed, and the VM membership list for that protection group will be updated accordingly.</a:t>
            </a:r>
          </a:p>
          <a:p>
            <a:pPr marL="171450" indent="-171450">
              <a:buFont typeface="Arial" panose="020B0604020202020204" pitchFamily="34" charset="0"/>
              <a:buChar char="•"/>
            </a:pPr>
            <a:r>
              <a:rPr lang="en-US" b="0" dirty="0"/>
              <a:t>Protection groups can consist of VMs added manually, dynamically, and with tags.</a:t>
            </a:r>
          </a:p>
          <a:p>
            <a:pPr marL="171450" indent="-171450">
              <a:buFont typeface="Arial" panose="020B0604020202020204" pitchFamily="34" charset="0"/>
              <a:buChar char="•"/>
            </a:pPr>
            <a:r>
              <a:rPr lang="en-US" b="0" dirty="0"/>
              <a:t>When creating a protection group, one can select a given tag, and will have the choice of “match any of the tags” or “match all tags.”</a:t>
            </a:r>
          </a:p>
          <a:p>
            <a:pPr marL="171450" indent="-171450">
              <a:buFont typeface="Arial" panose="020B0604020202020204" pitchFamily="34" charset="0"/>
              <a:buChar char="•"/>
            </a:pPr>
            <a:r>
              <a:rPr lang="en-US" b="0" dirty="0"/>
              <a:t>Note that if a VM is reverted (restored from a previous snapshot), the tags remain attached after this operation.  However, if a VM is restored because it is no longer in inventory, the restored VM will not have any tags, as this process creates a new VM object in the inventory.  This is consistent with how protection groups work with restoring a VM deleted from inventory, where the restored VM is not a part of the protection group.</a:t>
            </a:r>
          </a:p>
          <a:p>
            <a:pPr marL="0" indent="0">
              <a:buFont typeface="Arial" panose="020B0604020202020204" pitchFamily="34" charset="0"/>
              <a:buNone/>
            </a:pPr>
            <a:endParaRPr lang="en-US" b="0" dirty="0"/>
          </a:p>
          <a:p>
            <a:pPr marL="0" indent="0">
              <a:buFont typeface="Arial" panose="020B0604020202020204" pitchFamily="34" charset="0"/>
              <a:buNone/>
            </a:pPr>
            <a:r>
              <a:rPr lang="en-US" b="0" u="sng" dirty="0"/>
              <a:t>Manual seeding of initial replica for vSAN with replication</a:t>
            </a:r>
          </a:p>
          <a:p>
            <a:pPr marL="171450" indent="-171450">
              <a:buFont typeface="Arial" panose="020B0604020202020204" pitchFamily="34" charset="0"/>
              <a:buChar char="•"/>
            </a:pPr>
            <a:r>
              <a:rPr lang="en-US" b="0" dirty="0"/>
              <a:t>vSAN in VCF 9.1 provides additional options when seeding the initial replica data to a target site.  While customers can continue to seed replicas using the UI, an additional manual option for seeding is available.  For large amounts of data, or bandwidth constrained environments, this offers the ability to bypass the traditional transport between sites, and upload the data manually to a site to act as the seed.  Depending on circumstances, manual seeding may result in faster initial replication, and reduced consumption of bandwidth.</a:t>
            </a:r>
          </a:p>
          <a:p>
            <a:pPr marL="171450" indent="-171450">
              <a:buFont typeface="Arial" panose="020B0604020202020204" pitchFamily="34" charset="0"/>
              <a:buChar char="•"/>
            </a:pPr>
            <a:r>
              <a:rPr lang="en-US" b="0" dirty="0"/>
              <a:t>Manual seeding is achieved when creating the protection group.  The workflow will provide an option to “configure replica seeding”</a:t>
            </a:r>
          </a:p>
          <a:p>
            <a:pPr marL="628650" lvl="1" indent="-171450">
              <a:buFont typeface="Arial" panose="020B0604020202020204" pitchFamily="34" charset="0"/>
              <a:buChar char="•"/>
            </a:pPr>
            <a:r>
              <a:rPr lang="en-US" b="0" dirty="0"/>
              <a:t>One can select individual VMs or all VMs</a:t>
            </a:r>
          </a:p>
          <a:p>
            <a:pPr marL="628650" lvl="1" indent="-171450">
              <a:buFont typeface="Arial" panose="020B0604020202020204" pitchFamily="34" charset="0"/>
              <a:buChar char="•"/>
            </a:pPr>
            <a:r>
              <a:rPr lang="en-US" b="0" dirty="0"/>
              <a:t>A slider/toggle will be available that allows one to “enable replica seeding by default” which will be applied for new VMs when they are added to the protection group.</a:t>
            </a:r>
          </a:p>
          <a:p>
            <a:pPr marL="171450" indent="-171450">
              <a:buFont typeface="Arial" panose="020B0604020202020204" pitchFamily="34" charset="0"/>
              <a:buChar char="•"/>
            </a:pPr>
            <a:r>
              <a:rPr lang="en-US" b="0" dirty="0"/>
              <a:t>Once the initial manual seed at the target site has been completed, a differential replication occurs to update the data with any changed data at the source site.</a:t>
            </a:r>
          </a:p>
          <a:p>
            <a:pPr marL="171450" indent="-171450">
              <a:buFont typeface="Arial" panose="020B0604020202020204" pitchFamily="34" charset="0"/>
              <a:buChar char="•"/>
            </a:pPr>
            <a:r>
              <a:rPr lang="en-US" b="0" dirty="0"/>
              <a:t>Manual seeding does not have to be an “all or nothing” approach, as it can be achieved at the protection group level.</a:t>
            </a:r>
          </a:p>
          <a:p>
            <a:pPr marL="171450" indent="-171450">
              <a:buFont typeface="Arial" panose="020B0604020202020204" pitchFamily="34" charset="0"/>
              <a:buChar char="•"/>
            </a:pPr>
            <a:r>
              <a:rPr lang="en-US" b="0" dirty="0"/>
              <a:t>Additional health checks have been added to help highlight failed manual seeding, and other issues.</a:t>
            </a:r>
          </a:p>
          <a:p>
            <a:pPr marL="171450" indent="-171450">
              <a:buFont typeface="Arial" panose="020B0604020202020204" pitchFamily="34" charset="0"/>
              <a:buChar char="•"/>
            </a:pPr>
            <a:r>
              <a:rPr lang="en-US" b="0" dirty="0"/>
              <a:t>Existing vSphere Replication customers who now would like to use vSAN DP for remote replications can leverage existing replicas (seeds) to avoid full sync</a:t>
            </a:r>
          </a:p>
          <a:p>
            <a:pPr marL="171450" indent="-171450">
              <a:buFont typeface="Arial" panose="020B0604020202020204" pitchFamily="34" charset="0"/>
              <a:buChar char="•"/>
            </a:pPr>
            <a:r>
              <a:rPr lang="en-US" b="0" dirty="0"/>
              <a:t>Customers who are migrating their target site can use existing replicas (seeds) for the new replications configured without full sync</a:t>
            </a:r>
          </a:p>
          <a:p>
            <a:pPr marL="171450" indent="-171450">
              <a:buFont typeface="Arial" panose="020B0604020202020204" pitchFamily="34" charset="0"/>
              <a:buChar char="•"/>
            </a:pPr>
            <a:endParaRPr lang="en-US" b="0" dirty="0"/>
          </a:p>
          <a:p>
            <a:pPr marL="0" indent="0">
              <a:buFont typeface="Arial" panose="020B0604020202020204" pitchFamily="34" charset="0"/>
              <a:buNone/>
            </a:pPr>
            <a:r>
              <a:rPr lang="en-US" b="0" dirty="0"/>
              <a:t>Other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For Reference, here is a brief overview of licensing as it relates to protection capabilities. See the appropriate licensing guides for more details.</a:t>
            </a:r>
          </a:p>
          <a:p>
            <a:pPr marL="628650" lvl="1" indent="-171450">
              <a:buFont typeface="Arial" panose="020B0604020202020204" pitchFamily="34" charset="0"/>
              <a:buChar char="•"/>
            </a:pPr>
            <a:r>
              <a:rPr lang="en-US" b="0" dirty="0"/>
              <a:t>VCF licenses.  Includes local protection through vSAN Protection and Recovery (previously known as “vSAN Data Protection.”) </a:t>
            </a:r>
          </a:p>
          <a:p>
            <a:pPr marL="628650" lvl="1" indent="-171450">
              <a:buFont typeface="Arial" panose="020B0604020202020204" pitchFamily="34" charset="0"/>
              <a:buChar char="•"/>
            </a:pPr>
            <a:r>
              <a:rPr lang="en-US" b="0" dirty="0"/>
              <a:t>VCF + SRM license.  Includes local protection, remote replication, and DR orchestration abilities.</a:t>
            </a:r>
          </a:p>
          <a:p>
            <a:pPr marL="628650" lvl="1" indent="-171450">
              <a:buFont typeface="Arial" panose="020B0604020202020204" pitchFamily="34" charset="0"/>
              <a:buChar char="•"/>
            </a:pPr>
            <a:r>
              <a:rPr lang="en-US" b="0" dirty="0"/>
              <a:t>VCF + ACC.  Includes local protection, DR orchestration that comes with SRM, and full cyber recovery capabilities.</a:t>
            </a:r>
          </a:p>
          <a:p>
            <a:pPr marL="171450" lvl="0" indent="-171450">
              <a:buFont typeface="Arial" panose="020B0604020202020204" pitchFamily="34" charset="0"/>
              <a:buChar char="•"/>
            </a:pPr>
            <a:r>
              <a:rPr lang="en-US" b="0" dirty="0"/>
              <a:t>Note the following naming changes that are now a part of the UI.</a:t>
            </a:r>
          </a:p>
          <a:p>
            <a:pPr marL="628650" lvl="1" indent="-171450">
              <a:buFont typeface="Arial" panose="020B0604020202020204" pitchFamily="34" charset="0"/>
              <a:buChar char="•"/>
            </a:pPr>
            <a:r>
              <a:rPr lang="en-US" b="0" dirty="0"/>
              <a:t>“vSAN Protection and Recovery” replaces “vSAN Data Protection”</a:t>
            </a:r>
          </a:p>
          <a:p>
            <a:pPr marL="628650" lvl="1" indent="-171450">
              <a:buFont typeface="Arial" panose="020B0604020202020204" pitchFamily="34" charset="0"/>
              <a:buChar char="•"/>
            </a:pPr>
            <a:r>
              <a:rPr lang="en-US" b="0" dirty="0"/>
              <a:t>“</a:t>
            </a:r>
            <a:r>
              <a:rPr lang="en-US" b="0" dirty="0" err="1"/>
              <a:t>SnapManager</a:t>
            </a:r>
            <a:r>
              <a:rPr lang="en-US" b="0" dirty="0"/>
              <a:t>” is not longer a part of the </a:t>
            </a:r>
            <a:r>
              <a:rPr lang="en-US" b="0" dirty="0" err="1"/>
              <a:t>the</a:t>
            </a:r>
            <a:r>
              <a:rPr lang="en-US" b="0" dirty="0"/>
              <a:t> configuration process.</a:t>
            </a:r>
          </a:p>
          <a:p>
            <a:pPr marL="628650" lvl="1" indent="-171450">
              <a:buFont typeface="Arial" panose="020B0604020202020204" pitchFamily="34" charset="0"/>
              <a:buChar char="•"/>
            </a:pPr>
            <a:r>
              <a:rPr lang="en-US" b="0" dirty="0"/>
              <a:t>“Cyber Recovery” is noted for clusters configured in vSAN Services for this purpose.</a:t>
            </a:r>
          </a:p>
          <a:p>
            <a:pPr marL="0" indent="0">
              <a:buFont typeface="Arial" panose="020B0604020202020204" pitchFamily="34" charset="0"/>
              <a:buNone/>
            </a:pPr>
            <a:r>
              <a:rPr lang="en-US" b="1" u="sng" dirty="0"/>
              <a:t>Limitations</a:t>
            </a:r>
          </a:p>
          <a:p>
            <a:pPr marL="171450" indent="-171450">
              <a:buFont typeface="Arial" panose="020B0604020202020204" pitchFamily="34" charset="0"/>
              <a:buChar char="•"/>
            </a:pPr>
            <a:r>
              <a:rPr lang="en-US" b="0" u="none" dirty="0"/>
              <a:t>Assumes the use of vSAN for VCF 9.1</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u="sng" dirty="0"/>
              <a:t>Positioning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Feature value in one sentence.</a:t>
            </a:r>
            <a:r>
              <a:rPr lang="en-US" b="0" dirty="0"/>
              <a:t>  This trio of enhancements helps bring data protection capabilities to environments large and small, improving its functionality and ease of use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u="none" dirty="0"/>
              <a:t>Common Use Cases.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TBD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baseline="0" dirty="0">
                <a:solidFill>
                  <a:schemeClr val="tx1"/>
                </a:solidFill>
                <a:ea typeface="+mn-ea"/>
                <a:cs typeface="+mn-cs"/>
              </a:rPr>
              <a:t>----------------------------------</a:t>
            </a:r>
          </a:p>
          <a:p>
            <a:r>
              <a:rPr lang="en-US" sz="1200" b="1" kern="1200" baseline="0" dirty="0">
                <a:solidFill>
                  <a:schemeClr val="tx1"/>
                </a:solidFill>
                <a:ea typeface="+mn-ea"/>
                <a:cs typeface="+mn-cs"/>
              </a:rPr>
              <a:t>Additional Information:</a:t>
            </a:r>
          </a:p>
          <a:p>
            <a:endParaRPr lang="en-US" dirty="0"/>
          </a:p>
        </p:txBody>
      </p:sp>
      <p:sp>
        <p:nvSpPr>
          <p:cNvPr id="4" name="Slide Number Placeholder 3">
            <a:extLst>
              <a:ext uri="{FF2B5EF4-FFF2-40B4-BE49-F238E27FC236}">
                <a16:creationId xmlns:a16="http://schemas.microsoft.com/office/drawing/2014/main" id="{9A57ACC3-DE4B-5AF1-BC5F-6D71C95CDE18}"/>
              </a:ext>
            </a:extLst>
          </p:cNvPr>
          <p:cNvSpPr>
            <a:spLocks noGrp="1"/>
          </p:cNvSpPr>
          <p:nvPr>
            <p:ph type="sldNum" sz="quarter" idx="5"/>
          </p:nvPr>
        </p:nvSpPr>
        <p:spPr/>
        <p:txBody>
          <a:bodyPr/>
          <a:lstStyle/>
          <a:p>
            <a:fld id="{9F4FBC3A-A12C-40F9-BB8D-BC30C7901396}" type="slidenum">
              <a:rPr lang="en-US" smtClean="0"/>
              <a:pPr/>
              <a:t>21</a:t>
            </a:fld>
            <a:endParaRPr lang="en-US" dirty="0"/>
          </a:p>
        </p:txBody>
      </p:sp>
    </p:spTree>
    <p:extLst>
      <p:ext uri="{BB962C8B-B14F-4D97-AF65-F5344CB8AC3E}">
        <p14:creationId xmlns:p14="http://schemas.microsoft.com/office/powerpoint/2010/main" val="39215822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03976" rtl="0" eaLnBrk="1" fontAlgn="auto" latinLnBrk="0" hangingPunct="1">
              <a:lnSpc>
                <a:spcPct val="100000"/>
              </a:lnSpc>
              <a:spcBef>
                <a:spcPts val="0"/>
              </a:spcBef>
              <a:spcAft>
                <a:spcPts val="0"/>
              </a:spcAft>
              <a:buClrTx/>
              <a:buSzTx/>
              <a:buFontTx/>
              <a:buNone/>
              <a:tabLst/>
              <a:defRPr/>
            </a:pPr>
            <a:r>
              <a:rPr lang="en-US" sz="1200" b="1" dirty="0"/>
              <a:t>Key Message/Talk track:</a:t>
            </a:r>
          </a:p>
          <a:p>
            <a:pPr defTabSz="903976">
              <a:defRPr/>
            </a:pPr>
            <a:r>
              <a:rPr lang="en-US" dirty="0"/>
              <a:t>vSAN has not only improved some of its core capabilities, but has also made it easier to operate.  Let's take a look at what has improved.</a:t>
            </a:r>
          </a:p>
        </p:txBody>
      </p:sp>
      <p:sp>
        <p:nvSpPr>
          <p:cNvPr id="4" name="Slide Number Placeholder 3"/>
          <p:cNvSpPr>
            <a:spLocks noGrp="1"/>
          </p:cNvSpPr>
          <p:nvPr>
            <p:ph type="sldNum" sz="quarter" idx="5"/>
          </p:nvPr>
        </p:nvSpPr>
        <p:spPr/>
        <p:txBody>
          <a:bodyPr/>
          <a:lstStyle/>
          <a:p>
            <a:fld id="{9F4FBC3A-A12C-40F9-BB8D-BC30C7901396}" type="slidenum">
              <a:rPr lang="en-US" smtClean="0"/>
              <a:pPr/>
              <a:t>22</a:t>
            </a:fld>
            <a:endParaRPr lang="en-US" dirty="0"/>
          </a:p>
        </p:txBody>
      </p:sp>
    </p:spTree>
    <p:extLst>
      <p:ext uri="{BB962C8B-B14F-4D97-AF65-F5344CB8AC3E}">
        <p14:creationId xmlns:p14="http://schemas.microsoft.com/office/powerpoint/2010/main" val="39383490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fontScale="25000" lnSpcReduction="20000"/>
          </a:bodyPr>
          <a:lstStyle/>
          <a:p>
            <a:r>
              <a:rPr lang="en-US" sz="1200" b="1" dirty="0"/>
              <a:t>Key Message/Talk track:</a:t>
            </a:r>
            <a:endParaRPr lang="en-US" sz="1200" b="0" dirty="0"/>
          </a:p>
          <a:p>
            <a:r>
              <a:rPr lang="en-US" sz="1200" b="0" dirty="0"/>
              <a:t>What if vSAN had the ability to dynamically detect and set the highest levels of resilience based on the characteristics of the cluster?  Wonder no more, as vSAN in VCF 9.1 introduces Auto-RAID.  With Auto-RAID, you no longer need to worry about which resilience setting you should be using for your vSAN clusters.  vSAN will automatically manage the resilience for data residing in a cluster, regardless of the size or type of vSAN cluster.  Unlike previous efforts in the past to simplify resilience settings, vSAN Auto-RAID will only create a single policy within vCenter server, even though each one of your vSAN clusters may require different resilience settings.  Storage policy settings such as IOPS limits and object space reservations still exist and can be set if desired, but all resilience settings will be automatically set and enforced by the cluster.  </a:t>
            </a:r>
            <a:r>
              <a:rPr lang="en-US" sz="1200" b="1" dirty="0"/>
              <a:t>Auto-RAID truly brings automated resilience to vSAN and sets the stage for other features included in vSAN for VCF 9.1.</a:t>
            </a:r>
          </a:p>
          <a:p>
            <a:r>
              <a:rPr lang="en-US" sz="1200" dirty="0"/>
              <a:t>----------------------------------</a:t>
            </a:r>
          </a:p>
          <a:p>
            <a:r>
              <a:rPr lang="en-US" sz="1200" b="1" dirty="0"/>
              <a:t>Overview:</a:t>
            </a:r>
          </a:p>
          <a:p>
            <a:pPr marL="171450" indent="-171450">
              <a:buFont typeface="Arial" panose="020B0604020202020204" pitchFamily="34" charset="0"/>
              <a:buChar char="•"/>
            </a:pPr>
            <a:r>
              <a:rPr lang="en-US" b="1" dirty="0"/>
              <a:t>Automatically</a:t>
            </a:r>
            <a:r>
              <a:rPr lang="en-US" dirty="0"/>
              <a:t> manages </a:t>
            </a:r>
            <a:r>
              <a:rPr lang="en-US" b="1" dirty="0"/>
              <a:t>optimal resilience settings </a:t>
            </a:r>
            <a:r>
              <a:rPr lang="en-US" dirty="0"/>
              <a:t>for data in cluster</a:t>
            </a:r>
          </a:p>
          <a:p>
            <a:pPr marL="171450" indent="-171450">
              <a:buFont typeface="Arial" panose="020B0604020202020204" pitchFamily="34" charset="0"/>
              <a:buChar char="•"/>
            </a:pPr>
            <a:r>
              <a:rPr lang="en-US" dirty="0"/>
              <a:t>Applies and </a:t>
            </a:r>
            <a:r>
              <a:rPr lang="en-US" b="1" dirty="0"/>
              <a:t>enforces storage policy resilience settings across the datastore</a:t>
            </a:r>
            <a:endParaRPr lang="en-US" dirty="0"/>
          </a:p>
          <a:p>
            <a:pPr marL="171450" indent="-171450">
              <a:buFont typeface="Arial" panose="020B0604020202020204" pitchFamily="34" charset="0"/>
              <a:buChar char="•"/>
            </a:pPr>
            <a:r>
              <a:rPr lang="en-US" dirty="0"/>
              <a:t>Single “</a:t>
            </a:r>
            <a:r>
              <a:rPr lang="es-ES" b="1" dirty="0"/>
              <a:t>vSAN ESA Auto RAID Policy” </a:t>
            </a:r>
            <a:r>
              <a:rPr lang="en-US" dirty="0"/>
              <a:t>in vCenter can apply to many clusters with different characteristics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Dynamic adjustment </a:t>
            </a:r>
            <a:r>
              <a:rPr lang="en-US" dirty="0"/>
              <a:t>as cluster size changes for optimal resilience</a:t>
            </a:r>
          </a:p>
          <a:p>
            <a:pPr marL="171450" indent="-171450">
              <a:buFont typeface="Arial" panose="020B0604020202020204" pitchFamily="34" charset="0"/>
              <a:buChar char="•"/>
            </a:pPr>
            <a:r>
              <a:rPr lang="en-US" b="1" dirty="0"/>
              <a:t>Reduces management effort </a:t>
            </a:r>
            <a:r>
              <a:rPr lang="en-US" dirty="0"/>
              <a:t>and simplifies capacity/overhead estimations</a:t>
            </a:r>
          </a:p>
          <a:p>
            <a:pPr marL="0" indent="0">
              <a:spcBef>
                <a:spcPts val="1779"/>
              </a:spcBef>
              <a:buFont typeface="Arial" panose="020B0604020202020204" pitchFamily="34" charset="0"/>
              <a:buNone/>
            </a:pPr>
            <a:r>
              <a:rPr lang="en-US" dirty="0"/>
              <a:t>----------------------------------</a:t>
            </a:r>
          </a:p>
          <a:p>
            <a:r>
              <a:rPr lang="en-US" b="1" dirty="0"/>
              <a:t>Details:</a:t>
            </a:r>
          </a:p>
          <a:p>
            <a:pPr marL="171450" indent="-171450">
              <a:buFont typeface="Arial" panose="020B0604020202020204" pitchFamily="34" charset="0"/>
              <a:buChar char="•"/>
            </a:pPr>
            <a:r>
              <a:rPr lang="en-US" b="0" dirty="0"/>
              <a:t>Storage policies in vSAN were primarily designed to allow administrator to define outcomes and easily apply them to VMs.  Policy rules included the ability to define levels of resilience, data placement types (such as RAID-1 and RAID-5/6), and other settings for their workloads.  While flexible, storage policies often left customers wondering what was the best storage policy to set for their cluster.  With vSAN ESA, customers found less need to have a variety of storage policies, as ESA can deliver the same level of performance using RAID-5/6 erasure coding as RAID-1 mirroring.  vSAN 8 U1 introduced the “Auto-Policy Management” feature as an iterative step to make policy management easier.  While it was a step in the right direction, it was more of a recommendation engine built around a classic approach to storage policies.  It has limits in its ability to provide an experience that is simple, flexible, and intuitive.</a:t>
            </a:r>
          </a:p>
          <a:p>
            <a:pPr marL="171450" indent="-171450">
              <a:buFont typeface="Arial" panose="020B0604020202020204" pitchFamily="34" charset="0"/>
              <a:buChar char="•"/>
            </a:pPr>
            <a:r>
              <a:rPr lang="en-US" b="0" dirty="0"/>
              <a:t>vSAN in VCF 9.1 introduces “Auto-RAID.”  This aims to make administering vSAN easier.  It achieves this in several ways.</a:t>
            </a:r>
          </a:p>
          <a:p>
            <a:pPr marL="628650" lvl="1" indent="-171450">
              <a:buFont typeface="Arial" panose="020B0604020202020204" pitchFamily="34" charset="0"/>
              <a:buChar char="•"/>
            </a:pPr>
            <a:r>
              <a:rPr lang="en-US" b="1" dirty="0"/>
              <a:t>Assuming control over the ideal level of protection.  </a:t>
            </a:r>
            <a:r>
              <a:rPr lang="en-US" b="0" dirty="0"/>
              <a:t>vSAN assumes the responsibility of managing the settings that will yield the highest resilience for the vSAN cluster.  These resilience settings are not held within the Auto-RAID policy itself (stored on vCenter Server) but sensed by the specific vSAN cluster based on its characteristics.</a:t>
            </a:r>
            <a:endParaRPr lang="en-US" b="1" dirty="0"/>
          </a:p>
          <a:p>
            <a:pPr marL="628650" lvl="1" indent="-171450">
              <a:buFont typeface="Arial" panose="020B0604020202020204" pitchFamily="34" charset="0"/>
              <a:buChar char="•"/>
            </a:pPr>
            <a:r>
              <a:rPr lang="en-US" b="1" dirty="0"/>
              <a:t>Automatically accommodates for cluster changes. </a:t>
            </a:r>
            <a:r>
              <a:rPr lang="en-US" b="0" dirty="0"/>
              <a:t> Automatically handle data/object configuration changes as the cluster changes in size to ensure optimal levels of resilience.</a:t>
            </a:r>
          </a:p>
          <a:p>
            <a:pPr marL="628650" lvl="1" indent="-171450">
              <a:buFont typeface="Arial" panose="020B0604020202020204" pitchFamily="34" charset="0"/>
              <a:buChar char="•"/>
            </a:pPr>
            <a:r>
              <a:rPr lang="en-US" b="1" dirty="0"/>
              <a:t>Standardizes on RAID overheads.</a:t>
            </a:r>
            <a:r>
              <a:rPr lang="en-US" b="0" dirty="0"/>
              <a:t>  This ties into other improvements in vSAN for VCF 9.1, including a new “Effective Capacity” calculation, and the rendering of VM-centric capacities instead of raw capacities (to mimic storage array behavior.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In terms of </a:t>
            </a:r>
            <a:r>
              <a:rPr lang="en-US" b="0" u="sng" dirty="0"/>
              <a:t>resilience settings and compliance</a:t>
            </a:r>
            <a:r>
              <a:rPr lang="en-US" b="0" dirty="0"/>
              <a:t>, Auto-RAID can be considered storage policy enforcement at the datastore level, as opposed to the per object level.  </a:t>
            </a:r>
          </a:p>
          <a:p>
            <a:pPr marL="171450" indent="-171450">
              <a:buFont typeface="Arial" panose="020B0604020202020204" pitchFamily="34" charset="0"/>
              <a:buChar char="•"/>
            </a:pPr>
            <a:r>
              <a:rPr lang="en-US" b="0" dirty="0"/>
              <a:t>VCF 9.1 environments will create a “</a:t>
            </a:r>
            <a:r>
              <a:rPr lang="en-US" b="1" dirty="0"/>
              <a:t>vSAN ESA Auto RAID Policy</a:t>
            </a:r>
            <a:r>
              <a:rPr lang="en-US" b="0" dirty="0"/>
              <a:t>” on the managing vCenter Server.  </a:t>
            </a:r>
          </a:p>
          <a:p>
            <a:pPr marL="628650" lvl="1" indent="-171450">
              <a:buFont typeface="Arial" panose="020B0604020202020204" pitchFamily="34" charset="0"/>
              <a:buChar char="•"/>
            </a:pPr>
            <a:r>
              <a:rPr lang="en-US" b="1" dirty="0"/>
              <a:t>New clusters.  </a:t>
            </a:r>
            <a:r>
              <a:rPr lang="en-US" b="0" dirty="0"/>
              <a:t>These clusters will automatically be configured to use Auto-RAID.</a:t>
            </a:r>
          </a:p>
          <a:p>
            <a:pPr marL="628650" lvl="1" indent="-171450">
              <a:buFont typeface="Arial" panose="020B0604020202020204" pitchFamily="34" charset="0"/>
              <a:buChar char="•"/>
            </a:pPr>
            <a:r>
              <a:rPr lang="en-US" b="1" dirty="0"/>
              <a:t>Existing clusters upgraded to 9.1.  </a:t>
            </a:r>
            <a:r>
              <a:rPr lang="en-US" b="0" dirty="0"/>
              <a:t>These clusters will continue to use their previous, self-managed storage policies.  There are multiple ways to deal with this:</a:t>
            </a:r>
          </a:p>
          <a:p>
            <a:pPr marL="1085850" lvl="2" indent="-171450">
              <a:buFont typeface="Arial" panose="020B0604020202020204" pitchFamily="34" charset="0"/>
              <a:buChar char="•"/>
            </a:pPr>
            <a:r>
              <a:rPr lang="en-US" b="1" dirty="0"/>
              <a:t>Change all objects to the “vSAN ESA Auto RAID Policy.”</a:t>
            </a:r>
            <a:r>
              <a:rPr lang="en-US" b="0" dirty="0"/>
              <a:t>  This ensures that all objects using the single policy that prescribes the optimal level of resilience for the cluster.  If they are using “Auto-Policy Management” the administrator will be prompted to update the default storage policy from the old cluster-specific policy to the Auto-RAID policy.</a:t>
            </a:r>
          </a:p>
          <a:p>
            <a:pPr marL="1085850" lvl="2" indent="-171450">
              <a:buFont typeface="Arial" panose="020B0604020202020204" pitchFamily="34" charset="0"/>
              <a:buChar char="•"/>
            </a:pPr>
            <a:r>
              <a:rPr lang="en-US" b="1" dirty="0"/>
              <a:t>Enable “Apply Auto-RAID to all objects.”  </a:t>
            </a:r>
            <a:r>
              <a:rPr lang="en-US" b="0" dirty="0"/>
              <a:t>This is a catch-all mechanism to ensure that all objects are using Auto-RAID regardless of the previous, self-managed storage policies applied.  This helps accommodate legacy workflows and custom policies already in place.  The general recommendation for upgraded clusters is to enable this toggle to ensure the data uses the optimal level of resilience.</a:t>
            </a:r>
            <a:endParaRPr lang="en-US" b="1" dirty="0"/>
          </a:p>
          <a:p>
            <a:pPr marL="171450" lvl="0" indent="-171450">
              <a:buFont typeface="Arial" panose="020B0604020202020204" pitchFamily="34" charset="0"/>
              <a:buChar char="•"/>
            </a:pPr>
            <a:r>
              <a:rPr lang="en-US" b="0" dirty="0"/>
              <a:t>When enabled in brownfield environments, vSAN will throttle existing objects to comply with the Auto-RAID configuration (via either one of the two approaches above).  This will help reduce any significant performance impact from potential reconfigurations.</a:t>
            </a:r>
          </a:p>
          <a:p>
            <a:pPr marL="171450" indent="-171450">
              <a:buFont typeface="Arial" panose="020B0604020202020204" pitchFamily="34" charset="0"/>
              <a:buChar char="•"/>
            </a:pPr>
            <a:r>
              <a:rPr lang="en-US" b="0" dirty="0"/>
              <a:t>Upon highlighting a vSAN cluster, the </a:t>
            </a:r>
            <a:r>
              <a:rPr lang="en-US" b="1" dirty="0"/>
              <a:t>vSAN &gt; Services &gt; Storage</a:t>
            </a:r>
            <a:r>
              <a:rPr lang="en-US" b="0" dirty="0"/>
              <a:t> options will have a new selection related to Auto-RAID:</a:t>
            </a:r>
          </a:p>
          <a:p>
            <a:pPr marL="628650" lvl="1" indent="-171450">
              <a:buFont typeface="Arial" panose="020B0604020202020204" pitchFamily="34" charset="0"/>
              <a:buChar char="•"/>
            </a:pPr>
            <a:r>
              <a:rPr lang="en-US" b="1" dirty="0"/>
              <a:t>Apply Auto-RAID to all objects.  </a:t>
            </a:r>
            <a:r>
              <a:rPr lang="en-US" sz="1200" b="0" i="0" kern="1200" dirty="0">
                <a:solidFill>
                  <a:schemeClr val="tx1"/>
                </a:solidFill>
                <a:effectLst/>
                <a:latin typeface="+mn-lt"/>
                <a:ea typeface="+mn-ea"/>
                <a:cs typeface="+mn-cs"/>
              </a:rPr>
              <a:t>When enabled, this setting overrides the Site disaster tolerance (SDT) and Failures to tolerate (FTT) settings configured in individual object storage policies on this vSAN cluster. When enabled, this forces compliance of all objects on the cluster to use the site disaster tolerance setting and the FTT setting as prescribed in the Auto-RAID policy. </a:t>
            </a:r>
          </a:p>
          <a:p>
            <a:pPr marL="628650" lvl="1" indent="-171450">
              <a:buFont typeface="Arial" panose="020B0604020202020204" pitchFamily="34" charset="0"/>
              <a:buChar char="•"/>
            </a:pPr>
            <a:r>
              <a:rPr lang="en-US" sz="1200" b="1" i="0" kern="1200" dirty="0">
                <a:solidFill>
                  <a:schemeClr val="tx1"/>
                </a:solidFill>
                <a:effectLst/>
                <a:latin typeface="+mn-lt"/>
                <a:ea typeface="+mn-ea"/>
                <a:cs typeface="+mn-cs"/>
              </a:rPr>
              <a:t>Auto-Policy Management.  </a:t>
            </a:r>
            <a:r>
              <a:rPr lang="en-US" sz="1200" b="0" i="0" kern="1200" dirty="0">
                <a:solidFill>
                  <a:schemeClr val="tx1"/>
                </a:solidFill>
                <a:effectLst/>
                <a:latin typeface="+mn-lt"/>
                <a:ea typeface="+mn-ea"/>
                <a:cs typeface="+mn-cs"/>
              </a:rPr>
              <a:t>This setting still exists (from older versions of ESA).  But if it is enabled at the same time as Auto-RAID, the vSAN Storage policy of “vSAN ESA Auto RAID Policy” will be replaced by the auto-generated policy.  If it is enabled after Auto-RAID, a policy is added to vCenter.  (This feature is of limited value anyway after Auto-RAID is enabled on a cluster.  The use of the legacy “Auto-Policy Management” will be discouraged going </a:t>
            </a:r>
            <a:r>
              <a:rPr lang="en-US" sz="1200" b="0" i="0" kern="1200" dirty="0" err="1">
                <a:solidFill>
                  <a:schemeClr val="tx1"/>
                </a:solidFill>
                <a:effectLst/>
                <a:latin typeface="+mn-lt"/>
                <a:ea typeface="+mn-ea"/>
                <a:cs typeface="+mn-cs"/>
              </a:rPr>
              <a:t>forwared</a:t>
            </a:r>
            <a:r>
              <a:rPr lang="en-US" sz="1200" b="0" i="0" kern="1200" dirty="0">
                <a:solidFill>
                  <a:schemeClr val="tx1"/>
                </a:solidFill>
                <a:effectLst/>
                <a:latin typeface="+mn-lt"/>
                <a:ea typeface="+mn-ea"/>
                <a:cs typeface="+mn-cs"/>
              </a:rPr>
              <a:t>, in favor of Auto-RAID).  For existing environments, Once Auto-RAID is enabled on a given cluster, Auto-Policy Management can be disabled and that cluster-specific storage policy can be removed from the storage policy list in vCenter Server.</a:t>
            </a:r>
          </a:p>
          <a:p>
            <a:pPr marL="171450" lvl="0" indent="-171450">
              <a:buFont typeface="Arial" panose="020B0604020202020204" pitchFamily="34" charset="0"/>
              <a:buChar char="•"/>
            </a:pPr>
            <a:r>
              <a:rPr lang="en-US" b="0" dirty="0"/>
              <a:t>Auto-RAID may be used even if the “Apply Auto-RAID to all objects” </a:t>
            </a:r>
            <a:r>
              <a:rPr lang="en-US" b="1" i="0" u="sng" dirty="0"/>
              <a:t>is not </a:t>
            </a:r>
            <a:r>
              <a:rPr lang="en-US" b="0" dirty="0"/>
              <a:t>enabled in cluster services.  This is most typical of greenfield deployments, where the datastore default policy is already set to “vSAN ESA Auto-RAID Policy.”  This is visible by clicking on the datastores view, highlighting “vsanDatastore” clicking </a:t>
            </a:r>
            <a:r>
              <a:rPr lang="en-US" b="1" dirty="0"/>
              <a:t>Configure &gt; General &gt; Default Storage Policy</a:t>
            </a:r>
            <a:r>
              <a:rPr lang="en-US" b="0" dirty="0"/>
              <a:t>.</a:t>
            </a:r>
          </a:p>
          <a:p>
            <a:pPr marL="171450" lvl="0" indent="-171450">
              <a:buFont typeface="Arial" panose="020B0604020202020204" pitchFamily="34" charset="0"/>
              <a:buChar char="•"/>
            </a:pPr>
            <a:r>
              <a:rPr lang="en-US" b="0" dirty="0"/>
              <a:t>It is possible to create and use another storage policy with Auto-RAID enabled clusters.  For example, lets suppose a cluster exists with Auto-RAID enabled, and all of the VMs use the “vSAN ESA Auto RAID Policy” available.  However, and administrator would like to limit the IOPS of the objects on one or more VMs.   In this case, a new policy can be created.  </a:t>
            </a:r>
          </a:p>
          <a:p>
            <a:pPr marL="628650" lvl="1" indent="-171450">
              <a:buFont typeface="Arial" panose="020B0604020202020204" pitchFamily="34" charset="0"/>
              <a:buChar char="•"/>
            </a:pPr>
            <a:r>
              <a:rPr lang="en-US" b="0" dirty="0"/>
              <a:t>In the policy rules, the “Site disaster tolerance” will be assigned “vSAN managed (based on cluster configuration)” and “Failures to tolerate” will be assigned “vSAN managed (based on cluster configuration).”  </a:t>
            </a:r>
          </a:p>
          <a:p>
            <a:pPr marL="628650" lvl="1" indent="-171450">
              <a:buFont typeface="Arial" panose="020B0604020202020204" pitchFamily="34" charset="0"/>
              <a:buChar char="•"/>
            </a:pPr>
            <a:r>
              <a:rPr lang="en-US" b="0" dirty="0"/>
              <a:t>In this policy, the IOPS limit can be set as desired, and applied to the specific VMs in question.</a:t>
            </a:r>
          </a:p>
          <a:p>
            <a:pPr marL="628650" lvl="1" indent="-171450">
              <a:buFont typeface="Arial" panose="020B0604020202020204" pitchFamily="34" charset="0"/>
              <a:buChar char="•"/>
            </a:pPr>
            <a:r>
              <a:rPr lang="en-US" b="0" dirty="0"/>
              <a:t>Even if the “vSAN ESA Auto-RAID” slider toggle is disabled in the policy settings, any specific SDT and FTT settings in that new policy will be ignored, and default to the vSAN managed Auto-RAID.</a:t>
            </a:r>
          </a:p>
          <a:p>
            <a:pPr marL="171450" lvl="0" indent="-171450">
              <a:buFont typeface="Arial" panose="020B0604020202020204" pitchFamily="34" charset="0"/>
              <a:buChar char="•"/>
            </a:pPr>
            <a:r>
              <a:rPr lang="en-US" b="0" dirty="0"/>
              <a:t>There are several distinctions in behavior between the older “Auto-Policy Management” and the new Auto-RAID.  This includes, but is not limited to:</a:t>
            </a:r>
          </a:p>
          <a:p>
            <a:pPr marL="628650" lvl="1" indent="-171450">
              <a:buFont typeface="Arial" panose="020B0604020202020204" pitchFamily="34" charset="0"/>
              <a:buChar char="•"/>
            </a:pPr>
            <a:r>
              <a:rPr lang="en-US" b="1" dirty="0"/>
              <a:t>There will </a:t>
            </a:r>
            <a:r>
              <a:rPr lang="en-US" b="1" u="sng" dirty="0"/>
              <a:t>NOT</a:t>
            </a:r>
            <a:r>
              <a:rPr lang="en-US" b="1" dirty="0"/>
              <a:t> be cluster-specific storage policies created in vCenter Server for clusters using Auto-RAID</a:t>
            </a:r>
            <a:r>
              <a:rPr lang="en-US" b="0" dirty="0"/>
              <a:t>.  Clusters using Auto-RAID will apply the optimal resilience settings to all VMs and data residing in the datastore, but the specific levels of protection (SDT and FTT) will be assigned to the VMs/data based on the unique characteristics of the cluster – determined by vSAN.  For example, if you had 50 vSAN clusters using the older Auto-Policy Management, you would have 50 cluster-specific default storage policies that are stored on a vCenter Server.  </a:t>
            </a:r>
            <a:r>
              <a:rPr lang="en-US" b="1" dirty="0"/>
              <a:t>With Auto-RAID, you would have just one “vSAN ESA Auto RAID Policy” stored on the vCenter Server, but it will accommodate the different characteristics of clusters that use Auto-RAID</a:t>
            </a:r>
            <a:r>
              <a:rPr lang="en-US" b="0" dirty="0"/>
              <a:t> (e.g. A 6-host standard cluster and an 8-host stretched cluster will be assigned the same “Auto-RAID” policy as seen in the UI, but the protection schemes applied will be unique to the cluster.  </a:t>
            </a:r>
          </a:p>
          <a:p>
            <a:pPr marL="628650" lvl="1" indent="-171450">
              <a:buFont typeface="Arial" panose="020B0604020202020204" pitchFamily="34" charset="0"/>
              <a:buChar char="•"/>
            </a:pPr>
            <a:r>
              <a:rPr lang="en-US" b="1" dirty="0"/>
              <a:t>Auto-RAID controls the resilience of all data on the vSAN cluster.  </a:t>
            </a:r>
            <a:r>
              <a:rPr lang="en-US" b="0" dirty="0"/>
              <a:t>Clusters using Auto-RAID will not allow an administrator to create or apply a custom policy for anything other that IOPS limits and OSR.  The optimal FTT and data placement scheme is determined by the characteristics of the cluster. </a:t>
            </a:r>
          </a:p>
          <a:p>
            <a:pPr marL="628650" lvl="1" indent="-171450">
              <a:buFont typeface="Arial" panose="020B0604020202020204" pitchFamily="34" charset="0"/>
              <a:buChar char="•"/>
            </a:pPr>
            <a:r>
              <a:rPr lang="en-US" b="1" dirty="0"/>
              <a:t>RAID-1 mirroring will only be used for the SDT with stretched clusters and 2-Node clusters.  </a:t>
            </a:r>
            <a:r>
              <a:rPr lang="en-US" b="0" dirty="0"/>
              <a:t>This means that in a standard vSAN cluster using Auto-RAID,  the use of RAID-1 mirroring and standard RAID-5 erasure coding (2+1 and 4+1) can no longer be chosen.</a:t>
            </a:r>
          </a:p>
          <a:p>
            <a:pPr marL="628650" lvl="1" indent="-171450">
              <a:buFont typeface="Arial" panose="020B0604020202020204" pitchFamily="34" charset="0"/>
              <a:buChar char="•"/>
            </a:pPr>
            <a:r>
              <a:rPr lang="en-US" b="1" dirty="0"/>
              <a:t>Auto-RAID handles automatic change from stripe with double parity of HFTT=2 to narrower stripe with parity of HFTT=1.  </a:t>
            </a:r>
            <a:r>
              <a:rPr lang="en-US" b="0" dirty="0"/>
              <a:t>Unlike Auto-Policy Management, Auto-RAID handles this seamlessly without any preemptive user configuration changes.</a:t>
            </a:r>
            <a:endParaRPr lang="en-US" b="1" dirty="0"/>
          </a:p>
          <a:p>
            <a:pPr marL="171450" indent="-171450">
              <a:buFont typeface="Arial" panose="020B0604020202020204" pitchFamily="34" charset="0"/>
              <a:buChar char="•"/>
            </a:pPr>
            <a:r>
              <a:rPr lang="en-US" b="0" dirty="0"/>
              <a:t>When enabled, vSAN will report the “Failures to tolerate provided by Auto-RAID” in the UI (highlight cluster, click Configure &gt; vSAN &gt; Services and expand “Storage”)  </a:t>
            </a:r>
            <a:r>
              <a:rPr lang="en-US" b="1" dirty="0"/>
              <a:t>This number (e.g. 0, 1, 2) represents the number of host failures a discrete object can tolerate - not the total failures that a cluster can tolerate.  </a:t>
            </a:r>
          </a:p>
          <a:p>
            <a:pPr marL="171450" indent="-171450">
              <a:buFont typeface="Arial" panose="020B0604020202020204" pitchFamily="34" charset="0"/>
              <a:buChar char="•"/>
            </a:pPr>
            <a:r>
              <a:rPr lang="en-US" b="0" dirty="0"/>
              <a:t>This policy will have a limited/subset of supported policy rules that can be changed from their defaults – with the visible ones including:</a:t>
            </a:r>
          </a:p>
          <a:p>
            <a:pPr marL="628650" lvl="1" indent="-171450">
              <a:buFont typeface="Arial" panose="020B0604020202020204" pitchFamily="34" charset="0"/>
              <a:buChar char="•"/>
            </a:pPr>
            <a:r>
              <a:rPr lang="en-US" b="0" dirty="0"/>
              <a:t>“Site disaster tolerance” (SDT) – This field will say ““vSAN managed (based on cluster configuration).”   This field can be changed, but most often will be left as-is.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“Failures to tolerate” (FTT) – This field will say “vSAN managed (based on cluster configuration).”  This field cannot be changed.</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“Storage rules” – This will be a radio button that will either be set to “Data-At-Rest Encryption” “No Encryption” or “No Preference.”  The latter makes the VM compatible with both options, and is the default setting.  For an Auto-RAID policy, you will no longer see “data reduction rules” (e.g. compression, dedup) or “storage tier rules” (e.g. All flash, hybrid).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“IOPS limit for object” – 0 (default)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“Object Space Reservation” – Thin Provisioning (default)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As noted above, the “storage rules” in an Auto-RAID policy has been greatly simplified.  This is through eliminating some elements that are no longer applicable.  For example, in vSAN for VCF 9.1, data compression is enabled by default at the cluster level and cannot be disabled via the UI.</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When enabled, all legacy storage policy rules (e.g. compression, number of disk stripes per object, Flash read cache reservation, disable checksum, force provisioning, etc.) will not be available or visible.  These are unsupported parameters that will be ignored in Auto-RAID enabled clusters.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When enabled, vSAN will use a modified data placement scheme that is slightly different than ESA clusters that do not use Auto-RAID. To understand this properly, the term “host FTT” or “HFTT” is used below to represent a host or fault domain in a standard single site cluster.  In stretched clusters, you may see a “secondary failures to tolerate” noted as “SFTT.”  </a:t>
            </a:r>
            <a:r>
              <a:rPr lang="en-US" b="1" dirty="0"/>
              <a:t>Do not use either one of these names or acronyms (HFTT &amp; SFTT), as they are not in the UI.</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Standard single site clusters</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6 or more hosts in cluster.  </a:t>
            </a:r>
            <a:r>
              <a:rPr lang="en-US" b="0" dirty="0"/>
              <a:t>Auto-RAID will use HFTT=2.  In this configuration, the RAID-6 stripe with double parity which is distributed across 6 hosts, where each host has one component, thus being able to tolerate two host failures and remain available.  The performance leg will consist of a 3-way mirror of components across 3 hosts.  This remains unchanged.  Auto-RAID capacity overhead = 1.5x</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3-5 hosts in cluster.  </a:t>
            </a:r>
            <a:r>
              <a:rPr lang="en-US" b="0" dirty="0"/>
              <a:t>Auto-RAID will use HFTT=1.  The data structure is different than with previous versions of ESA, and without using Auto-RAID.  In this configuration, the capacity leg will consist of a stripe with double parity distributed across three hosts, where each host has two components.  In this version, the performance leg will simply consist of a 2-way mirror.  Auto-RAID capacity overhead = 1.5x.</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Fewer than 3 hosts in cluster (not 2-Node).  </a:t>
            </a:r>
            <a:r>
              <a:rPr lang="en-US" b="0" dirty="0"/>
              <a:t>Auto-RAID will use HFTT=0 using RAID-0.  This is relevant for bootstrapping a new cluster from a single host.  Since this is automatic, this is why the “force provisioning” policy rule is no longer available when Auto-RAID is configured, as it occurs automatically.  Auto-RAID capacity overhead = 1.0x</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Stretched clusters</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6 or more hosts per site/fault domain. </a:t>
            </a:r>
            <a:r>
              <a:rPr lang="en-US" b="0" dirty="0"/>
              <a:t>Auto-RAID will use a site disaster tolerance of a RAID-1 mirror, and a secondary FTT=2 (SFTT=2).  In this configuration, the RAID-6 stripe with double parity with is distributed across 6 hosts, where each host has one component, thus being able to tolerate two host failures and remain available. The performance leg will consist of a 3-way mirror of components across 3 hosts.  This remains unchanged.  Auto-RAID capacity overhead = 3x</a:t>
            </a:r>
            <a:endParaRPr lang="en-US" b="1" dirty="0"/>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3-5 hosts per site/fault domain. </a:t>
            </a:r>
            <a:r>
              <a:rPr lang="en-US" b="0" dirty="0"/>
              <a:t>Auto-RAID will use a site disaster tolerance of a RAID-1 mirror, and a secondary FTT=1 (SFTT=1) . The data structure is different than with previous versions of ESA, and without using Auto-RAID. In this configuration, the capacity leg will consist of a stripe with double parity distributed across three hosts, where each host has two components.  In this version, the performance leg will simply consist of a 2-way mirror.  Auto-RAID capacity overhead = 3.0x.</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Fewer than 3 hosts in site/fault domain.  </a:t>
            </a:r>
            <a:r>
              <a:rPr lang="en-US" b="0" dirty="0"/>
              <a:t>Auto-RAID will use site disaster tolerance of a RAID-1 mirror, and a SFTT=0 using RAID-0. Auto-RAID capacity overhead = 2x.</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2-Node clusters</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6 or more storage devices per host. </a:t>
            </a:r>
            <a:r>
              <a:rPr lang="en-US" b="0" dirty="0"/>
              <a:t>Auto-RAID will use site disaster tolerance of a RAID-1 mirror, and a SFTT=0 using RAID-0. Auto-RAID capacity overhead = 2x (secondary levels of resilience are not currently available for 2-Node clusters using Auto-RAID in 9.1)</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3-5 storage devices per host. </a:t>
            </a:r>
            <a:r>
              <a:rPr lang="en-US" b="0" dirty="0"/>
              <a:t>Auto-RAID will use site disaster tolerance of a RAID-1 mirror, and a SFTT=0 using RAID-0. Auto-RAID capacity overhead = 2x (secondary levels of resilience are not currently available for 2-Node clusters using Auto-RAID in 9.1)</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Fewer than 3 devices in fault domain.  </a:t>
            </a:r>
            <a:r>
              <a:rPr lang="en-US" b="0" dirty="0"/>
              <a:t>Auto-RAID will use site disaster tolerance of a RAID-1 mirror, and a SFTT=0 using RAID-0. Auto-RAID capacity overhead = 2x. (secondary levels of resilience are not currently available for 2-Node clusters using Auto-RAID in 9.1)</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As the illustration in this slide shows, Auto-RAID can be extremely powerful in simplifying vSAN cluster deployments where you start out with a single host (known as bootstrapping) to configure vSAN, then add the desired number of hosts – all without using the legacy “force provisioning” storage policy rule.  While this new capability helps with the bootstrapping of a new vSAN cluster, </a:t>
            </a:r>
            <a:r>
              <a:rPr lang="en-US" sz="1200" b="1" i="0" kern="1200" dirty="0">
                <a:solidFill>
                  <a:schemeClr val="tx1"/>
                </a:solidFill>
                <a:effectLst/>
                <a:latin typeface="+mn-lt"/>
                <a:ea typeface="+mn-ea"/>
                <a:cs typeface="+mn-cs"/>
              </a:rPr>
              <a:t>it should not imply that a single host vSAN cluster is a supported configuration</a:t>
            </a:r>
            <a:r>
              <a:rPr lang="en-US" sz="1200" b="0" i="0" kern="1200" dirty="0">
                <a:solidFill>
                  <a:schemeClr val="tx1"/>
                </a:solidFill>
                <a:effectLst/>
                <a:latin typeface="+mn-lt"/>
                <a:ea typeface="+mn-ea"/>
                <a:cs typeface="+mn-cs"/>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vSAN ESA stretched clusters using Auto-RAID that have one site entered site maintenance mode will still allow the provisioning of a VM, even with one site not available.  Historically, this has needed the “Force provisioning” storage policy rule.  But this is no longer applicable in a stretched cluster using Auto-RAID.</a:t>
            </a:r>
            <a:endParaRPr lang="en-US" b="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The data structure used for erasure codes with Auto-RAID for clusters </a:t>
            </a:r>
            <a:r>
              <a:rPr lang="en-US" b="1" dirty="0"/>
              <a:t>between 3-5 hosts is unique to this version of vSAN ESA</a:t>
            </a:r>
            <a:r>
              <a:rPr lang="en-US" b="0" dirty="0"/>
              <a:t>.  In some ways, the data structure of the capacity leg resembles a RAID-6 erasure code that is collapsed onto 3 hosts instead of 6 hosts.  But at this time, the FTT of any host or device level remains at 1 because the performance leg only consists of a 2-way mirror, and not a 3-way mirror.  As a result, the UI will still render this type of configuration as a RAID-5 erasure code.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The enabling or disabling of Host Rebuild Reserve (HRR) or Operations Reserve (OR) toggles in the legacy capacity view do not change the information in the effective capacity view.   The “Reserved Capacity” toggles were capacity management mechanisms of the legacy approach, and are </a:t>
            </a:r>
            <a:r>
              <a:rPr lang="en-US" b="1" dirty="0"/>
              <a:t>no longer relevant</a:t>
            </a:r>
            <a:r>
              <a:rPr lang="en-US" b="0" dirty="0"/>
              <a:t> with the new effective capacity view or policy decisions.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The data structure above simplifies object configuration changes when a cluster grows or shrinks.  It largely keeps the same structure, but changes how the stripe with double parity is laid out across hosts and devices.  For the most part it simply disperses the components across more hosts.  This removes any need to reconfigure an entire object, and helps minimize resynchronization payload.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Adjusting cluster sizes (adding hosts or removing hosts) consists of the following:</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Grow from less than 6 hosts to 6 or more hosts (std cluster):  </a:t>
            </a:r>
            <a:r>
              <a:rPr lang="en-US" b="0" dirty="0"/>
              <a:t>vSAN (CLOM) will determine that HFTT=2 can be supported.  It will adjust after the repair delay, or after forcing the change through the UI.</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Shrink from 6 or more hosts to less than 6 hosts (std cluster):  </a:t>
            </a:r>
            <a:r>
              <a:rPr lang="en-US" b="0" dirty="0"/>
              <a:t>vSAN (CLOM) will determine that HFTT=1 can be supported.  It will adjust after the repair delay, or after forcing the change through the UI.  It achieves this automatically without any preemptive steps by the administrator (unlike the legacy “Auto-Policy Management.)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Clusters that change characteristics (e.g. host count) will be subject to a time window or a “repair delay” (typically 60 minutes) prior to changing the policy.  This helps prevent an overly aggressive action of data reconfigurations based on changes that may be somewhat temporary.</a:t>
            </a:r>
            <a:endParaRPr lang="en-US" b="1" dirty="0"/>
          </a:p>
          <a:p>
            <a:pPr marL="171450" indent="-171450">
              <a:buFont typeface="Arial" panose="020B0604020202020204" pitchFamily="34" charset="0"/>
              <a:buChar char="•"/>
            </a:pPr>
            <a:r>
              <a:rPr lang="en-US" b="0" dirty="0"/>
              <a:t>The change in resilience settings means that </a:t>
            </a:r>
            <a:r>
              <a:rPr lang="en-US" b="1" dirty="0"/>
              <a:t>when Auto-RAID is enabled, the overhead for objects are standardized at +50%, or 1.5x of the primary data stored.  </a:t>
            </a:r>
            <a:r>
              <a:rPr lang="en-US" b="0" dirty="0"/>
              <a:t>And since it is essentially a datastore-level setting, calculating capacity becomes much easier (see the new “Effective Free Capacity” view in vSAN 9.1).  The exceptions to this would include:</a:t>
            </a:r>
          </a:p>
          <a:p>
            <a:pPr marL="628650" lvl="1" indent="-171450">
              <a:buFont typeface="Arial" panose="020B0604020202020204" pitchFamily="34" charset="0"/>
              <a:buChar char="•"/>
            </a:pPr>
            <a:r>
              <a:rPr lang="en-US" b="0" dirty="0"/>
              <a:t>2-Node clusters with fewer than 3 devices in each host.</a:t>
            </a:r>
          </a:p>
          <a:p>
            <a:pPr marL="628650" lvl="1" indent="-171450">
              <a:buFont typeface="Arial" panose="020B0604020202020204" pitchFamily="34" charset="0"/>
              <a:buChar char="•"/>
            </a:pPr>
            <a:r>
              <a:rPr lang="en-US" b="0" dirty="0"/>
              <a:t>Stretched clusters with site affinity.</a:t>
            </a:r>
          </a:p>
          <a:p>
            <a:pPr marL="171450" indent="-171450">
              <a:buFont typeface="Arial" panose="020B0604020202020204" pitchFamily="34" charset="0"/>
              <a:buChar char="•"/>
            </a:pPr>
            <a:r>
              <a:rPr lang="en-US" b="0" dirty="0"/>
              <a:t>As a result of this standardized overhead, VM capacity statistics (“provisioned space” and “used space”) are rendered in terms of the sizes used to create the VMDK – just as you would experience with a storage array.  For example, a VM provisioned with 100GB would should roughly 100GB, instead of the 150GB one might see because of the provisioned space plus overhead for RAID-6.   </a:t>
            </a:r>
          </a:p>
          <a:p>
            <a:pPr marL="171450" indent="-171450">
              <a:buFont typeface="Arial" panose="020B0604020202020204" pitchFamily="34" charset="0"/>
              <a:buChar char="•"/>
            </a:pPr>
            <a:r>
              <a:rPr lang="en-US" b="0" dirty="0"/>
              <a:t>Other vSAN storage policies in vCenter remain as-is.  This is because vCenter may be responsible for a wide variety of vSAN clusters with different versions, and must still support the various predefined policies and policy rules.  Look for this to be simplified with new versions, and adoption of Auto-RAID increases.  </a:t>
            </a:r>
          </a:p>
          <a:p>
            <a:pPr marL="171450" indent="-171450">
              <a:buFont typeface="Arial" panose="020B0604020202020204" pitchFamily="34" charset="0"/>
              <a:buChar char="•"/>
            </a:pPr>
            <a:r>
              <a:rPr lang="en-US" b="0" dirty="0"/>
              <a:t>For environments that previously had “Auto-Policy Management” enabled</a:t>
            </a:r>
          </a:p>
          <a:p>
            <a:pPr marL="171450" indent="-171450">
              <a:buFont typeface="Arial" panose="020B0604020202020204" pitchFamily="34" charset="0"/>
              <a:buChar char="•"/>
            </a:pPr>
            <a:r>
              <a:rPr lang="en-US" b="0" dirty="0"/>
              <a:t>For upgraded environments (full VCF or standalone vSAN clusters) that previously used the “Auto-Policy Management” feature (enabling it by default), the datastore default policy will be updated to accommodate Auto-RAID.  A health alert will indicate that there is a better default datastore policy available for the current cluster.  This can be easily changed by selecting a new default datastore policy.</a:t>
            </a:r>
          </a:p>
          <a:p>
            <a:pPr marL="171450" indent="-171450">
              <a:buFont typeface="Arial" panose="020B0604020202020204" pitchFamily="34" charset="0"/>
              <a:buChar char="•"/>
            </a:pPr>
            <a:r>
              <a:rPr lang="en-US" b="0" dirty="0"/>
              <a:t>For any environments that have clusters running 9.1 and have automatically-generated policies using Auto-Policy Management (whether it was from an upgrade, or someone accidently selected this in the UI), these clusters can easily be changed to Auto-RAID (via the services toggle).  Simply verify that the datastore default policy is set to “vSAN ESA Auto RAID Policy” and you can delete the policies created by Auto-Policy Management, but are no longer used.</a:t>
            </a:r>
          </a:p>
          <a:p>
            <a:pPr marL="171450" indent="-171450">
              <a:buFont typeface="Arial" panose="020B0604020202020204" pitchFamily="34" charset="0"/>
              <a:buChar char="•"/>
            </a:pPr>
            <a:r>
              <a:rPr lang="en-US" b="0" dirty="0"/>
              <a:t>Conceivably, a cluster may not use Auto-RAID if it is not set as the default storage policy, and the “Apply Auto-RAID to all objects” toggle is not enabled.  However, doing so is not recommended.  For a wide variety of reasons, Auto-RAID is highly recommended.</a:t>
            </a:r>
          </a:p>
          <a:p>
            <a:pPr marL="171450" indent="-171450">
              <a:buFont typeface="Arial" panose="020B0604020202020204" pitchFamily="34" charset="0"/>
              <a:buChar char="•"/>
            </a:pPr>
            <a:r>
              <a:rPr lang="en-US" b="0" dirty="0"/>
              <a:t>To be clear, </a:t>
            </a:r>
            <a:r>
              <a:rPr lang="en-US" b="1" dirty="0"/>
              <a:t>Auto-RAID the path forward in delivering vSAN in a manner that makes it easy to manage</a:t>
            </a:r>
            <a:r>
              <a:rPr lang="en-US" b="0" dirty="0"/>
              <a:t>.  Auto-Policy Management served as a helpful iteration in simplifying storage policy management, but was limited in how it could be adapted to planned efforts in product simplification and robustness.  The direction we should point our customers to is using Auto-RAID.</a:t>
            </a:r>
          </a:p>
          <a:p>
            <a:pPr marL="0" indent="0">
              <a:buFont typeface="Arial" panose="020B0604020202020204" pitchFamily="34" charset="0"/>
              <a:buNone/>
            </a:pPr>
            <a:r>
              <a:rPr lang="en-US" b="1" u="sng" dirty="0"/>
              <a:t>Limitations</a:t>
            </a:r>
          </a:p>
          <a:p>
            <a:pPr marL="171450" indent="-171450">
              <a:buFont typeface="Arial" panose="020B0604020202020204" pitchFamily="34" charset="0"/>
              <a:buChar char="•"/>
            </a:pPr>
            <a:r>
              <a:rPr lang="en-US" b="0" u="none" dirty="0"/>
              <a:t>Requires vSAN 9.1 or newer</a:t>
            </a:r>
          </a:p>
          <a:p>
            <a:pPr marL="171450" indent="-171450">
              <a:buFont typeface="Arial" panose="020B0604020202020204" pitchFamily="34" charset="0"/>
              <a:buChar char="•"/>
            </a:pPr>
            <a:r>
              <a:rPr lang="en-US" b="0" u="none" dirty="0"/>
              <a:t>Requires vCenter 9.1 or newer</a:t>
            </a:r>
          </a:p>
          <a:p>
            <a:pPr marL="171450" indent="-171450">
              <a:buFont typeface="Arial" panose="020B0604020202020204" pitchFamily="34" charset="0"/>
              <a:buChar char="•"/>
            </a:pPr>
            <a:r>
              <a:rPr lang="en-US" b="0" u="none" dirty="0"/>
              <a:t>Clusters require a disk format change (DFC to the latest vSAN format version)</a:t>
            </a:r>
          </a:p>
          <a:p>
            <a:pPr marL="171450" indent="-171450">
              <a:buFont typeface="Arial" panose="020B0604020202020204" pitchFamily="34" charset="0"/>
              <a:buChar char="•"/>
            </a:pPr>
            <a:r>
              <a:rPr lang="en-US" b="0" u="none" dirty="0"/>
              <a:t>Some enhancements describe are iterative in nature, and subject to future changes in release beyond 9.1</a:t>
            </a:r>
          </a:p>
          <a:p>
            <a:pPr marL="171450" indent="-171450">
              <a:buFont typeface="Arial" panose="020B0604020202020204" pitchFamily="34" charset="0"/>
              <a:buChar char="•"/>
            </a:pPr>
            <a:r>
              <a:rPr lang="en-US" b="0" u="none" dirty="0"/>
              <a:t>When using Auto-RAID with 2-Node clusters, secondary levels of resilience (at the storage device level) is not available in this release.  2-Node clusters using Auto-RAID will only provide basic host-level mirroring.  Expect this to be addressed in a subsequent update.</a:t>
            </a:r>
          </a:p>
          <a:p>
            <a:pPr marL="171450" indent="-171450">
              <a:buFont typeface="Arial" panose="020B0604020202020204" pitchFamily="34" charset="0"/>
              <a:buChar char="•"/>
            </a:pPr>
            <a:r>
              <a:rPr lang="en-US" b="0" u="none" dirty="0"/>
              <a:t>A gap currently exists in this release when converting a stretched cluster using Auto-RAID to a standard cluster.  Auto-RAID currently interprets a conversion of a stretched cluster to a standard clusters incorrectly, and creates a substantial amount of data to be resynchronized.  This is a known issue and will be addressed in a future release.  To perform this conversion in non-VCF environments, one can first update the policy to have locality on one of the sites, convert the cluster to standard (removing the fault domains), place those hosts in the opposing site into maintenance mode, and remove them from the cluster.  This workaround does not work within the workflows of a VCF environment.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u="sng" dirty="0"/>
              <a:t>Positioning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Feature value in one sentence.</a:t>
            </a:r>
            <a:r>
              <a:rPr lang="en-US" b="0" dirty="0"/>
              <a:t>  Auto-RAID is the next step forward in fully automated levels of data resilience in vSAN that is adaptable to all types of conditions.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While Auto-RAID dramatically improves the simplicity of operations with vSAN, it signals a step away from granular control of multiple rules using storage policies.  The improvements in vSAN ESA remove the need for customers to determine and set these rules – many of which are no longer relevant in ESA.  As a result, you may see a de-emphasis of storage policies (for the purpose of setting levels of resilience) in messaging and marketing.</a:t>
            </a:r>
            <a:r>
              <a:rPr lang="en-US" b="0" baseline="0" dirty="0"/>
              <a:t>  This will be done with caution to minimize contradictory messaging.</a:t>
            </a:r>
            <a:endParaRPr lang="en-US" b="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Note that while the storage policy name of “vSAN ESA Auto RAID Policy” does not use a hyphen, all other references to Auto-RAID in the product use a hyphen.  All references to the production should include a hyphen.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u="none" dirty="0"/>
              <a:t>Common Use Cases.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TBD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baseline="0" dirty="0">
                <a:solidFill>
                  <a:schemeClr val="tx1"/>
                </a:solidFill>
                <a:ea typeface="+mn-ea"/>
                <a:cs typeface="+mn-cs"/>
              </a:rPr>
              <a:t>----------------------------------</a:t>
            </a:r>
          </a:p>
          <a:p>
            <a:r>
              <a:rPr lang="en-US" sz="1200" b="1" kern="1200" baseline="0" dirty="0">
                <a:solidFill>
                  <a:schemeClr val="tx1"/>
                </a:solidFill>
                <a:ea typeface="+mn-ea"/>
                <a:cs typeface="+mn-cs"/>
              </a:rPr>
              <a:t>Additional Information:</a:t>
            </a:r>
          </a:p>
        </p:txBody>
      </p:sp>
      <p:sp>
        <p:nvSpPr>
          <p:cNvPr id="4" name="Slide Number Placeholder 3"/>
          <p:cNvSpPr>
            <a:spLocks noGrp="1"/>
          </p:cNvSpPr>
          <p:nvPr>
            <p:ph type="sldNum" sz="quarter" idx="5"/>
          </p:nvPr>
        </p:nvSpPr>
        <p:spPr/>
        <p:txBody>
          <a:bodyPr/>
          <a:lstStyle/>
          <a:p>
            <a:fld id="{9F4FBC3A-A12C-40F9-BB8D-BC30C7901396}" type="slidenum">
              <a:rPr lang="en-US" smtClean="0"/>
              <a:pPr/>
              <a:t>23</a:t>
            </a:fld>
            <a:endParaRPr lang="en-US" dirty="0"/>
          </a:p>
        </p:txBody>
      </p:sp>
    </p:spTree>
    <p:extLst>
      <p:ext uri="{BB962C8B-B14F-4D97-AF65-F5344CB8AC3E}">
        <p14:creationId xmlns:p14="http://schemas.microsoft.com/office/powerpoint/2010/main" val="27519357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F1F05-AC8E-28CB-8A39-923616FDBC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AD7B60-8FAD-2C71-1F42-F9DE2DCF114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2A50D32-3EB0-9F65-5541-C7D66C417637}"/>
              </a:ext>
            </a:extLst>
          </p:cNvPr>
          <p:cNvSpPr>
            <a:spLocks noGrp="1"/>
          </p:cNvSpPr>
          <p:nvPr>
            <p:ph type="body" idx="1"/>
          </p:nvPr>
        </p:nvSpPr>
        <p:spPr/>
        <p:txBody>
          <a:bodyPr>
            <a:normAutofit fontScale="32500" lnSpcReduction="20000"/>
          </a:bodyPr>
          <a:lstStyle/>
          <a:p>
            <a:r>
              <a:rPr lang="en-US" sz="1200" b="1" dirty="0"/>
              <a:t>Key Message/Talk track:</a:t>
            </a:r>
          </a:p>
          <a:p>
            <a:r>
              <a:rPr lang="en-US" sz="1200" b="0" dirty="0"/>
              <a:t>Thanks to the capabilities of Auto-RAID, vSAN for VCF 9.1 is also able to take a completely new approach to rendering capacity information.  For all clusters with Auto-RAID enabled, vSAN provides a new “Effective Capacity” view that shows a cluster’s actual, usable capacity.  This means that vSAN moves away from showing capacity in raw form and expecting you to factor in all of the capacity overheads, and moves toward a usable capacity view that is analogous to traditional storage arrays.  This new elegant view is comprised of effective capacity used and remaining, as well as a space-efficiency breakdown, so you can see how much capacity you are reclaiming by deduplication, compression, and thin provisioning.  As a result, you will also see that VM capacity statistics for VMs stored on vSAN now show VMDK consumption statistics, not raw capacity statistics.  </a:t>
            </a:r>
            <a:r>
              <a:rPr lang="en-US" sz="1200" b="1" dirty="0"/>
              <a:t>These capacity management improvements make vSAN more consistent with other storage systems, and much easier to administer.</a:t>
            </a:r>
          </a:p>
          <a:p>
            <a:r>
              <a:rPr lang="en-US" sz="1200" dirty="0"/>
              <a:t>----------------------------------</a:t>
            </a:r>
          </a:p>
          <a:p>
            <a:r>
              <a:rPr lang="en-US" sz="1200" b="1" dirty="0"/>
              <a:t>Overview:</a:t>
            </a:r>
          </a:p>
          <a:p>
            <a:pPr marL="171450" indent="-171450">
              <a:buFont typeface="Arial" panose="020B0604020202020204" pitchFamily="34" charset="0"/>
              <a:buChar char="•"/>
            </a:pPr>
            <a:r>
              <a:rPr lang="en-US" dirty="0"/>
              <a:t>Intuitive “</a:t>
            </a:r>
            <a:r>
              <a:rPr lang="en-US" b="1" dirty="0"/>
              <a:t>effective capacity</a:t>
            </a:r>
            <a:r>
              <a:rPr lang="en-US" dirty="0"/>
              <a:t>” view showing a cluster’s usable capacity</a:t>
            </a:r>
          </a:p>
          <a:p>
            <a:pPr marL="171450" indent="-171450">
              <a:buFont typeface="Arial" panose="020B0604020202020204" pitchFamily="34" charset="0"/>
              <a:buChar char="•"/>
            </a:pPr>
            <a:r>
              <a:rPr lang="en-US" b="1" dirty="0"/>
              <a:t>Eliminates complexity</a:t>
            </a:r>
            <a:r>
              <a:rPr lang="en-US" dirty="0"/>
              <a:t> by removing:</a:t>
            </a:r>
          </a:p>
          <a:p>
            <a:pPr marL="628650" lvl="1" indent="-171450">
              <a:buFont typeface="Arial" panose="020B0604020202020204" pitchFamily="34" charset="0"/>
              <a:buChar char="•"/>
            </a:pPr>
            <a:r>
              <a:rPr lang="en-US" dirty="0"/>
              <a:t>Raw capacity statistics</a:t>
            </a:r>
          </a:p>
          <a:p>
            <a:pPr marL="628650" lvl="1" indent="-171450">
              <a:buFont typeface="Arial" panose="020B0604020202020204" pitchFamily="34" charset="0"/>
              <a:buChar char="•"/>
            </a:pPr>
            <a:r>
              <a:rPr lang="en-US" dirty="0"/>
              <a:t>Unnecessary overheads</a:t>
            </a:r>
          </a:p>
          <a:p>
            <a:pPr marL="171450" indent="-171450">
              <a:buFont typeface="Arial" panose="020B0604020202020204" pitchFamily="34" charset="0"/>
              <a:buChar char="•"/>
            </a:pPr>
            <a:r>
              <a:rPr lang="en-US" dirty="0"/>
              <a:t>Simplified space efficiency summary: </a:t>
            </a:r>
          </a:p>
          <a:p>
            <a:pPr marL="628650" lvl="1" indent="-171450">
              <a:buFont typeface="Arial" panose="020B0604020202020204" pitchFamily="34" charset="0"/>
              <a:buChar char="•"/>
            </a:pPr>
            <a:r>
              <a:rPr lang="en-US" dirty="0"/>
              <a:t>Deduplication</a:t>
            </a:r>
          </a:p>
          <a:p>
            <a:pPr marL="628650" lvl="1" indent="-171450">
              <a:buFont typeface="Arial" panose="020B0604020202020204" pitchFamily="34" charset="0"/>
              <a:buChar char="•"/>
            </a:pPr>
            <a:r>
              <a:rPr lang="en-US" dirty="0"/>
              <a:t>Compression</a:t>
            </a:r>
          </a:p>
          <a:p>
            <a:pPr marL="628650" lvl="1" indent="-171450">
              <a:buFont typeface="Arial" panose="020B0604020202020204" pitchFamily="34" charset="0"/>
              <a:buChar char="•"/>
            </a:pPr>
            <a:r>
              <a:rPr lang="en-US" dirty="0"/>
              <a:t>Thin provisioning</a:t>
            </a:r>
          </a:p>
          <a:p>
            <a:pPr marL="628650" lvl="1" indent="-171450">
              <a:buFont typeface="Arial" panose="020B0604020202020204" pitchFamily="34" charset="0"/>
              <a:buChar char="•"/>
            </a:pPr>
            <a:r>
              <a:rPr lang="en-US" dirty="0"/>
              <a:t>Snapshot savings</a:t>
            </a:r>
          </a:p>
          <a:p>
            <a:pPr marL="171450" indent="-171450">
              <a:buFont typeface="Arial" panose="020B0604020202020204" pitchFamily="34" charset="0"/>
              <a:buChar char="•"/>
            </a:pPr>
            <a:r>
              <a:rPr lang="en-US" b="1" dirty="0"/>
              <a:t>VM capacity statistics </a:t>
            </a:r>
            <a:r>
              <a:rPr lang="en-US" dirty="0"/>
              <a:t>consistent with other storage systems</a:t>
            </a:r>
          </a:p>
          <a:p>
            <a:pPr marL="0" indent="0">
              <a:spcBef>
                <a:spcPts val="1779"/>
              </a:spcBef>
              <a:buFont typeface="Arial" panose="020B0604020202020204" pitchFamily="34" charset="0"/>
              <a:buNone/>
            </a:pPr>
            <a:r>
              <a:rPr lang="en-US" dirty="0"/>
              <a:t>----------------------------------</a:t>
            </a:r>
          </a:p>
          <a:p>
            <a:r>
              <a:rPr lang="en-US" b="1" dirty="0"/>
              <a:t>Details:</a:t>
            </a:r>
          </a:p>
          <a:p>
            <a:pPr marL="171450" indent="-171450">
              <a:buFont typeface="Arial" panose="020B0604020202020204" pitchFamily="34" charset="0"/>
              <a:buChar char="•"/>
            </a:pPr>
            <a:r>
              <a:rPr lang="en-US" b="0" dirty="0"/>
              <a:t>vSAN has always rendered capacity information to the user in the form of raw capacity.  It would simply aggregate all devices claimed by vSAN within the cluster and show this as the total amount of capacity.  Data stored on the devices would not only account for the data itself, but the additional data needed to make it resilient across the cluster.  Paired with the ability for administrators to use different storage policies to store data at different levels of resilience, presenting storage in the form of raw capacity provided the best option given the characteristics of vSAN.  Unfortunately, this is not consistent to what users experience with traditional storage, where overheads for resilience are built-in.  The overheads in vSAN were inconsistent, and difficult to understand for the typical administrator.  The detailed rendering of overheads often gave a negative impression of vSAN, implying that it was not efficient.  As a result, customers are often confused at how much effective capacity a vSAN cluster will provide, and not convinced by its space efficiency techniques.</a:t>
            </a:r>
          </a:p>
          <a:p>
            <a:pPr marL="171450" indent="-171450">
              <a:buFont typeface="Arial" panose="020B0604020202020204" pitchFamily="34" charset="0"/>
              <a:buChar char="•"/>
            </a:pPr>
            <a:r>
              <a:rPr lang="en-US" b="0" dirty="0"/>
              <a:t>vSAN in VCF 9.1 takes a new approach to rendering capacity information in vSAN.  The new “Effective Capacity Reporting” view is an optional capacity view to all vSAN 9.1 clusters.  It presents cluster capacity information in a manner that meets or exceeds the simplicity of traditional storage.  It eliminates all of the complexity of the legacy view that invited questions and confusion not only for existing operations but planning for growth.</a:t>
            </a:r>
          </a:p>
          <a:p>
            <a:pPr marL="171450" indent="-171450">
              <a:buFont typeface="Arial" panose="020B0604020202020204" pitchFamily="34" charset="0"/>
              <a:buChar char="•"/>
            </a:pPr>
            <a:r>
              <a:rPr lang="en-US" b="0" dirty="0"/>
              <a:t>The Effective Capacity View is comprised of two sections.</a:t>
            </a:r>
          </a:p>
          <a:p>
            <a:pPr marL="628650" lvl="1" indent="-171450">
              <a:buFont typeface="Arial" panose="020B0604020202020204" pitchFamily="34" charset="0"/>
              <a:buChar char="•"/>
            </a:pPr>
            <a:r>
              <a:rPr lang="en-US" b="1" dirty="0"/>
              <a:t>Effective Capacity.  </a:t>
            </a:r>
            <a:r>
              <a:rPr lang="en-US" b="0" dirty="0"/>
              <a:t>This section shows the total usable capacity of the cluster, in the form of a horizontal bar.  It presents the </a:t>
            </a:r>
            <a:r>
              <a:rPr lang="en-US" b="1" dirty="0"/>
              <a:t>total usable capacity </a:t>
            </a:r>
            <a:r>
              <a:rPr lang="en-US" b="0" dirty="0"/>
              <a:t>after overheads are accounted for.</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Within that bar, the “used capacity” is the </a:t>
            </a:r>
            <a:r>
              <a:rPr lang="en-US" b="1" dirty="0"/>
              <a:t>total used capacity, after space efficiency capabilities have taken place on the data stored</a:t>
            </a:r>
            <a:r>
              <a:rPr lang="en-US" b="0" dirty="0"/>
              <a:t>.</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Within that bar, the “free usable capacity” presents </a:t>
            </a:r>
            <a:r>
              <a:rPr lang="en-US" b="1" dirty="0"/>
              <a:t>the total remaining usable capacity, prior to any potential space efficiency.</a:t>
            </a:r>
            <a:r>
              <a:rPr lang="en-US" b="0" dirty="0"/>
              <a:t> (It does NOT attempt to forecast free usable capacity from opportunistic space efficiency features like compression and deduplication.)</a:t>
            </a:r>
            <a:r>
              <a:rPr lang="en-US" b="1" dirty="0"/>
              <a:t> </a:t>
            </a:r>
            <a:endParaRPr lang="en-US" b="0" dirty="0"/>
          </a:p>
          <a:p>
            <a:pPr marL="628650" lvl="1" indent="-171450">
              <a:buFont typeface="Arial" panose="020B0604020202020204" pitchFamily="34" charset="0"/>
              <a:buChar char="•"/>
            </a:pPr>
            <a:r>
              <a:rPr lang="en-US" b="1" dirty="0"/>
              <a:t>Space Efficiency.  </a:t>
            </a:r>
            <a:r>
              <a:rPr lang="en-US" b="0" dirty="0"/>
              <a:t>This section shows a horizontal bar, below the “Effective Capacity” section.  The bar shows that </a:t>
            </a:r>
            <a:r>
              <a:rPr lang="en-US" b="1" dirty="0"/>
              <a:t>of the capacity that has been provisioned, how much do the various space efficiency techniques reduce the amount.  </a:t>
            </a:r>
            <a:r>
              <a:rPr lang="en-US" b="0" dirty="0"/>
              <a:t>It leads with the total provisioned, followed by the actual used capacity, while showing the data reduction savings.  Note that in some cases, the horizontal bar may show a break for visual clarity, as it may not be able to represent the potential savings at the proper scale.  There are three additional fields that can be expanded for additional detail.  This was an ideal time to address, given the GA release of global deduplication in 9.1 (the limited availability edition of global dedup did not have any UI enhancements for 9.0)</a:t>
            </a:r>
          </a:p>
          <a:p>
            <a:pPr marL="1085850" lvl="2" indent="-171450">
              <a:buFont typeface="Arial" panose="020B0604020202020204" pitchFamily="34" charset="0"/>
              <a:buChar char="•"/>
            </a:pPr>
            <a:r>
              <a:rPr lang="en-US" b="1" dirty="0"/>
              <a:t>Data reduction ratio:  </a:t>
            </a:r>
            <a:r>
              <a:rPr lang="en-US" b="0" dirty="0"/>
              <a:t>This ratio will represent the reduction rate of deduplication, as well as compression.  Details of each can be viewed by expanding the box.</a:t>
            </a:r>
          </a:p>
          <a:p>
            <a:pPr marL="1085850" lvl="2" indent="-171450">
              <a:buFont typeface="Arial" panose="020B0604020202020204" pitchFamily="34" charset="0"/>
              <a:buChar char="•"/>
            </a:pPr>
            <a:r>
              <a:rPr lang="en-US" b="1" dirty="0"/>
              <a:t>Thin provisioning savings ratio:  </a:t>
            </a:r>
            <a:r>
              <a:rPr lang="en-US" b="0" dirty="0"/>
              <a:t>This ratio will represent the reduction rate through thin provisioning.  We render the thin provisioning ratio after data reduction techniques.  Details can be viewed by expanding the box.</a:t>
            </a:r>
          </a:p>
          <a:p>
            <a:pPr marL="1085850" lvl="2" indent="-171450">
              <a:buFont typeface="Arial" panose="020B0604020202020204" pitchFamily="34" charset="0"/>
              <a:buChar char="•"/>
            </a:pPr>
            <a:r>
              <a:rPr lang="en-US" b="1" dirty="0"/>
              <a:t>Snapshot savings ratio:  </a:t>
            </a:r>
            <a:r>
              <a:rPr lang="en-US" b="0" dirty="0"/>
              <a:t>This ratio will represent the reduction rate of vSAN snapshots versus the capacity required for full copies of the source data.  Details can be viewed by expanding the box.</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Depending on the conditions of the cluster, the Space efficiency bar may show an “overprovisioning ratio.”  This ratio measures how much the total provisioned storage exceeds the total usable capacity of the system. It is a ratio of the total provisioned capacity to the total usable capacity.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While we do provide discrete views for both deduplication ratios and compression ratios, what matters most is our overall “data reduction ratio.”</a:t>
            </a:r>
          </a:p>
          <a:p>
            <a:pPr marL="171450" indent="-171450">
              <a:buFont typeface="Arial" panose="020B0604020202020204" pitchFamily="34" charset="0"/>
              <a:buChar char="•"/>
            </a:pPr>
            <a:r>
              <a:rPr lang="en-US" b="0" dirty="0"/>
              <a:t>This improvement not only changes the cluster capacity views, but the “provisioned space” and “used space” data associated with a VM.  In vSAN 9.1, provisioned space will represent the data provisioned and used (before data reduction techniques).  Unlike previous versions, it does NOT include RAID overhead.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The enabling or disabling of Host Rebuild Reserve (HRR) or Operations Reserve (OR) toggles in the legacy capacity view do not change the information in the effective capacity view.   These were capacity management tools of the legacy approach and are irrelevant with the new effective capacity view.</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The simplification of rendered capacity comes in part from the improved consistency of overheads as a part of Auto-RAID.  When enabled in standard clusters, they will always have a 50% overhead for resilience, since Auto-RAID enabled clusters will use a modified RAID-6 erasure cod that will offer an HFTT=1 on as few clusters as small as 3 hosts.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The “total provisioned capacity” will not include the VM home namespace and swap objects, as it could/would be very misleading since they are thin provisioned objects.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Just as with the legacy capacity view, the new Effective Capacity view uses calculations with that are geared for physical environments with supported storage devices.  In nested environments, where device capacities are often just 1/1000</a:t>
            </a:r>
            <a:r>
              <a:rPr lang="en-US" b="0" baseline="30000" dirty="0"/>
              <a:t>th</a:t>
            </a:r>
            <a:r>
              <a:rPr lang="en-US" b="0" dirty="0"/>
              <a:t> of the size of a physical device, the effective capacity may not necessarily provide a number that is representative of overhead percentages in a real-world environment.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The most accurate effective capacity views will be using real data on physical hardware with supported storage devices (non-nested lab environments).  This will help vSAN will be able to attain realistic data reduction ratios, thin provisioning and snapshot savings.  Nearly empty clusters may not present the most realistic data reduction ratios and other space efficiency that would be representative of a real environment. </a:t>
            </a:r>
          </a:p>
          <a:p>
            <a:pPr marL="171450" indent="-171450" rtl="0">
              <a:buFont typeface="Arial" panose="020B0604020202020204" pitchFamily="34" charset="0"/>
              <a:buChar char="•"/>
            </a:pPr>
            <a:r>
              <a:rPr lang="en-US" sz="1200" b="0" i="0" u="none" strike="noStrike" kern="1200" dirty="0">
                <a:solidFill>
                  <a:schemeClr val="tx1"/>
                </a:solidFill>
                <a:effectLst/>
                <a:latin typeface="+mn-lt"/>
                <a:ea typeface="+mn-ea"/>
                <a:cs typeface="+mn-cs"/>
              </a:rPr>
              <a:t>Data reduction ratios may change as data is processed.  For example, after vSAN writes a large amount of highly compressible data, the compression ratio may increase significantly.  But after the deduplication process occurs, some of the data reductions originally occurring via compression will be deduplicated to provide better space savings.  In this scenario, you will typically see the compression ratio decrease, the deduplication ratio increase, and the overall data reduction ratio improve due to it using the most optimal space efficiency technique.</a:t>
            </a:r>
            <a:endParaRPr lang="en-US" b="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The following example will walk you through how the new Effective Capacity View will render storage capacity.  While these are actual numbers from a relatively small nested lab (</a:t>
            </a:r>
            <a:r>
              <a:rPr lang="en-US" b="1" dirty="0"/>
              <a:t>10 hosts with just ~400GB per host</a:t>
            </a:r>
            <a:r>
              <a:rPr lang="en-US" b="0" dirty="0"/>
              <a:t>), it will serve to illustrate realistic yields.  This exercise will demonstrate how you can create quick, simplified estimates of how much realistic capacity a new cluster bill of materials will yield – something that was extremely difficult to do in past versions.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10 hosts with approximately 400GB per host would provide just under </a:t>
            </a:r>
            <a:r>
              <a:rPr lang="en-US" b="1" dirty="0"/>
              <a:t>4TB raw capacity </a:t>
            </a:r>
            <a:r>
              <a:rPr lang="en-US" b="0" dirty="0"/>
              <a:t>(more specifically, 3.9TB) as seen in the legacy capacity view.</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This same cluster, as viewed in the new Effective Capacity View would </a:t>
            </a:r>
            <a:r>
              <a:rPr lang="en-US" b="1" dirty="0"/>
              <a:t>show just over 2TB in effective capacity </a:t>
            </a:r>
            <a:r>
              <a:rPr lang="en-US" b="0" dirty="0"/>
              <a:t>(more specifically, 2.03TB), or approximately half of the raw capacity.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But the </a:t>
            </a:r>
            <a:r>
              <a:rPr lang="en-US" b="1" dirty="0"/>
              <a:t>actual “used capacity” </a:t>
            </a:r>
            <a:r>
              <a:rPr lang="en-US" b="0" dirty="0"/>
              <a:t>on the cluster would be after all of the space efficiency techniques (compression, dedup, thin provisioning, snapshot savings, etc.).</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An estimate of effective usable capacity could be easily derived with the following equation:</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In this example, if the customer was getting a 2:1 data reduction ratio, they would be able to store up to about 4TB, roughly equal to the aggregate raw capacity of the hosts.  </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In this example, if the customer was getting a 4:1 data reduction ratio, they would be able to store up to about 8TB, about 2x the aggregate raw capacity of the hosts.</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In this example, if the customer was getting a 6:1 data reduction ratio, they would be able to store up to about 12TB, about 3x the aggregate raw capacity of the hosts.</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In this example, if the customer was getting an 8:1 data reduction ratio, they would be able to store up to about 16TB. About 4x the aggregate raw capacity of the hosts.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The data reduction ratios above are the net total reduction from compression, duplication, or both.  It does not represent data reduction from thin provisioning or snapshots.  for reference purposes only.  Actual data reduction ratios will vary.  With the new compression enhancements in 9.1, 2:1 data reduction may be achievable with just compression enabled.  With deduplication, this ratio could me noticeably higher.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The effective capacity view will account for hosts that have been entered into maintenance mode.  As more hosts in the cluster are entered into maintenance mode, the effective capacity will be reduced.  It will for the most part be roughly linear in terms of capacity being removed, but may vary slightly, especially as the removal of a substantial number of hosts begins to have a significant impact on the percentage of storage resources provided.  For example, with the 10 host cluster noted above, where 2.03TB is usable, 1 host EMM removed subtracts about 200GB.  2 hosts EMM removed subtracts ~430GB.  3 hosts EMM removed 660GB.  4 hosts EMM removed 889GB.</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A new “vSAN Effective Capacity widget/view is also available at the data center level followed by clicking on datastores.  It will show a simple slider bar of overall effective capacity, how much is used, and the respective data reduction ratios for thing provisioning, etc.</a:t>
            </a:r>
          </a:p>
          <a:p>
            <a:pPr marL="171450" indent="-171450">
              <a:buFont typeface="Arial" panose="020B0604020202020204" pitchFamily="34" charset="0"/>
              <a:buChar char="•"/>
            </a:pPr>
            <a:r>
              <a:rPr lang="en-US" b="0" dirty="0"/>
              <a:t>The “Effective Capacity View” is the new default, and replaces the legacy capacity view, although it remains available via the “Legacy capacity view.”   The legacy capacity view remains available to support older clusters as well as APIs that assume a particular way of rendering capacity.  </a:t>
            </a:r>
          </a:p>
          <a:p>
            <a:pPr marL="171450" indent="-171450">
              <a:buFont typeface="Arial" panose="020B0604020202020204" pitchFamily="34" charset="0"/>
              <a:buChar char="•"/>
            </a:pPr>
            <a:r>
              <a:rPr lang="en-US" b="0" dirty="0"/>
              <a:t>The “Effective Capacity View” is the path forward in delivering vSAN in a manner that makes it easy to comprehend and manage capacity.  While the legacy view remains, it is mostly there to support existing environments that are not on vSAN 9.1 or newer.  It will likely be deprecated at some point in the future.</a:t>
            </a:r>
          </a:p>
          <a:p>
            <a:pPr marL="0" indent="0">
              <a:buFont typeface="Arial" panose="020B0604020202020204" pitchFamily="34" charset="0"/>
              <a:buNone/>
            </a:pPr>
            <a:r>
              <a:rPr lang="en-US" b="1" u="sng" dirty="0"/>
              <a:t>Limitations</a:t>
            </a:r>
          </a:p>
          <a:p>
            <a:pPr marL="171450" indent="-171450">
              <a:buFont typeface="Arial" panose="020B0604020202020204" pitchFamily="34" charset="0"/>
              <a:buChar char="•"/>
            </a:pPr>
            <a:r>
              <a:rPr lang="en-US" b="0" u="none" dirty="0"/>
              <a:t>Requires vSAN 9.1 or newer</a:t>
            </a:r>
          </a:p>
          <a:p>
            <a:pPr marL="171450" indent="-171450">
              <a:buFont typeface="Arial" panose="020B0604020202020204" pitchFamily="34" charset="0"/>
              <a:buChar char="•"/>
            </a:pPr>
            <a:r>
              <a:rPr lang="en-US" b="0" u="none" dirty="0"/>
              <a:t>Requires vCenter 9.1 or newer</a:t>
            </a:r>
          </a:p>
          <a:p>
            <a:pPr marL="171450" indent="-171450">
              <a:buFont typeface="Arial" panose="020B0604020202020204" pitchFamily="34" charset="0"/>
              <a:buChar char="•"/>
            </a:pPr>
            <a:r>
              <a:rPr lang="en-US" b="0" u="none" dirty="0"/>
              <a:t>Auto-RAID is enabled on the cluster</a:t>
            </a:r>
          </a:p>
          <a:p>
            <a:pPr marL="171450" indent="-171450">
              <a:buFont typeface="Arial" panose="020B0604020202020204" pitchFamily="34" charset="0"/>
              <a:buChar char="•"/>
            </a:pPr>
            <a:r>
              <a:rPr lang="en-US" b="0" u="none" dirty="0"/>
              <a:t>Clusters require a disk format change (DFC to the latest vSAN format version)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u="sng" dirty="0"/>
              <a:t>Positioning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Feature value in one sentence.</a:t>
            </a:r>
            <a:r>
              <a:rPr lang="en-US" b="0" dirty="0"/>
              <a:t>  TBD.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The new Effective Capacity view in vSAN will be one of the major reasons why customers should enable “Auto-RAID” (a requirement for use with this feature) in all clusters that have been upgraded.  It will make ongoing management and planning much easier.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u="none" dirty="0"/>
              <a:t>Common Use Cases.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TBD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baseline="0" dirty="0">
                <a:solidFill>
                  <a:schemeClr val="tx1"/>
                </a:solidFill>
                <a:ea typeface="+mn-ea"/>
                <a:cs typeface="+mn-cs"/>
              </a:rPr>
              <a:t>----------------------------------</a:t>
            </a:r>
          </a:p>
          <a:p>
            <a:r>
              <a:rPr lang="en-US" sz="1200" b="1" kern="1200" baseline="0" dirty="0">
                <a:solidFill>
                  <a:schemeClr val="tx1"/>
                </a:solidFill>
                <a:ea typeface="+mn-ea"/>
                <a:cs typeface="+mn-cs"/>
              </a:rPr>
              <a:t>Additional Information:</a:t>
            </a:r>
          </a:p>
          <a:p>
            <a:r>
              <a:rPr lang="en-US" sz="1200" b="0" kern="1200" baseline="0" dirty="0">
                <a:solidFill>
                  <a:schemeClr val="tx1"/>
                </a:solidFill>
                <a:ea typeface="+mn-ea"/>
                <a:cs typeface="+mn-cs"/>
              </a:rPr>
              <a:t>Demystifying Capacity Reporting in vSAN:  https://blogs.vmware.com/cloud-foundation/2022/01/14/demystifying-capacity-reporting-in-</a:t>
            </a:r>
            <a:r>
              <a:rPr lang="en-US" sz="1200" b="0" kern="1200" baseline="0" dirty="0" err="1">
                <a:solidFill>
                  <a:schemeClr val="tx1"/>
                </a:solidFill>
                <a:ea typeface="+mn-ea"/>
                <a:cs typeface="+mn-cs"/>
              </a:rPr>
              <a:t>vsan</a:t>
            </a:r>
            <a:r>
              <a:rPr lang="en-US" sz="1200" b="0" kern="1200" baseline="0" dirty="0">
                <a:solidFill>
                  <a:schemeClr val="tx1"/>
                </a:solidFill>
                <a:ea typeface="+mn-ea"/>
                <a:cs typeface="+mn-cs"/>
              </a:rPr>
              <a:t>/ </a:t>
            </a:r>
          </a:p>
          <a:p>
            <a:r>
              <a:rPr lang="en-US" sz="1200" b="0" kern="1200" baseline="0" dirty="0">
                <a:solidFill>
                  <a:schemeClr val="tx1"/>
                </a:solidFill>
                <a:ea typeface="+mn-ea"/>
                <a:cs typeface="+mn-cs"/>
              </a:rPr>
              <a:t>Understanding Reserve Capacity Concepts in vSAN:  https://blogs.vmware.com/cloud-foundation/2022/02/18/understanding-reserved-capacity-concepts-in-</a:t>
            </a:r>
            <a:r>
              <a:rPr lang="en-US" sz="1200" b="0" kern="1200" baseline="0" dirty="0" err="1">
                <a:solidFill>
                  <a:schemeClr val="tx1"/>
                </a:solidFill>
                <a:ea typeface="+mn-ea"/>
                <a:cs typeface="+mn-cs"/>
              </a:rPr>
              <a:t>vsan</a:t>
            </a:r>
            <a:r>
              <a:rPr lang="en-US" sz="1200" b="0" kern="1200" baseline="0" dirty="0">
                <a:solidFill>
                  <a:schemeClr val="tx1"/>
                </a:solidFill>
                <a:ea typeface="+mn-ea"/>
                <a:cs typeface="+mn-cs"/>
              </a:rPr>
              <a:t>/ </a:t>
            </a:r>
          </a:p>
        </p:txBody>
      </p:sp>
      <p:sp>
        <p:nvSpPr>
          <p:cNvPr id="4" name="Slide Number Placeholder 3">
            <a:extLst>
              <a:ext uri="{FF2B5EF4-FFF2-40B4-BE49-F238E27FC236}">
                <a16:creationId xmlns:a16="http://schemas.microsoft.com/office/drawing/2014/main" id="{4E190FC2-D9B4-0A78-D9C5-50530B94B4C7}"/>
              </a:ext>
            </a:extLst>
          </p:cNvPr>
          <p:cNvSpPr>
            <a:spLocks noGrp="1"/>
          </p:cNvSpPr>
          <p:nvPr>
            <p:ph type="sldNum" sz="quarter" idx="5"/>
          </p:nvPr>
        </p:nvSpPr>
        <p:spPr/>
        <p:txBody>
          <a:bodyPr/>
          <a:lstStyle/>
          <a:p>
            <a:fld id="{9F4FBC3A-A12C-40F9-BB8D-BC30C7901396}" type="slidenum">
              <a:rPr lang="en-US" smtClean="0"/>
              <a:pPr/>
              <a:t>24</a:t>
            </a:fld>
            <a:endParaRPr lang="en-US" dirty="0"/>
          </a:p>
        </p:txBody>
      </p:sp>
    </p:spTree>
    <p:extLst>
      <p:ext uri="{BB962C8B-B14F-4D97-AF65-F5344CB8AC3E}">
        <p14:creationId xmlns:p14="http://schemas.microsoft.com/office/powerpoint/2010/main" val="36737136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2FDA5-82A4-D431-FF20-EE722B5F95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FAE92F-9364-0F7D-02E4-09ED0B1E73C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3CB5DD3-C90A-8EB2-8CF1-B3E09F9C6AE0}"/>
              </a:ext>
            </a:extLst>
          </p:cNvPr>
          <p:cNvSpPr>
            <a:spLocks noGrp="1"/>
          </p:cNvSpPr>
          <p:nvPr>
            <p:ph type="body" idx="1"/>
          </p:nvPr>
        </p:nvSpPr>
        <p:spPr/>
        <p:txBody>
          <a:bodyPr>
            <a:normAutofit fontScale="77500" lnSpcReduction="20000"/>
          </a:bodyPr>
          <a:lstStyle/>
          <a:p>
            <a:r>
              <a:rPr lang="en-US" sz="1200" b="1" dirty="0"/>
              <a:t>Key Message/Talk track:</a:t>
            </a:r>
          </a:p>
          <a:p>
            <a:r>
              <a:rPr lang="en-US" sz="1200" b="0" dirty="0"/>
              <a:t>vSAN in VCF 9.1 introduces new capabilities to mount and consume stretched vSAN storage across workload domains and even VCF instances that use their own respective vCenter Servers.  Stretched clusters are an important aspect of data resilience for many of our customers, and extending the ability to mount stretched vSAN storage clusters means customers can now mount these remote datastores to clusters managed by other vCenter servers, just as they do with non-stretched vSAN clusters.  </a:t>
            </a:r>
            <a:endParaRPr lang="en-US" sz="1200" b="1" dirty="0"/>
          </a:p>
          <a:p>
            <a:r>
              <a:rPr lang="en-US" sz="1200" dirty="0"/>
              <a:t>----------------------------------</a:t>
            </a:r>
          </a:p>
          <a:p>
            <a:r>
              <a:rPr lang="en-US" sz="1200" b="1" dirty="0"/>
              <a:t>Overview:</a:t>
            </a:r>
          </a:p>
          <a:p>
            <a:pPr marL="171450" indent="-171450">
              <a:buFont typeface="Arial" panose="020B0604020202020204" pitchFamily="34" charset="0"/>
              <a:buChar char="•"/>
            </a:pPr>
            <a:r>
              <a:rPr lang="en-US" dirty="0"/>
              <a:t>Consume </a:t>
            </a:r>
            <a:r>
              <a:rPr lang="en-US" b="1" dirty="0"/>
              <a:t>stretched and non-stretched</a:t>
            </a:r>
            <a:r>
              <a:rPr lang="en-US" dirty="0"/>
              <a:t> datastores across VCF boundaries that use </a:t>
            </a:r>
            <a:r>
              <a:rPr lang="en-US" b="1" dirty="0"/>
              <a:t>different vCenter Servers</a:t>
            </a:r>
          </a:p>
          <a:p>
            <a:pPr marL="628650" lvl="1" indent="-171450">
              <a:buFont typeface="Arial" panose="020B0604020202020204" pitchFamily="34" charset="0"/>
              <a:buChar char="•"/>
            </a:pPr>
            <a:r>
              <a:rPr lang="en-US" dirty="0"/>
              <a:t>Mount stretched cluster datastore to stretched vSphere cluster in another workload domain</a:t>
            </a:r>
          </a:p>
          <a:p>
            <a:pPr marL="628650" lvl="1" indent="-171450">
              <a:buFont typeface="Arial" panose="020B0604020202020204" pitchFamily="34" charset="0"/>
              <a:buChar char="•"/>
            </a:pPr>
            <a:r>
              <a:rPr lang="en-US" dirty="0"/>
              <a:t>Mount stretched cluster datastore to stretched vSphere cluster in another VCF instance</a:t>
            </a:r>
          </a:p>
          <a:p>
            <a:pPr marL="171450" indent="-171450">
              <a:buFont typeface="Arial" panose="020B0604020202020204" pitchFamily="34" charset="0"/>
              <a:buChar char="•"/>
            </a:pPr>
            <a:r>
              <a:rPr lang="en-US" dirty="0"/>
              <a:t>Applies to </a:t>
            </a:r>
            <a:r>
              <a:rPr lang="en-US" b="1" dirty="0"/>
              <a:t>vSAN storage clusters </a:t>
            </a:r>
            <a:r>
              <a:rPr lang="en-US" dirty="0"/>
              <a:t>and </a:t>
            </a:r>
            <a:r>
              <a:rPr lang="en-US" b="1" dirty="0"/>
              <a:t>vSAN HCI clusters </a:t>
            </a:r>
            <a:r>
              <a:rPr lang="en-US" dirty="0"/>
              <a:t>using datastore sharing</a:t>
            </a:r>
          </a:p>
          <a:p>
            <a:pPr marL="0" indent="0">
              <a:spcBef>
                <a:spcPts val="1779"/>
              </a:spcBef>
              <a:buFont typeface="Arial" panose="020B0604020202020204" pitchFamily="34" charset="0"/>
              <a:buNone/>
            </a:pPr>
            <a:r>
              <a:rPr lang="en-US" dirty="0"/>
              <a:t>----------------------------------</a:t>
            </a:r>
          </a:p>
          <a:p>
            <a:r>
              <a:rPr lang="en-US" b="1" dirty="0"/>
              <a:t>Details:</a:t>
            </a:r>
          </a:p>
          <a:p>
            <a:pPr marL="171450" indent="-171450">
              <a:buFont typeface="Arial" panose="020B0604020202020204" pitchFamily="34" charset="0"/>
              <a:buChar char="•"/>
            </a:pPr>
            <a:r>
              <a:rPr lang="en-US" b="0" dirty="0"/>
              <a:t>Enhancements in vSAN 8 U3 (VCF 5.2) gave the ability for administrators to create and consume vSAN storage clusters all within built-in VCF workflows.  Users could create a workload domain and configure it as a vSAN storage clusters, and create vSAN compute clusters (aka “vSphere clusters”) that are capable of mounting the datastore of a vSAN storage cluster.  The workflow also allowed for the creation of an additional cluster in the management domain, configured as a vSAN storage cluster.  In VCF 9.0, customers were still unable to mount these remote datastores to vSphere clusters if they were not stretched.</a:t>
            </a:r>
          </a:p>
          <a:p>
            <a:pPr marL="171450" indent="-171450">
              <a:buFont typeface="Arial" panose="020B0604020202020204" pitchFamily="34" charset="0"/>
              <a:buChar char="•"/>
            </a:pPr>
            <a:r>
              <a:rPr lang="en-US" b="0" dirty="0"/>
              <a:t>vSAN in VCF 9.1 provides more comprehensive support for consuming vSAN storage resources residing in one workload domain by clusters in other workload domains (where they use different vCenter servers).  Customers can now mount these remote datastores if they are stretched.  For example, a stretched vSAN storage cluster residing in one VCF workload domain (or VCF instance), can be mounted by vSphere clusters residing in their own respective workload domains.</a:t>
            </a:r>
          </a:p>
          <a:p>
            <a:pPr marL="171450" indent="-171450">
              <a:buFont typeface="Arial" panose="020B0604020202020204" pitchFamily="34" charset="0"/>
              <a:buChar char="•"/>
            </a:pPr>
            <a:r>
              <a:rPr lang="en-US" b="0" dirty="0"/>
              <a:t>This support assumes that if the storage cluster is stretched across two geographic boundaries (fault domains), the respective vSphere clusters must also be stretched across those same two geographic boundaries.  This allows for site level resilience for both compute and storage.</a:t>
            </a:r>
          </a:p>
          <a:p>
            <a:pPr marL="0" indent="0">
              <a:buFont typeface="Arial" panose="020B0604020202020204" pitchFamily="34" charset="0"/>
              <a:buNone/>
            </a:pPr>
            <a:r>
              <a:rPr lang="en-US" b="1" u="sng" dirty="0"/>
              <a:t>Limitations</a:t>
            </a:r>
          </a:p>
          <a:p>
            <a:pPr marL="171450" indent="-171450">
              <a:buFont typeface="Arial" panose="020B0604020202020204" pitchFamily="34" charset="0"/>
              <a:buChar char="•"/>
            </a:pPr>
            <a:r>
              <a:rPr lang="en-US" b="0" u="none" dirty="0"/>
              <a:t>As with environments NOT using VCF, the selection of vSAN HCI or vSAN storage clusters must be performed at cluster creation time.  One cannot retroactively change this setting.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Other limitations of vSAN storage clusters apply to VCF environments just as they do in non-VCF environments.  This includes but not limited to cluster host count sizes, connection limits, etc.  See the vSAN storage cluster documentation for more information.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u="sng" dirty="0"/>
              <a:t>Positioning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Feature value in one sentence.</a:t>
            </a:r>
            <a:r>
              <a:rPr lang="en-US" b="0" dirty="0"/>
              <a:t>  VCF customers can now provide high levels of resilience through the new support for vSAN stretched clusters across workload domains, VCF instances, and vCenter servers.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u="none" dirty="0"/>
              <a:t>Common Use Cases.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TBD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baseline="0" dirty="0">
                <a:solidFill>
                  <a:schemeClr val="tx1"/>
                </a:solidFill>
                <a:ea typeface="+mn-ea"/>
                <a:cs typeface="+mn-cs"/>
              </a:rPr>
              <a:t>----------------------------------</a:t>
            </a:r>
          </a:p>
          <a:p>
            <a:r>
              <a:rPr lang="en-US" sz="1200" b="1" kern="1200" baseline="0" dirty="0">
                <a:solidFill>
                  <a:schemeClr val="tx1"/>
                </a:solidFill>
                <a:ea typeface="+mn-ea"/>
                <a:cs typeface="+mn-cs"/>
              </a:rPr>
              <a:t>Additional Information:</a:t>
            </a:r>
          </a:p>
        </p:txBody>
      </p:sp>
      <p:sp>
        <p:nvSpPr>
          <p:cNvPr id="4" name="Slide Number Placeholder 3">
            <a:extLst>
              <a:ext uri="{FF2B5EF4-FFF2-40B4-BE49-F238E27FC236}">
                <a16:creationId xmlns:a16="http://schemas.microsoft.com/office/drawing/2014/main" id="{502EF858-9E2A-6384-D533-7238B383C999}"/>
              </a:ext>
            </a:extLst>
          </p:cNvPr>
          <p:cNvSpPr>
            <a:spLocks noGrp="1"/>
          </p:cNvSpPr>
          <p:nvPr>
            <p:ph type="sldNum" sz="quarter" idx="5"/>
          </p:nvPr>
        </p:nvSpPr>
        <p:spPr/>
        <p:txBody>
          <a:bodyPr/>
          <a:lstStyle/>
          <a:p>
            <a:fld id="{9F4FBC3A-A12C-40F9-BB8D-BC30C7901396}" type="slidenum">
              <a:rPr lang="en-US" smtClean="0"/>
              <a:pPr/>
              <a:t>25</a:t>
            </a:fld>
            <a:endParaRPr lang="en-US" dirty="0"/>
          </a:p>
        </p:txBody>
      </p:sp>
    </p:spTree>
    <p:extLst>
      <p:ext uri="{BB962C8B-B14F-4D97-AF65-F5344CB8AC3E}">
        <p14:creationId xmlns:p14="http://schemas.microsoft.com/office/powerpoint/2010/main" val="32839133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US" sz="1200" b="1" dirty="0"/>
              <a:t>Key Message/Talk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Improvements in storage are not just related to performance, efficiency, and simplicity.  vSAN in VCF 9.1 introduces three new dashboard views to help in the operation and management of their VCF environment.  The “Storage Performance Insights” section of the “Storage Operations” view in VCF Operations will provide new proactive detection capabilities that correlate multiple symptoms across a period of time.  This multifactorial approach uses metrics in a smart way to tell virtualization administrators and even technical support staff what the potential root cause of an issue may be, and the prescriptive steps on how to correct it.  </a:t>
            </a:r>
            <a:r>
              <a:rPr lang="en-US" sz="1200" b="1" dirty="0"/>
              <a:t>For environments with dozens or hundreds of clusters across a VCF estate, this is a great example of how VCF can share intelligence with you to save time and improve an environment.  </a:t>
            </a:r>
            <a:r>
              <a:rPr lang="en-US" sz="1200" b="0" dirty="0"/>
              <a:t>vSAN for VCF 9.1 also introduces enhanced vSAN diagnostics capabilities.  It allows you to easily navigate through your environment to better understand the health and well-being of your environment.  Perhaps most important is the ability for one to easily drill down into these views to gain additional levels of detail – something that many of our customers have asked for.  </a:t>
            </a:r>
            <a:r>
              <a:rPr lang="en-US" sz="1200" b="1" dirty="0"/>
              <a:t>These enhanced vSAN diagnostics capabilities deliver the insight that administrators need, in an easy to consume manner. </a:t>
            </a:r>
            <a:r>
              <a:rPr lang="en-US" sz="1200" b="0" dirty="0"/>
              <a:t> And lastly, vSAN in VCF 9.1 introduces a “Protection and Recovery” management pack for VCF Operations.  This aims to help monitor the protection and recovery status of your entire VCF environment.  Within a single dashboard, you can easily see information about discrete protection groups, VMs protected, and even recovery plans as a part of Site Recovery Manager.  </a:t>
            </a:r>
            <a:r>
              <a:rPr lang="en-US" sz="1200" b="1" dirty="0"/>
              <a:t>It is evidence once again that at the fleet-wide level, VCF Operations will let you operate your environment at scale.</a:t>
            </a:r>
          </a:p>
          <a:p>
            <a:r>
              <a:rPr lang="en-US" sz="1200" dirty="0"/>
              <a:t>----------------------------------</a:t>
            </a:r>
          </a:p>
          <a:p>
            <a:r>
              <a:rPr lang="en-US" sz="1200" b="1" dirty="0"/>
              <a:t>Overview:</a:t>
            </a:r>
          </a:p>
          <a:p>
            <a:pPr marL="171450" indent="-171450">
              <a:buFont typeface="Arial" panose="020B0604020202020204" pitchFamily="34" charset="0"/>
              <a:buChar char="•"/>
            </a:pPr>
            <a:r>
              <a:rPr lang="en-US" dirty="0"/>
              <a:t>Identify storage issues through </a:t>
            </a:r>
            <a:r>
              <a:rPr lang="en-US" b="1" dirty="0"/>
              <a:t>new proactive detection </a:t>
            </a:r>
            <a:r>
              <a:rPr lang="en-US" dirty="0"/>
              <a:t>capabilities</a:t>
            </a:r>
          </a:p>
          <a:p>
            <a:pPr marL="171450" indent="-171450">
              <a:buFont typeface="Arial" panose="020B0604020202020204" pitchFamily="34" charset="0"/>
              <a:buChar char="•"/>
            </a:pPr>
            <a:r>
              <a:rPr lang="en-US" dirty="0"/>
              <a:t>Indicates </a:t>
            </a:r>
            <a:r>
              <a:rPr lang="en-US" b="1" dirty="0"/>
              <a:t>root cause </a:t>
            </a:r>
            <a:r>
              <a:rPr lang="en-US" dirty="0"/>
              <a:t>of issue identified and </a:t>
            </a:r>
            <a:r>
              <a:rPr lang="en-US" b="1" dirty="0"/>
              <a:t>prescriptive steps on how to correct it</a:t>
            </a:r>
          </a:p>
          <a:p>
            <a:pPr marL="171450" indent="-171450">
              <a:buFont typeface="Arial" panose="020B0604020202020204" pitchFamily="34" charset="0"/>
              <a:buChar char="•"/>
            </a:pPr>
            <a:r>
              <a:rPr lang="en-US" dirty="0"/>
              <a:t>Gain better understanding of </a:t>
            </a:r>
            <a:r>
              <a:rPr lang="en-US" b="1" dirty="0"/>
              <a:t>performance trends </a:t>
            </a:r>
            <a:r>
              <a:rPr lang="en-US" dirty="0"/>
              <a:t>for vSAN clusters</a:t>
            </a:r>
          </a:p>
          <a:p>
            <a:pPr marL="171450" indent="-171450">
              <a:buFont typeface="Arial" panose="020B0604020202020204" pitchFamily="34" charset="0"/>
              <a:buChar char="•"/>
            </a:pPr>
            <a:r>
              <a:rPr lang="en-US" dirty="0"/>
              <a:t>More helpful insights across teams</a:t>
            </a:r>
          </a:p>
          <a:p>
            <a:pPr marL="628650" lvl="1" indent="-171450">
              <a:buFont typeface="Arial" panose="020B0604020202020204" pitchFamily="34" charset="0"/>
              <a:buChar char="•"/>
            </a:pPr>
            <a:r>
              <a:rPr lang="en-US" dirty="0"/>
              <a:t>Virtualization administrators</a:t>
            </a:r>
          </a:p>
          <a:p>
            <a:pPr marL="628650" lvl="1" indent="-171450">
              <a:buFont typeface="Arial" panose="020B0604020202020204" pitchFamily="34" charset="0"/>
              <a:buChar char="•"/>
            </a:pPr>
            <a:r>
              <a:rPr lang="en-US" dirty="0"/>
              <a:t>Technical Support staff</a:t>
            </a:r>
          </a:p>
          <a:p>
            <a:pPr marL="0" indent="0">
              <a:spcBef>
                <a:spcPts val="1779"/>
              </a:spcBef>
              <a:buFont typeface="Arial" panose="020B0604020202020204" pitchFamily="34" charset="0"/>
              <a:buNone/>
            </a:pPr>
            <a:r>
              <a:rPr lang="en-US" dirty="0"/>
              <a:t>----------------------------------</a:t>
            </a:r>
          </a:p>
          <a:p>
            <a:r>
              <a:rPr lang="en-US" b="1" dirty="0"/>
              <a:t>Details:</a:t>
            </a:r>
          </a:p>
          <a:p>
            <a:pPr marL="0" indent="0">
              <a:buFont typeface="Arial" panose="020B0604020202020204" pitchFamily="34" charset="0"/>
              <a:buNone/>
            </a:pPr>
            <a:r>
              <a:rPr lang="en-US" b="0" u="sng" dirty="0"/>
              <a:t>Storage Performance Insights</a:t>
            </a:r>
          </a:p>
          <a:p>
            <a:pPr marL="171450" indent="-171450">
              <a:buFont typeface="Arial" panose="020B0604020202020204" pitchFamily="34" charset="0"/>
              <a:buChar char="•"/>
            </a:pPr>
            <a:r>
              <a:rPr lang="en-US" b="0" dirty="0"/>
              <a:t>Visibility to storage through VCF Operations took a significant step forward in VCF 9.1.  Three new views were created to accommodate the needs of administrators, and the new capabilities within vSAN.  While the “Storage Operations” “vSAN Performance” and “vSAN Performance Diagnostics” were introduced in VCF Operations 9.0, only the “Storage Operations” view was a comprehensive redesign.  The others only offered incremental improvements with the intention of a more comprehensive revamp at a later time.</a:t>
            </a:r>
          </a:p>
          <a:p>
            <a:pPr marL="171450" indent="-171450">
              <a:buFont typeface="Arial" panose="020B0604020202020204" pitchFamily="34" charset="0"/>
              <a:buChar char="•"/>
            </a:pPr>
            <a:r>
              <a:rPr lang="en-US" b="0" dirty="0"/>
              <a:t>In VCF Ops 9.1, the “Storage Performance Insights” view in offers a new approach to gaining insight into storage powering a VCF environment.  The capabilities within VCF Operations is not just limited to reactive identification of issues, but will take a more proactive approach to its analysis.  It will monitor vSAN performance metrics against a set of predefined rules to identify when for example, performance patterns deviate too far from identified normal ranges.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Note that newer versions of VCF Operations have a new menu arrangement to simplify the side-bar menu.  On the home page of VCF Ops, there are now four tabs.  The four tabs reduce the number and complexity of menu items on the side bar.  This replaces the “Infrastructure Operations” menu tree on the left-hand side of the UI from previous versions.  For the purposes of this feature, the relevant views will be in the “Protect” and the “Operate” tabs.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Operate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Manage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Protect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Build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These proactive diagnostics can be viewed in VCF Ops by clicking </a:t>
            </a:r>
            <a:r>
              <a:rPr lang="en-US" b="1" dirty="0"/>
              <a:t>on “Infrastructure Operations &gt; Storage Operations &gt; View Insights</a:t>
            </a:r>
            <a:r>
              <a:rPr lang="en-US" b="0" dirty="0"/>
              <a:t>. (Or the “Operate” [tab] &gt; Overview &gt; Storage.  Subject to change based on revised UI in VCF Ops)</a:t>
            </a:r>
          </a:p>
          <a:p>
            <a:pPr marL="628650" lvl="1" indent="-171450">
              <a:buFont typeface="Arial" panose="020B0604020202020204" pitchFamily="34" charset="0"/>
              <a:buChar char="•"/>
            </a:pPr>
            <a:r>
              <a:rPr lang="en-US" b="0" dirty="0"/>
              <a:t>The listing will indicate what type of finding it is, whether it be an on-demand diagnostic, or a new “proactive insight.”</a:t>
            </a:r>
          </a:p>
          <a:p>
            <a:pPr marL="628650" lvl="1" indent="-171450">
              <a:buFont typeface="Arial" panose="020B0604020202020204" pitchFamily="34" charset="0"/>
              <a:buChar char="•"/>
            </a:pPr>
            <a:r>
              <a:rPr lang="en-US" b="0" dirty="0"/>
              <a:t>Each finding can be expanding, which can provide detailed descriptions and time-based metrics  to support the finding.  </a:t>
            </a:r>
          </a:p>
          <a:p>
            <a:pPr marL="171450" indent="-171450">
              <a:buFont typeface="Arial" panose="020B0604020202020204" pitchFamily="34" charset="0"/>
              <a:buChar char="•"/>
            </a:pPr>
            <a:r>
              <a:rPr lang="en-US" b="0" dirty="0"/>
              <a:t>Proactive detection is achieved using preconditions that are a collection of specific metrics at any given point.  For example, Abnormally high VM latency may occur as the result of a combination of the following:  Write latency at the DOM owner exceeding a certain threshold.  RDT network latency exceeding a certain threshold, and a high level of </a:t>
            </a:r>
            <a:r>
              <a:rPr lang="en-US" b="0" dirty="0" err="1"/>
              <a:t>tcpEcn</a:t>
            </a:r>
            <a:r>
              <a:rPr lang="en-US" b="0" dirty="0"/>
              <a:t> notifications.  It is this type of approach that helps reduce the expertise needed for high levels of metric correlations.  </a:t>
            </a:r>
          </a:p>
          <a:p>
            <a:pPr marL="171450" indent="-171450">
              <a:buFont typeface="Arial" panose="020B0604020202020204" pitchFamily="34" charset="0"/>
              <a:buChar char="•"/>
            </a:pPr>
            <a:r>
              <a:rPr lang="en-US" b="0" dirty="0"/>
              <a:t>Logic exists for proactive detection for both OSA and ESA with their own unique set of preconditions.  The likely root cause of performance issues between the two architectures are very different, hence the need for different logic.</a:t>
            </a:r>
          </a:p>
          <a:p>
            <a:pPr marL="171450" indent="-171450">
              <a:buFont typeface="Arial" panose="020B0604020202020204" pitchFamily="34" charset="0"/>
              <a:buChar char="•"/>
            </a:pPr>
            <a:r>
              <a:rPr lang="en-US" b="0" dirty="0"/>
              <a:t>Note that some findings may help provide a helpful explanation or reason for the condition, but may not be able to provide an actionable recommendation.  For example, if a backup job is producing a large amount of sequential I/O using large I/O sizes, there isn’t much that we can do about that.  However, the purpose in these cases can help administrators better understand the differences between workload-related issues and infrastructure-related issues.</a:t>
            </a:r>
          </a:p>
          <a:p>
            <a:pPr marL="0" indent="0">
              <a:buFont typeface="Arial" panose="020B0604020202020204" pitchFamily="34" charset="0"/>
              <a:buNone/>
            </a:pPr>
            <a:endParaRPr lang="en-US" b="0" u="sng" dirty="0"/>
          </a:p>
          <a:p>
            <a:pPr marL="0" indent="0">
              <a:buFont typeface="Arial" panose="020B0604020202020204" pitchFamily="34" charset="0"/>
              <a:buNone/>
            </a:pPr>
            <a:r>
              <a:rPr lang="en-US" b="0" u="sng" dirty="0"/>
              <a:t>Enhanced vSAN Diagnostics</a:t>
            </a:r>
          </a:p>
          <a:p>
            <a:pPr marL="171450" indent="-171450">
              <a:buFont typeface="Arial" panose="020B0604020202020204" pitchFamily="34" charset="0"/>
              <a:buChar char="•"/>
            </a:pPr>
            <a:r>
              <a:rPr lang="en-US" b="0" dirty="0"/>
              <a:t>Visibility to storage through VCF Operations took a significant step forward in VCF 9.1.  Three new views were created to accommodate the needs of administrators, and the new capabilities within vSAN.  While the “Storage Operations” “vSAN Performance” and “vSAN Performance Diagnostics” were introduced in VCF Operations 9.0, only the “Storage Operations” view was a comprehensive redesign.  The others only offered incremental improvements with the intention of a more comprehensive revamp at a later time.</a:t>
            </a:r>
          </a:p>
          <a:p>
            <a:pPr marL="171450" indent="-171450">
              <a:buFont typeface="Arial" panose="020B0604020202020204" pitchFamily="34" charset="0"/>
              <a:buChar char="•"/>
            </a:pPr>
            <a:r>
              <a:rPr lang="en-US" b="0" dirty="0"/>
              <a:t>VCF Ops 9.1 delivers more health and diagnostics information across an entire fleet without having to go into specific vCenter Servers and clusters.  This allows VCF Operations to help administrators understand the health status overview of clusters across their fleet, and quickly understand what issues need attention.  Most noticeable is the ability to find “next layer down” information all within VCF Operations, without needing to go into vCenter Server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Note that newer versions of VCF Operations have a new menu arrangement to simplify the side-bar menu.  On the home page of VCF Ops, there are now four tabs.  The four tabs reduce the number and complexity of menu items on the side bar.  This replaces the “Infrastructure Operations” menu tree on the left hand side of the UI from previous versions.  For the purposes of this feature, the relevant views will be in the “Protect” and the “Operate” tabs.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Operate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Manage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Protect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Build</a:t>
            </a:r>
          </a:p>
          <a:p>
            <a:pPr marL="171450" indent="-171450">
              <a:buFont typeface="Arial" panose="020B0604020202020204" pitchFamily="34" charset="0"/>
              <a:buChar char="•"/>
            </a:pPr>
            <a:r>
              <a:rPr lang="en-US" b="0" dirty="0"/>
              <a:t>The new “diagnostics” view can be found in VCF Operations under </a:t>
            </a:r>
            <a:r>
              <a:rPr lang="en-US" b="1" dirty="0"/>
              <a:t>Infrastructure Operations &gt; Diagnostics</a:t>
            </a:r>
            <a:r>
              <a:rPr lang="en-US" b="0" dirty="0"/>
              <a:t>. (Or the “Operate” [tab] &gt; VCF Health.  subject to change based on revised UI in VCF Ops)</a:t>
            </a:r>
          </a:p>
          <a:p>
            <a:pPr marL="628650" lvl="1" indent="-171450">
              <a:buFont typeface="Arial" panose="020B0604020202020204" pitchFamily="34" charset="0"/>
              <a:buChar char="•"/>
            </a:pPr>
            <a:r>
              <a:rPr lang="en-US" b="0" dirty="0"/>
              <a:t>Under VCF Health…</a:t>
            </a:r>
          </a:p>
          <a:p>
            <a:pPr marL="1085850" lvl="2" indent="-171450">
              <a:buFont typeface="Arial" panose="020B0604020202020204" pitchFamily="34" charset="0"/>
              <a:buChar char="•"/>
            </a:pPr>
            <a:r>
              <a:rPr lang="en-US" b="0" dirty="0"/>
              <a:t>VCF View</a:t>
            </a:r>
          </a:p>
          <a:p>
            <a:pPr marL="1543050" lvl="3" indent="-171450">
              <a:buFont typeface="Arial" panose="020B0604020202020204" pitchFamily="34" charset="0"/>
              <a:buChar char="•"/>
            </a:pPr>
            <a:r>
              <a:rPr lang="en-US" b="0" dirty="0"/>
              <a:t>The top portion of the screen will present a summary of VCF instances, which includes host count, vCenter server instances, vSAN clusters, and NSX instances</a:t>
            </a:r>
          </a:p>
          <a:p>
            <a:pPr marL="1543050" lvl="3" indent="-171450">
              <a:buFont typeface="Arial" panose="020B0604020202020204" pitchFamily="34" charset="0"/>
              <a:buChar char="•"/>
            </a:pPr>
            <a:r>
              <a:rPr lang="en-US" b="0" dirty="0"/>
              <a:t>The middle portion of the screen will present a list of VCF instances, and their associated status.  The status of these instances will indicate the number of health issues and performance insights for those instances.  Each VCF instance is clickable.</a:t>
            </a:r>
          </a:p>
          <a:p>
            <a:pPr marL="1543050" lvl="3" indent="-171450">
              <a:buFont typeface="Arial" panose="020B0604020202020204" pitchFamily="34" charset="0"/>
              <a:buChar char="•"/>
            </a:pPr>
            <a:r>
              <a:rPr lang="en-US" b="0" dirty="0"/>
              <a:t>The VCF instances list will also have an alternate “relationship” view.  This will provide a hierarchical tree that shows the relationships between domains and instances across the fleet.</a:t>
            </a:r>
          </a:p>
          <a:p>
            <a:pPr marL="1543050" lvl="3" indent="-171450">
              <a:buFont typeface="Arial" panose="020B0604020202020204" pitchFamily="34" charset="0"/>
              <a:buChar char="•"/>
            </a:pPr>
            <a:r>
              <a:rPr lang="en-US" b="0" dirty="0"/>
              <a:t>Clicking on an instance will drill down to the respective workload and management domains within that instance, and the number of health issues and performance insights for those domains.</a:t>
            </a:r>
          </a:p>
          <a:p>
            <a:pPr marL="1543050" lvl="3" indent="-171450">
              <a:buFont typeface="Arial" panose="020B0604020202020204" pitchFamily="34" charset="0"/>
              <a:buChar char="•"/>
            </a:pPr>
            <a:r>
              <a:rPr lang="en-US" b="0" dirty="0"/>
              <a:t>The lower portion of the view will detail the vCenter instances, ESX hosts, VCF Ops collectors, and VCF Automation</a:t>
            </a:r>
          </a:p>
          <a:p>
            <a:pPr marL="1085850" lvl="2" indent="-171450">
              <a:buFont typeface="Arial" panose="020B0604020202020204" pitchFamily="34" charset="0"/>
              <a:buChar char="•"/>
            </a:pPr>
            <a:r>
              <a:rPr lang="en-US" b="0" dirty="0"/>
              <a:t>Component View</a:t>
            </a:r>
          </a:p>
          <a:p>
            <a:pPr marL="1543050" lvl="3" indent="-171450">
              <a:buFont typeface="Arial" panose="020B0604020202020204" pitchFamily="34" charset="0"/>
              <a:buChar char="•"/>
            </a:pPr>
            <a:r>
              <a:rPr lang="en-US" b="0" dirty="0"/>
              <a:t>This view is similar to above, but replaces the middle portions of the view with technical information like certificate status, NTP and DNS.  It also shows vCenter Server instances, and time based history of ESX host connectivity.</a:t>
            </a:r>
          </a:p>
          <a:p>
            <a:pPr marL="1085850" lvl="2" indent="-171450">
              <a:buFont typeface="Arial" panose="020B0604020202020204" pitchFamily="34" charset="0"/>
              <a:buChar char="•"/>
            </a:pPr>
            <a:r>
              <a:rPr lang="en-US" b="0" dirty="0"/>
              <a:t>Under VCF Findings…</a:t>
            </a:r>
          </a:p>
          <a:p>
            <a:pPr marL="1543050" lvl="3" indent="-171450">
              <a:buFont typeface="Arial" panose="020B0604020202020204" pitchFamily="34" charset="0"/>
              <a:buChar char="•"/>
            </a:pPr>
            <a:r>
              <a:rPr lang="en-US" b="0" dirty="0"/>
              <a:t>This will present a fleetwide view of the following, each in the respective tabs</a:t>
            </a:r>
          </a:p>
          <a:p>
            <a:pPr marL="2000250" lvl="4" indent="-171450">
              <a:buFont typeface="Arial" panose="020B0604020202020204" pitchFamily="34" charset="0"/>
              <a:buChar char="•"/>
            </a:pPr>
            <a:r>
              <a:rPr lang="en-US" b="0" dirty="0"/>
              <a:t>Active Findings</a:t>
            </a:r>
          </a:p>
          <a:p>
            <a:pPr marL="2000250" lvl="4" indent="-171450">
              <a:buFont typeface="Arial" panose="020B0604020202020204" pitchFamily="34" charset="0"/>
              <a:buChar char="•"/>
            </a:pPr>
            <a:r>
              <a:rPr lang="en-US" b="0" dirty="0"/>
              <a:t>Historical Findings</a:t>
            </a:r>
          </a:p>
          <a:p>
            <a:pPr marL="2000250" lvl="4" indent="-171450">
              <a:buFont typeface="Arial" panose="020B0604020202020204" pitchFamily="34" charset="0"/>
              <a:buChar char="•"/>
            </a:pPr>
            <a:r>
              <a:rPr lang="en-US" b="0" dirty="0"/>
              <a:t>Findings catalog</a:t>
            </a:r>
          </a:p>
          <a:p>
            <a:pPr marL="2000250" lvl="4" indent="-171450">
              <a:buFont typeface="Arial" panose="020B0604020202020204" pitchFamily="34" charset="0"/>
              <a:buChar char="•"/>
            </a:pPr>
            <a:r>
              <a:rPr lang="en-US" b="0" dirty="0"/>
              <a:t>Hardware compatibility</a:t>
            </a:r>
          </a:p>
          <a:p>
            <a:pPr marL="171450" lvl="0" indent="-171450">
              <a:buFont typeface="Arial" panose="020B0604020202020204" pitchFamily="34" charset="0"/>
              <a:buChar char="•"/>
            </a:pPr>
            <a:r>
              <a:rPr lang="en-US" b="0" dirty="0"/>
              <a:t>The diagnostics view will also allow you t drill down into a specific vCenter server, and see relevant/important details about the health and well being of that particular vCenter server.</a:t>
            </a:r>
          </a:p>
          <a:p>
            <a:pPr marL="0" indent="0">
              <a:buFont typeface="Arial" panose="020B0604020202020204" pitchFamily="34" charset="0"/>
              <a:buNone/>
            </a:pPr>
            <a:endParaRPr lang="en-US" b="0" dirty="0"/>
          </a:p>
          <a:p>
            <a:pPr marL="0" indent="0">
              <a:buFont typeface="Arial" panose="020B0604020202020204" pitchFamily="34" charset="0"/>
              <a:buNone/>
            </a:pPr>
            <a:r>
              <a:rPr lang="en-US" b="0" u="sng" dirty="0"/>
              <a:t>Protection and Recovery</a:t>
            </a:r>
          </a:p>
          <a:p>
            <a:pPr marL="171450" indent="-171450">
              <a:buFont typeface="Arial" panose="020B0604020202020204" pitchFamily="34" charset="0"/>
              <a:buChar char="•"/>
            </a:pPr>
            <a:r>
              <a:rPr lang="en-US" b="0" dirty="0"/>
              <a:t>Data protection strategies often must factor in the characteristics of the environment such as multiple clusters, multiple workload domains, and multiple VCF instances.  Protection strategies also commonly incorporate notions of a “source” and a “target” location.  With this level of complexity, views within a vCenter server often are insufficient understanding and monitoring the protection activities of an environment.</a:t>
            </a:r>
          </a:p>
          <a:p>
            <a:pPr marL="171450" indent="-171450">
              <a:buFont typeface="Arial" panose="020B0604020202020204" pitchFamily="34" charset="0"/>
              <a:buChar char="•"/>
            </a:pPr>
            <a:r>
              <a:rPr lang="en-US" b="0" dirty="0"/>
              <a:t>VCF Operations in VCF 9.1 aims to solve this.  Administrators can now use VCF Ops to monitor the protection status of an entire VCF environment.  These views are designed to provide visibility across an entire fleet of VCF instances, with the ease of drilling down into the respective VCF instances, workload and management domains, clusters and VMs.  All of this is delivered through a management pack within VCF Ops.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Note that newer versions of VCF Operations have a new menu arrangement to simplify the side-bar menu.  On the home page of VCF Ops, there are now four tabs.  The four tabs reduce the number and complexity of menu items on the side bar.  This replaces the “Infrastructure Operations” menu tree on the left hand side of the UI from previous versions.  For the purposes of this feature, the relevant views will be in the “Protect” and the “Operate” tabs.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Operate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Manage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Protect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Build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New protection and recovery information can be found in VCF Operations under the “</a:t>
            </a:r>
            <a:r>
              <a:rPr lang="en-US" b="1" dirty="0"/>
              <a:t>Protect</a:t>
            </a:r>
            <a:r>
              <a:rPr lang="en-US" b="0" dirty="0"/>
              <a:t>” [tab] &gt; </a:t>
            </a:r>
            <a:r>
              <a:rPr lang="en-US" b="1" dirty="0"/>
              <a:t>Protection and Recovery</a:t>
            </a:r>
            <a:r>
              <a:rPr lang="en-US" b="0" dirty="0"/>
              <a:t>..   It will consist of two tabs, and various sections with protection and recovery information about an environment.  They are as follows: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Overview </a:t>
            </a:r>
            <a:r>
              <a:rPr lang="en-US" b="0" dirty="0"/>
              <a:t>[tab]</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The top section of the view consists of 4 key areas:</a:t>
            </a:r>
          </a:p>
          <a:p>
            <a:pPr marL="1543050" marR="0" lvl="3"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Protection.  </a:t>
            </a:r>
            <a:r>
              <a:rPr lang="en-US" b="0" dirty="0"/>
              <a:t>Gives a summary of the number of VMs with local protection, replication to an on-prem target, and replication to a cloud</a:t>
            </a:r>
          </a:p>
          <a:p>
            <a:pPr marL="1543050" marR="0" lvl="3"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Recoverability. </a:t>
            </a:r>
            <a:r>
              <a:rPr lang="en-US" b="0" dirty="0"/>
              <a:t> Gives a summary of the number of VMs protected for Disaster Recovery and the number of VMs protected for Cyber Recovery.</a:t>
            </a:r>
          </a:p>
          <a:p>
            <a:pPr marL="1543050" marR="0" lvl="3"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Deployments.  </a:t>
            </a:r>
            <a:r>
              <a:rPr lang="en-US" b="0" dirty="0"/>
              <a:t>This summarizes the number of deployments in the fleet, showing the number of vCenter servers with vSAN Protection and Recovery (previously known as “vSAN Data Protection.”), Cyber Recovery regions, and Site Recovery pairs.</a:t>
            </a:r>
          </a:p>
          <a:p>
            <a:pPr marL="1543050" marR="0" lvl="3"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Alerts.  </a:t>
            </a:r>
            <a:r>
              <a:rPr lang="en-US" b="0" dirty="0"/>
              <a:t>This gives a time-based stacked bar chart of the number of alerts, grouped by “critical” “immediate” and “warning.”</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The bottom section of the view lists “</a:t>
            </a:r>
            <a:r>
              <a:rPr lang="en-US" b="1" dirty="0"/>
              <a:t>Protected </a:t>
            </a:r>
            <a:r>
              <a:rPr lang="en-US" b="1" dirty="0" err="1"/>
              <a:t>vCenters</a:t>
            </a:r>
            <a:r>
              <a:rPr lang="en-US" b="0" dirty="0"/>
              <a:t>” consisting of an enumerated list of vCenter Servers and the relevant protection and recovery statistics and status.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Deployments </a:t>
            </a:r>
            <a:r>
              <a:rPr lang="en-US" b="0" dirty="0"/>
              <a:t>[tab]</a:t>
            </a:r>
          </a:p>
          <a:p>
            <a:pPr marL="1085850" lvl="2" indent="-171450">
              <a:buFont typeface="Arial" panose="020B0604020202020204" pitchFamily="34" charset="0"/>
              <a:buChar char="•"/>
            </a:pPr>
            <a:r>
              <a:rPr lang="en-US" b="0" dirty="0"/>
              <a:t>This view provides a list of deployments, that can be sorted by name, or type, such as “cyber recovery region” “site recovery pair” or “vSAN Protection and Recovery.”  Each one of these deployments will show the number of protected VMs, as well as the respective status for protection as well as recoverability.</a:t>
            </a:r>
          </a:p>
          <a:p>
            <a:pPr marL="171450" lvl="0" indent="-171450">
              <a:buFont typeface="Arial" panose="020B0604020202020204" pitchFamily="34" charset="0"/>
              <a:buChar char="•"/>
            </a:pPr>
            <a:r>
              <a:rPr lang="en-US" b="0" dirty="0"/>
              <a:t>Other dashboards, relevant to protection and recovery can be found under “</a:t>
            </a:r>
            <a:r>
              <a:rPr lang="en-US" b="1" dirty="0"/>
              <a:t>Protect</a:t>
            </a:r>
            <a:r>
              <a:rPr lang="en-US" b="0" dirty="0"/>
              <a:t>” [tab] &gt; </a:t>
            </a:r>
            <a:r>
              <a:rPr lang="en-US" b="1" dirty="0"/>
              <a:t>Protection and Recovery &gt; “Dashboards” </a:t>
            </a:r>
            <a:r>
              <a:rPr lang="en-US" b="0" dirty="0"/>
              <a:t>pulldown menu.  This will provide a list of the following relevant dashboards.</a:t>
            </a:r>
          </a:p>
          <a:p>
            <a:pPr marL="628650" lvl="1" indent="-171450">
              <a:buFont typeface="Arial" panose="020B0604020202020204" pitchFamily="34" charset="0"/>
              <a:buChar char="•"/>
            </a:pPr>
            <a:r>
              <a:rPr lang="en-US" b="0" dirty="0"/>
              <a:t>vSAN Snapshots and Replication Overview.  Shows a summary of all snapshots and replication, with alerts for RPO violations and missed snapshots.</a:t>
            </a:r>
          </a:p>
          <a:p>
            <a:pPr marL="628650" lvl="1" indent="-171450">
              <a:buFont typeface="Arial" panose="020B0604020202020204" pitchFamily="34" charset="0"/>
              <a:buChar char="•"/>
            </a:pPr>
            <a:r>
              <a:rPr lang="en-US" b="0" dirty="0"/>
              <a:t>VLR Cloud Overview.  Cloud based protection and recovery details.</a:t>
            </a:r>
          </a:p>
          <a:p>
            <a:pPr marL="628650" lvl="1" indent="-171450">
              <a:buFont typeface="Arial" panose="020B0604020202020204" pitchFamily="34" charset="0"/>
              <a:buChar char="•"/>
            </a:pPr>
            <a:r>
              <a:rPr lang="en-US" b="0" dirty="0"/>
              <a:t>Recovery Overview.  Lists protection and recovery sites, site pairing, alerts, protection groups, recovery plans, and recovery VMs.</a:t>
            </a:r>
          </a:p>
          <a:p>
            <a:pPr marL="171450" lvl="0" indent="-171450">
              <a:buFont typeface="Arial" panose="020B0604020202020204" pitchFamily="34" charset="0"/>
              <a:buChar char="•"/>
            </a:pPr>
            <a:r>
              <a:rPr lang="en-US" b="0" dirty="0"/>
              <a:t>These same dashboards can be found under the “Operate” [tab] under </a:t>
            </a:r>
            <a:r>
              <a:rPr lang="en-US" b="1" dirty="0"/>
              <a:t>Dashboards &gt; Dashboards</a:t>
            </a:r>
            <a:r>
              <a:rPr lang="en-US" b="0" dirty="0"/>
              <a:t>.</a:t>
            </a:r>
          </a:p>
          <a:p>
            <a:pPr marL="0" indent="0">
              <a:buFont typeface="Arial" panose="020B0604020202020204" pitchFamily="34" charset="0"/>
              <a:buNone/>
            </a:pPr>
            <a:endParaRPr lang="en-US" b="0" dirty="0"/>
          </a:p>
          <a:p>
            <a:pPr marL="0" indent="0">
              <a:buFont typeface="Arial" panose="020B0604020202020204" pitchFamily="34" charset="0"/>
              <a:buNone/>
            </a:pPr>
            <a:r>
              <a:rPr lang="en-US" b="1" u="sng" dirty="0"/>
              <a:t>Limitations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Assumes the use of VCF 9.1</a:t>
            </a:r>
          </a:p>
          <a:p>
            <a:pPr marL="171450" indent="-171450">
              <a:buFont typeface="Arial" panose="020B0604020202020204" pitchFamily="34" charset="0"/>
              <a:buChar char="•"/>
            </a:pPr>
            <a:r>
              <a:rPr lang="en-US" b="0" u="none" dirty="0"/>
              <a:t>The step of providing practical, proactive detections is an iterative effort.  The detection logic is far from complete, but this effort provides the proper framework for adding new detection logic.</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u="sng" dirty="0"/>
              <a:t>Positioning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Feature value in one sentence.</a:t>
            </a:r>
            <a:r>
              <a:rPr lang="en-US" b="0" dirty="0"/>
              <a:t>  New storage performance insights, vSAN Diagnostics, and Protection and Recovery </a:t>
            </a:r>
            <a:r>
              <a:rPr lang="en-US" b="0" dirty="0" err="1"/>
              <a:t>dahsboards</a:t>
            </a:r>
            <a:r>
              <a:rPr lang="en-US" b="0" dirty="0"/>
              <a:t> will help customers observe what is most important in their environment.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The set of preconditions and rules will not be advertised, as they are subject to change, and my lead to more questions than answers.  The focus should remain on how the capability helps the end user.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u="none" dirty="0"/>
              <a:t>Common Use Cases.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TBD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baseline="0" dirty="0">
                <a:solidFill>
                  <a:schemeClr val="tx1"/>
                </a:solidFill>
                <a:ea typeface="+mn-ea"/>
                <a:cs typeface="+mn-cs"/>
              </a:rPr>
              <a:t>----------------------------------</a:t>
            </a:r>
          </a:p>
          <a:p>
            <a:r>
              <a:rPr lang="en-US" sz="1200" b="1" kern="1200" baseline="0" dirty="0">
                <a:solidFill>
                  <a:schemeClr val="tx1"/>
                </a:solidFill>
                <a:ea typeface="+mn-ea"/>
                <a:cs typeface="+mn-cs"/>
              </a:rPr>
              <a:t>Additional Information:</a:t>
            </a:r>
          </a:p>
          <a:p>
            <a:r>
              <a:rPr lang="en-US" sz="1200" b="0" kern="1200" baseline="0" dirty="0">
                <a:solidFill>
                  <a:schemeClr val="tx1"/>
                </a:solidFill>
                <a:ea typeface="+mn-ea"/>
                <a:cs typeface="+mn-cs"/>
              </a:rPr>
              <a:t>Holistic Views for vSAN Clusters using VCF Operations:  https://blogs.vmware.com/cloud-foundation/2025/08/07/holistic-views-for-</a:t>
            </a:r>
            <a:r>
              <a:rPr lang="en-US" sz="1200" b="0" kern="1200" baseline="0" dirty="0" err="1">
                <a:solidFill>
                  <a:schemeClr val="tx1"/>
                </a:solidFill>
                <a:ea typeface="+mn-ea"/>
                <a:cs typeface="+mn-cs"/>
              </a:rPr>
              <a:t>vsan</a:t>
            </a:r>
            <a:r>
              <a:rPr lang="en-US" sz="1200" b="0" kern="1200" baseline="0" dirty="0">
                <a:solidFill>
                  <a:schemeClr val="tx1"/>
                </a:solidFill>
                <a:ea typeface="+mn-ea"/>
                <a:cs typeface="+mn-cs"/>
              </a:rPr>
              <a:t>-clusters-using-</a:t>
            </a:r>
            <a:r>
              <a:rPr lang="en-US" sz="1200" b="0" kern="1200" baseline="0" dirty="0" err="1">
                <a:solidFill>
                  <a:schemeClr val="tx1"/>
                </a:solidFill>
                <a:ea typeface="+mn-ea"/>
                <a:cs typeface="+mn-cs"/>
              </a:rPr>
              <a:t>vcf</a:t>
            </a:r>
            <a:r>
              <a:rPr lang="en-US" sz="1200" b="0" kern="1200" baseline="0" dirty="0">
                <a:solidFill>
                  <a:schemeClr val="tx1"/>
                </a:solidFill>
                <a:ea typeface="+mn-ea"/>
                <a:cs typeface="+mn-cs"/>
              </a:rPr>
              <a:t>-operations/ </a:t>
            </a:r>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26</a:t>
            </a:fld>
            <a:endParaRPr lang="en-US" dirty="0"/>
          </a:p>
        </p:txBody>
      </p:sp>
    </p:spTree>
    <p:extLst>
      <p:ext uri="{BB962C8B-B14F-4D97-AF65-F5344CB8AC3E}">
        <p14:creationId xmlns:p14="http://schemas.microsoft.com/office/powerpoint/2010/main" val="9192401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Key Message/Talk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62626"/>
                </a:solidFill>
                <a:effectLst/>
                <a:latin typeface="Metropolis Light" panose="00000400000000000000" pitchFamily="2" charset="0"/>
                <a:ea typeface="Metropolis Light" panose="00000400000000000000" pitchFamily="2" charset="0"/>
                <a:cs typeface="Times New Roman" panose="02020603050405020304" pitchFamily="18" charset="0"/>
              </a:rPr>
              <a:t>There you have it!  With all of the new capabilities and integration into VCF, it is clear that vSAN is the premier storage platform for VMware Cloud Foundation.  Ask yourself the questions:  “</a:t>
            </a:r>
            <a:r>
              <a:rPr lang="en-US" i="1" dirty="0">
                <a:solidFill>
                  <a:schemeClr val="bg1"/>
                </a:solidFill>
                <a:latin typeface="Metropolis Light" panose="00000400000000000000" pitchFamily="2" charset="0"/>
              </a:rPr>
              <a:t>You’ve trusted the hypervisor to manage your workloads.  Why not let it manage your storage?”  “vSAN is a part of the hypervisor and licensing.   Why not use it?  </a:t>
            </a:r>
            <a:r>
              <a:rPr lang="en-US" i="0" dirty="0">
                <a:solidFill>
                  <a:schemeClr val="bg1"/>
                </a:solidFill>
                <a:latin typeface="Metropolis Light" panose="00000400000000000000" pitchFamily="2" charset="0"/>
              </a:rPr>
              <a:t>vSAN allows you to manage and protect your workloads at the VM level for unprecedented levels of control, visibility, and protection.</a:t>
            </a:r>
            <a:endParaRPr lang="en-US" i="1" dirty="0">
              <a:solidFill>
                <a:schemeClr val="bg1"/>
              </a:solidFill>
              <a:latin typeface="Metropolis Light" panose="000004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1" dirty="0">
              <a:solidFill>
                <a:schemeClr val="bg1"/>
              </a:solidFill>
              <a:latin typeface="Metropolis Light" panose="000004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262626"/>
              </a:solidFill>
              <a:effectLst/>
              <a:latin typeface="Metropolis Light" panose="00000400000000000000" pitchFamily="2" charset="0"/>
              <a:ea typeface="Metropolis Light" panose="00000400000000000000" pitchFamily="2"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27</a:t>
            </a:fld>
            <a:endParaRPr lang="en-US" dirty="0"/>
          </a:p>
        </p:txBody>
      </p:sp>
    </p:spTree>
    <p:extLst>
      <p:ext uri="{BB962C8B-B14F-4D97-AF65-F5344CB8AC3E}">
        <p14:creationId xmlns:p14="http://schemas.microsoft.com/office/powerpoint/2010/main" val="33138815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28</a:t>
            </a:fld>
            <a:endParaRPr lang="en-US" dirty="0"/>
          </a:p>
        </p:txBody>
      </p:sp>
    </p:spTree>
    <p:extLst>
      <p:ext uri="{BB962C8B-B14F-4D97-AF65-F5344CB8AC3E}">
        <p14:creationId xmlns:p14="http://schemas.microsoft.com/office/powerpoint/2010/main" val="40300860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a:bodyPr>
          <a:lstStyle/>
          <a:p>
            <a:r>
              <a:rPr lang="en-US" sz="1200" b="1" dirty="0"/>
              <a:t>Key Message/Talk track:</a:t>
            </a:r>
          </a:p>
          <a:p>
            <a:r>
              <a:rPr lang="en-US" sz="1200" b="0" dirty="0"/>
              <a:t>vSphere’s Advanced Memory Tiering in VCF 9.0 can be an incredible way to keep hardware costs down, as it allows you to use NVMe storage devices as a tier of memory in your hosts.  It is fully supported in vSAN!</a:t>
            </a:r>
          </a:p>
          <a:p>
            <a:r>
              <a:rPr lang="en-US" sz="1200" dirty="0"/>
              <a:t>----------------------------------</a:t>
            </a:r>
          </a:p>
          <a:p>
            <a:r>
              <a:rPr lang="en-US" sz="1200" b="1" dirty="0"/>
              <a:t>Overview:</a:t>
            </a:r>
          </a:p>
          <a:p>
            <a:pPr marL="171450" indent="-171450">
              <a:buFont typeface="Arial" panose="020B0604020202020204" pitchFamily="34" charset="0"/>
              <a:buChar char="•"/>
            </a:pPr>
            <a:r>
              <a:rPr lang="en-US" b="1" dirty="0"/>
              <a:t>Dedicate NVMe storage devices </a:t>
            </a:r>
            <a:r>
              <a:rPr lang="en-US" dirty="0"/>
              <a:t>in each host to provide a </a:t>
            </a:r>
            <a:r>
              <a:rPr lang="en-US" b="1" dirty="0"/>
              <a:t>memory tier</a:t>
            </a:r>
          </a:p>
          <a:p>
            <a:pPr marL="171450" indent="-171450">
              <a:buFont typeface="Arial" panose="020B0604020202020204" pitchFamily="34" charset="0"/>
              <a:buChar char="•"/>
            </a:pPr>
            <a:r>
              <a:rPr lang="en-US" b="1" dirty="0"/>
              <a:t>Reduce memory costs </a:t>
            </a:r>
            <a:r>
              <a:rPr lang="en-US" dirty="0"/>
              <a:t>by automatically offloading cold memory pages to memory tier</a:t>
            </a:r>
          </a:p>
          <a:p>
            <a:pPr marL="171450" indent="-171450">
              <a:buFont typeface="Arial" panose="020B0604020202020204" pitchFamily="34" charset="0"/>
              <a:buChar char="•"/>
            </a:pPr>
            <a:r>
              <a:rPr lang="en-US" b="1" dirty="0"/>
              <a:t>Increase host utilization </a:t>
            </a:r>
            <a:r>
              <a:rPr lang="en-US" dirty="0"/>
              <a:t>– reducing stranded/unused CPU resources</a:t>
            </a:r>
          </a:p>
          <a:p>
            <a:pPr marL="171450" indent="-171450">
              <a:buFont typeface="Arial" panose="020B0604020202020204" pitchFamily="34" charset="0"/>
              <a:buChar char="•"/>
            </a:pPr>
            <a:r>
              <a:rPr lang="en-US" b="1" dirty="0"/>
              <a:t>Proactive - </a:t>
            </a:r>
            <a:r>
              <a:rPr lang="en-US" dirty="0"/>
              <a:t>occurs before reactive memory ballooning, compression and swapping techniques</a:t>
            </a:r>
          </a:p>
          <a:p>
            <a:pPr marL="171450" indent="-171450">
              <a:buFont typeface="Arial" panose="020B0604020202020204" pitchFamily="34" charset="0"/>
              <a:buChar char="•"/>
            </a:pPr>
            <a:r>
              <a:rPr lang="en-US" dirty="0"/>
              <a:t>Supports </a:t>
            </a:r>
            <a:r>
              <a:rPr lang="en-US" b="1" dirty="0"/>
              <a:t>1:1</a:t>
            </a:r>
            <a:r>
              <a:rPr lang="en-US" dirty="0"/>
              <a:t> DRAM to NVMe capacity ratio</a:t>
            </a:r>
          </a:p>
          <a:p>
            <a:pPr marL="0" indent="0">
              <a:spcBef>
                <a:spcPts val="1779"/>
              </a:spcBef>
              <a:buFont typeface="Arial" panose="020B0604020202020204" pitchFamily="34" charset="0"/>
              <a:buNone/>
            </a:pPr>
            <a:r>
              <a:rPr lang="en-US" dirty="0"/>
              <a:t>----------------------------------</a:t>
            </a:r>
          </a:p>
          <a:p>
            <a:r>
              <a:rPr lang="en-US" b="1" dirty="0"/>
              <a:t>Details: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baseline="0" dirty="0">
                <a:solidFill>
                  <a:schemeClr val="tx1"/>
                </a:solidFill>
                <a:ea typeface="+mn-ea"/>
                <a:cs typeface="+mn-cs"/>
              </a:rPr>
              <a:t>----------------------------------</a:t>
            </a:r>
          </a:p>
          <a:p>
            <a:r>
              <a:rPr lang="en-US" sz="1200" b="1" kern="1200" baseline="0" dirty="0">
                <a:solidFill>
                  <a:schemeClr val="tx1"/>
                </a:solidFill>
                <a:ea typeface="+mn-ea"/>
                <a:cs typeface="+mn-cs"/>
              </a:rPr>
              <a:t>Additional Information:</a:t>
            </a:r>
          </a:p>
          <a:p>
            <a:r>
              <a:rPr lang="en-US" dirty="0"/>
              <a:t>Advanced Memory Tiering Resource Hub:  https://blogs.vmware.com/cloud-foundation/</a:t>
            </a:r>
            <a:r>
              <a:rPr lang="en-US" dirty="0" err="1"/>
              <a:t>vcf</a:t>
            </a:r>
            <a:r>
              <a:rPr lang="en-US" dirty="0"/>
              <a:t>-advanced-memory-tiering/ </a:t>
            </a:r>
          </a:p>
        </p:txBody>
      </p:sp>
      <p:sp>
        <p:nvSpPr>
          <p:cNvPr id="4" name="Slide Number Placeholder 3"/>
          <p:cNvSpPr>
            <a:spLocks noGrp="1"/>
          </p:cNvSpPr>
          <p:nvPr>
            <p:ph type="sldNum" sz="quarter" idx="5"/>
          </p:nvPr>
        </p:nvSpPr>
        <p:spPr/>
        <p:txBody>
          <a:bodyPr/>
          <a:lstStyle/>
          <a:p>
            <a:fld id="{9F4FBC3A-A12C-40F9-BB8D-BC30C7901396}" type="slidenum">
              <a:rPr lang="en-US" smtClean="0"/>
              <a:pPr/>
              <a:t>29</a:t>
            </a:fld>
            <a:endParaRPr lang="en-US" dirty="0"/>
          </a:p>
        </p:txBody>
      </p:sp>
    </p:spTree>
    <p:extLst>
      <p:ext uri="{BB962C8B-B14F-4D97-AF65-F5344CB8AC3E}">
        <p14:creationId xmlns:p14="http://schemas.microsoft.com/office/powerpoint/2010/main" val="29395259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fontScale="55000" lnSpcReduction="20000"/>
          </a:bodyPr>
          <a:lstStyle/>
          <a:p>
            <a:r>
              <a:rPr lang="en-US" sz="1200" b="1" dirty="0"/>
              <a:t>Key Message/Talk track:</a:t>
            </a:r>
          </a:p>
          <a:p>
            <a:pPr rtl="0"/>
            <a:r>
              <a:rPr lang="en-US" sz="1200" b="0" i="0" u="none" strike="noStrike" kern="1200" dirty="0">
                <a:solidFill>
                  <a:schemeClr val="tx1"/>
                </a:solidFill>
                <a:effectLst/>
                <a:latin typeface="+mn-lt"/>
                <a:ea typeface="+mn-ea"/>
                <a:cs typeface="+mn-cs"/>
              </a:rPr>
              <a:t>One of the most compelling aspects of vSAN in </a:t>
            </a:r>
            <a:r>
              <a:rPr lang="en-US" sz="1200" b="0" i="0" u="sng" strike="noStrike" kern="1200" dirty="0">
                <a:solidFill>
                  <a:schemeClr val="tx1"/>
                </a:solidFill>
                <a:effectLst/>
                <a:latin typeface="+mn-lt"/>
                <a:ea typeface="+mn-ea"/>
                <a:cs typeface="+mn-cs"/>
                <a:hlinkClick r:id="rId3"/>
              </a:rPr>
              <a:t>VMware Cloud Foundation</a:t>
            </a:r>
            <a:r>
              <a:rPr lang="en-US" sz="1200" b="0" i="0" u="none" strike="noStrike" kern="1200" dirty="0">
                <a:solidFill>
                  <a:schemeClr val="tx1"/>
                </a:solidFill>
                <a:effectLst/>
                <a:latin typeface="+mn-lt"/>
                <a:ea typeface="+mn-ea"/>
                <a:cs typeface="+mn-cs"/>
              </a:rPr>
              <a:t> (VCF) is how it is simply a part of your VCF license.  Every VCF core license purchased entitles you 1 TiB of vSAN storage capacity.  Storage capabilities that are built into the hypervisor and a part of your license make technical and financial sense.  The procurement of server hardware for vSAN clusters used to be little more than signing a purchase order.  But the current market conditions have made some server components like RAM noticeably scarce.  The exorbitant pricing and even delayed purchasing cycles have led customers to ask, “</a:t>
            </a:r>
            <a:r>
              <a:rPr lang="en-US" sz="1200" b="0" i="1" u="none" strike="noStrike" kern="1200" dirty="0">
                <a:solidFill>
                  <a:schemeClr val="tx1"/>
                </a:solidFill>
                <a:effectLst/>
                <a:latin typeface="+mn-lt"/>
                <a:ea typeface="+mn-ea"/>
                <a:cs typeface="+mn-cs"/>
              </a:rPr>
              <a:t>What are my options?</a:t>
            </a:r>
            <a:r>
              <a:rPr lang="en-US" sz="1200" b="0" i="0" u="none" strike="noStrike" kern="1200" dirty="0">
                <a:solidFill>
                  <a:schemeClr val="tx1"/>
                </a:solidFill>
                <a:effectLst/>
                <a:latin typeface="+mn-lt"/>
                <a:ea typeface="+mn-ea"/>
                <a:cs typeface="+mn-cs"/>
              </a:rPr>
              <a:t>”  The answer?  In many cases, you may be able to repurpose your existing hosts running vSphere for use as </a:t>
            </a:r>
            <a:r>
              <a:rPr lang="en-US" sz="1200" b="0" i="0" u="sng" strike="noStrike" kern="1200" dirty="0">
                <a:solidFill>
                  <a:schemeClr val="tx1"/>
                </a:solidFill>
                <a:effectLst/>
                <a:latin typeface="+mn-lt"/>
                <a:ea typeface="+mn-ea"/>
                <a:cs typeface="+mn-cs"/>
                <a:hlinkClick r:id="rId4"/>
              </a:rPr>
              <a:t>vSAN certified servers</a:t>
            </a:r>
            <a:r>
              <a:rPr lang="en-US" sz="1200" b="0" i="0" u="none" strike="noStrike" kern="1200" dirty="0">
                <a:solidFill>
                  <a:schemeClr val="tx1"/>
                </a:solidFill>
                <a:effectLst/>
                <a:latin typeface="+mn-lt"/>
                <a:ea typeface="+mn-ea"/>
                <a:cs typeface="+mn-cs"/>
              </a:rPr>
              <a:t>.  With minimal cost and effort, eligible </a:t>
            </a:r>
            <a:r>
              <a:rPr lang="en-US" sz="1200" b="1" i="0" u="none" strike="noStrike" kern="1200" dirty="0">
                <a:solidFill>
                  <a:schemeClr val="tx1"/>
                </a:solidFill>
                <a:effectLst/>
                <a:latin typeface="+mn-lt"/>
                <a:ea typeface="+mn-ea"/>
                <a:cs typeface="+mn-cs"/>
              </a:rPr>
              <a:t>vSphere hosts can be retrofitted with the appropriate hardware to run as a vSAN HCI cluster in a fully supported manner.</a:t>
            </a:r>
            <a:r>
              <a:rPr lang="en-US" sz="1200" b="0" i="0" u="none" strike="noStrike" kern="1200" dirty="0">
                <a:solidFill>
                  <a:schemeClr val="tx1"/>
                </a:solidFill>
                <a:effectLst/>
                <a:latin typeface="+mn-lt"/>
                <a:ea typeface="+mn-ea"/>
                <a:cs typeface="+mn-cs"/>
              </a:rPr>
              <a:t> </a:t>
            </a:r>
          </a:p>
          <a:p>
            <a:pPr rtl="0"/>
            <a:r>
              <a:rPr lang="en-US" sz="1200" dirty="0"/>
              <a:t>----------------------------------</a:t>
            </a:r>
          </a:p>
          <a:p>
            <a:r>
              <a:rPr lang="en-US" sz="1200" b="1" dirty="0"/>
              <a:t>Overview:</a:t>
            </a:r>
          </a:p>
          <a:p>
            <a:pPr marL="171450" indent="-171450">
              <a:buFont typeface="Arial" panose="020B0604020202020204" pitchFamily="34" charset="0"/>
              <a:buChar char="•"/>
            </a:pPr>
            <a:r>
              <a:rPr lang="en-US" dirty="0"/>
              <a:t>Take advantage of your </a:t>
            </a:r>
            <a:r>
              <a:rPr lang="en-US" b="1" dirty="0"/>
              <a:t>existing vSAN storage entitlements </a:t>
            </a:r>
            <a:r>
              <a:rPr lang="en-US" dirty="0"/>
              <a:t>with your VCF licensing</a:t>
            </a:r>
          </a:p>
          <a:p>
            <a:pPr marL="171450" indent="-171450">
              <a:buFont typeface="Arial" panose="020B0604020202020204" pitchFamily="34" charset="0"/>
              <a:buChar char="•"/>
            </a:pPr>
            <a:r>
              <a:rPr lang="en-US" b="1" dirty="0"/>
              <a:t>Retrofit eligible servers </a:t>
            </a:r>
            <a:r>
              <a:rPr lang="en-US" dirty="0"/>
              <a:t>running vSphere with as little as additional certified storage devices*</a:t>
            </a:r>
          </a:p>
          <a:p>
            <a:pPr marL="171450" indent="-171450">
              <a:buFont typeface="Arial" panose="020B0604020202020204" pitchFamily="34" charset="0"/>
              <a:buChar char="•"/>
            </a:pPr>
            <a:r>
              <a:rPr lang="en-US" b="1" dirty="0"/>
              <a:t>Extend life of existing servers </a:t>
            </a:r>
            <a:r>
              <a:rPr lang="en-US" dirty="0"/>
              <a:t>during industry shortages of servers</a:t>
            </a:r>
          </a:p>
          <a:p>
            <a:pPr marL="171450" indent="-171450">
              <a:buFont typeface="Arial" panose="020B0604020202020204" pitchFamily="34" charset="0"/>
              <a:buChar char="•"/>
            </a:pPr>
            <a:r>
              <a:rPr lang="en-US" dirty="0"/>
              <a:t>Functionally equivalent to a vSAN ReadyNode, and </a:t>
            </a:r>
            <a:r>
              <a:rPr lang="en-US" b="1" dirty="0"/>
              <a:t>fully supported</a:t>
            </a:r>
          </a:p>
          <a:p>
            <a:pPr marL="0" indent="0">
              <a:spcBef>
                <a:spcPts val="1779"/>
              </a:spcBef>
              <a:buFont typeface="Arial" panose="020B0604020202020204" pitchFamily="34" charset="0"/>
              <a:buNone/>
            </a:pPr>
            <a:r>
              <a:rPr lang="en-US" dirty="0"/>
              <a:t>----------------------------------</a:t>
            </a:r>
          </a:p>
          <a:p>
            <a:r>
              <a:rPr lang="en-US" b="1" dirty="0"/>
              <a:t>Details:</a:t>
            </a:r>
          </a:p>
          <a:p>
            <a:pPr rtl="0"/>
            <a:r>
              <a:rPr lang="en-US" sz="1200" b="0" i="0" u="none" strike="noStrike" kern="1200" dirty="0">
                <a:solidFill>
                  <a:schemeClr val="tx1"/>
                </a:solidFill>
                <a:effectLst/>
                <a:latin typeface="+mn-lt"/>
                <a:ea typeface="+mn-ea"/>
                <a:cs typeface="+mn-cs"/>
              </a:rPr>
              <a:t>Taking Action</a:t>
            </a:r>
            <a:endParaRPr lang="en-US" b="1" dirty="0">
              <a:effectLst/>
            </a:endParaRPr>
          </a:p>
          <a:p>
            <a:pPr marL="228600" indent="-228600" rtl="0">
              <a:buFont typeface="+mj-lt"/>
              <a:buAutoNum type="arabicPeriod"/>
            </a:pPr>
            <a:r>
              <a:rPr lang="en-US" sz="1200" b="0" i="0" u="none" strike="noStrike" kern="1200" dirty="0">
                <a:solidFill>
                  <a:schemeClr val="tx1"/>
                </a:solidFill>
                <a:effectLst/>
                <a:latin typeface="+mn-lt"/>
                <a:ea typeface="+mn-ea"/>
                <a:cs typeface="+mn-cs"/>
              </a:rPr>
              <a:t>The information below outlines the basic steps to evaluate eligibility for your existing servers, and how you can retrofit existing servers for use in a vSAN HCI cluster.</a:t>
            </a:r>
            <a:endParaRPr lang="en-US" b="0" dirty="0">
              <a:effectLst/>
            </a:endParaRPr>
          </a:p>
          <a:p>
            <a:pPr marL="228600" indent="-228600" rtl="0" fontAlgn="base">
              <a:buFont typeface="+mj-lt"/>
              <a:buAutoNum type="arabicPeriod"/>
            </a:pPr>
            <a:r>
              <a:rPr lang="en-US" sz="1200" b="1" i="0" u="none" strike="noStrike" kern="1200" dirty="0">
                <a:solidFill>
                  <a:schemeClr val="tx1"/>
                </a:solidFill>
                <a:effectLst/>
                <a:latin typeface="+mn-lt"/>
                <a:ea typeface="+mn-ea"/>
                <a:cs typeface="+mn-cs"/>
              </a:rPr>
              <a:t>Check eligibility of existing hosts currently running vSphere. </a:t>
            </a:r>
            <a:r>
              <a:rPr lang="en-US" sz="1200" b="0" i="0" u="none" strike="noStrike" kern="1200" dirty="0">
                <a:solidFill>
                  <a:schemeClr val="tx1"/>
                </a:solidFill>
                <a:effectLst/>
                <a:latin typeface="+mn-lt"/>
                <a:ea typeface="+mn-ea"/>
                <a:cs typeface="+mn-cs"/>
              </a:rPr>
              <a:t> This can be done using the </a:t>
            </a:r>
            <a:r>
              <a:rPr lang="en-US" sz="1200" b="0" i="0" u="sng" strike="noStrike" kern="1200" dirty="0">
                <a:solidFill>
                  <a:schemeClr val="tx1"/>
                </a:solidFill>
                <a:effectLst/>
                <a:latin typeface="+mn-lt"/>
                <a:ea typeface="+mn-ea"/>
                <a:cs typeface="+mn-cs"/>
                <a:hlinkClick r:id="rId5"/>
              </a:rPr>
              <a:t>Broadcom Compatibility Guide</a:t>
            </a:r>
            <a:r>
              <a:rPr lang="en-US" sz="1200" b="0" i="0" u="none" strike="noStrike" kern="1200" dirty="0">
                <a:solidFill>
                  <a:schemeClr val="tx1"/>
                </a:solidFill>
                <a:effectLst/>
                <a:latin typeface="+mn-lt"/>
                <a:ea typeface="+mn-ea"/>
                <a:cs typeface="+mn-cs"/>
              </a:rPr>
              <a:t> (BCG) for vSAN to see if they are the </a:t>
            </a:r>
            <a:r>
              <a:rPr lang="en-US" sz="1200" b="0" i="0" u="sng" strike="noStrike" kern="1200" dirty="0">
                <a:solidFill>
                  <a:schemeClr val="tx1"/>
                </a:solidFill>
                <a:effectLst/>
                <a:latin typeface="+mn-lt"/>
                <a:ea typeface="+mn-ea"/>
                <a:cs typeface="+mn-cs"/>
                <a:hlinkClick r:id="rId4"/>
              </a:rPr>
              <a:t>same server make and model as a vSAN ReadyNode</a:t>
            </a:r>
            <a:r>
              <a:rPr lang="en-US" sz="1200" b="0" i="0" u="none" strike="noStrike" kern="1200" dirty="0">
                <a:solidFill>
                  <a:schemeClr val="tx1"/>
                </a:solidFill>
                <a:effectLst/>
                <a:latin typeface="+mn-lt"/>
                <a:ea typeface="+mn-ea"/>
                <a:cs typeface="+mn-cs"/>
              </a:rPr>
              <a:t>. If they are on the list, that is a good sign!  Note that this page will default to ReadyNodes supporting vSAN ESA, but can be changed to OSA if necessary.  </a:t>
            </a:r>
          </a:p>
          <a:p>
            <a:pPr marL="228600" indent="-228600" rtl="0" fontAlgn="base">
              <a:buFont typeface="+mj-lt"/>
              <a:buAutoNum type="arabicPeriod"/>
            </a:pPr>
            <a:r>
              <a:rPr lang="en-US" sz="1200" b="1" i="0" u="none" strike="noStrike" kern="1200" dirty="0">
                <a:solidFill>
                  <a:schemeClr val="tx1"/>
                </a:solidFill>
                <a:effectLst/>
                <a:latin typeface="+mn-lt"/>
                <a:ea typeface="+mn-ea"/>
                <a:cs typeface="+mn-cs"/>
              </a:rPr>
              <a:t>Install certified devices on all hosts in the cluster.</a:t>
            </a:r>
            <a:r>
              <a:rPr lang="en-US" sz="1200" b="0" i="0" u="none" strike="noStrike" kern="1200" dirty="0">
                <a:solidFill>
                  <a:schemeClr val="tx1"/>
                </a:solidFill>
                <a:effectLst/>
                <a:latin typeface="+mn-lt"/>
                <a:ea typeface="+mn-ea"/>
                <a:cs typeface="+mn-cs"/>
              </a:rPr>
              <a:t>  </a:t>
            </a:r>
            <a:r>
              <a:rPr lang="en-US" sz="1200" b="0" i="0" u="sng" strike="noStrike" kern="1200" dirty="0">
                <a:solidFill>
                  <a:schemeClr val="tx1"/>
                </a:solidFill>
                <a:effectLst/>
                <a:latin typeface="+mn-lt"/>
                <a:ea typeface="+mn-ea"/>
                <a:cs typeface="+mn-cs"/>
                <a:hlinkClick r:id="rId6"/>
              </a:rPr>
              <a:t>NVMe storage devices certified for vSAN ESA</a:t>
            </a:r>
            <a:r>
              <a:rPr lang="en-US" sz="1200" b="0" i="0" u="none" strike="noStrike" kern="1200" dirty="0">
                <a:solidFill>
                  <a:schemeClr val="tx1"/>
                </a:solidFill>
                <a:effectLst/>
                <a:latin typeface="+mn-lt"/>
                <a:ea typeface="+mn-ea"/>
                <a:cs typeface="+mn-cs"/>
              </a:rPr>
              <a:t> are required.</a:t>
            </a:r>
          </a:p>
          <a:p>
            <a:pPr marL="228600" indent="-228600" rtl="0" fontAlgn="base">
              <a:buFont typeface="+mj-lt"/>
              <a:buAutoNum type="arabicPeriod"/>
            </a:pPr>
            <a:r>
              <a:rPr lang="en-US" sz="1200" b="1" i="0" u="none" strike="noStrike" kern="1200" dirty="0">
                <a:solidFill>
                  <a:schemeClr val="tx1"/>
                </a:solidFill>
                <a:effectLst/>
                <a:latin typeface="+mn-lt"/>
                <a:ea typeface="+mn-ea"/>
                <a:cs typeface="+mn-cs"/>
              </a:rPr>
              <a:t>Enable vSAN in the cluster.</a:t>
            </a:r>
            <a:r>
              <a:rPr lang="en-US" sz="1200" b="0" i="0" u="none" strike="noStrike" kern="1200" dirty="0">
                <a:solidFill>
                  <a:schemeClr val="tx1"/>
                </a:solidFill>
                <a:effectLst/>
                <a:latin typeface="+mn-lt"/>
                <a:ea typeface="+mn-ea"/>
                <a:cs typeface="+mn-cs"/>
              </a:rPr>
              <a:t>  This is as simple as tagging VMkernel ports for use by vSAN and </a:t>
            </a:r>
            <a:r>
              <a:rPr lang="en-US" sz="1200" b="0" i="0" u="sng" strike="noStrike" kern="1200" dirty="0">
                <a:solidFill>
                  <a:schemeClr val="tx1"/>
                </a:solidFill>
                <a:effectLst/>
                <a:latin typeface="+mn-lt"/>
                <a:ea typeface="+mn-ea"/>
                <a:cs typeface="+mn-cs"/>
                <a:hlinkClick r:id="rId7"/>
              </a:rPr>
              <a:t>enabling vSAN through the vSphere Client in vCenter Server</a:t>
            </a:r>
            <a:r>
              <a:rPr lang="en-US" sz="1200" b="0" i="0" u="none" strike="noStrike" kern="1200" dirty="0">
                <a:solidFill>
                  <a:schemeClr val="tx1"/>
                </a:solidFill>
                <a:effectLst/>
                <a:latin typeface="+mn-lt"/>
                <a:ea typeface="+mn-ea"/>
                <a:cs typeface="+mn-cs"/>
              </a:rPr>
              <a:t>.  Once you claim the desired storage devices for use with vSAN, a single datastore will be ready for use.</a:t>
            </a:r>
          </a:p>
          <a:p>
            <a:pPr marL="228600" indent="-228600" rtl="0" fontAlgn="base">
              <a:buFont typeface="+mj-lt"/>
              <a:buAutoNum type="arabicPeriod"/>
            </a:pPr>
            <a:r>
              <a:rPr lang="en-US" sz="1200" b="1" i="0" u="none" strike="noStrike" kern="1200" dirty="0">
                <a:solidFill>
                  <a:schemeClr val="tx1"/>
                </a:solidFill>
                <a:effectLst/>
                <a:latin typeface="+mn-lt"/>
                <a:ea typeface="+mn-ea"/>
                <a:cs typeface="+mn-cs"/>
              </a:rPr>
              <a:t>Migrate workloads. </a:t>
            </a:r>
            <a:r>
              <a:rPr lang="en-US" sz="1200" b="0" i="0" u="none" strike="noStrike" kern="1200" dirty="0">
                <a:solidFill>
                  <a:schemeClr val="tx1"/>
                </a:solidFill>
                <a:effectLst/>
                <a:latin typeface="+mn-lt"/>
                <a:ea typeface="+mn-ea"/>
                <a:cs typeface="+mn-cs"/>
              </a:rPr>
              <a:t> The migration of workloads is most commonly achieved using storage vMotion.  This keeps the VM instances running on the same hosts, but migrates the location the VM resides.  These new vSAN clusters can remain mounted to your existing storage, or the old storage can be unmounted after the migration is complete.  For more information, see the </a:t>
            </a:r>
            <a:r>
              <a:rPr lang="en-US" sz="1200" b="0" i="0" u="sng" strike="noStrike" kern="1200" dirty="0">
                <a:solidFill>
                  <a:schemeClr val="tx1"/>
                </a:solidFill>
                <a:effectLst/>
                <a:latin typeface="+mn-lt"/>
                <a:ea typeface="+mn-ea"/>
                <a:cs typeface="+mn-cs"/>
                <a:hlinkClick r:id="rId8"/>
              </a:rPr>
              <a:t>vSAN Migration Guide</a:t>
            </a:r>
            <a:r>
              <a:rPr lang="en-US" sz="1200" b="0" i="0" u="none" strike="noStrike" kern="1200" dirty="0">
                <a:solidFill>
                  <a:schemeClr val="tx1"/>
                </a:solidFill>
                <a:effectLst/>
                <a:latin typeface="+mn-lt"/>
                <a:ea typeface="+mn-ea"/>
                <a:cs typeface="+mn-cs"/>
              </a:rPr>
              <a:t>.</a:t>
            </a:r>
          </a:p>
          <a:p>
            <a:pPr marL="171450" indent="-171450" rtl="0">
              <a:buFont typeface="Arial" panose="020B0604020202020204" pitchFamily="34" charset="0"/>
              <a:buChar char="•"/>
            </a:pPr>
            <a:r>
              <a:rPr lang="en-US" sz="1200" b="0" i="0" u="none" strike="noStrike" kern="1200" dirty="0">
                <a:solidFill>
                  <a:schemeClr val="tx1"/>
                </a:solidFill>
                <a:effectLst/>
                <a:latin typeface="+mn-lt"/>
                <a:ea typeface="+mn-ea"/>
                <a:cs typeface="+mn-cs"/>
              </a:rPr>
              <a:t>Ensure retrofitted hosts meet the minimum hardware requirements as shown on </a:t>
            </a:r>
            <a:r>
              <a:rPr lang="en-US" sz="1200" b="0" i="0" u="sng" strike="noStrike" kern="1200" dirty="0">
                <a:solidFill>
                  <a:schemeClr val="tx1"/>
                </a:solidFill>
                <a:effectLst/>
                <a:latin typeface="+mn-lt"/>
                <a:ea typeface="+mn-ea"/>
                <a:cs typeface="+mn-cs"/>
                <a:hlinkClick r:id="rId9"/>
              </a:rPr>
              <a:t>vSAN ESA ReadyNode Hardware Guidance</a:t>
            </a:r>
            <a:r>
              <a:rPr lang="en-US" sz="1200" b="0" i="0" u="none" strike="noStrike" kern="1200" dirty="0">
                <a:solidFill>
                  <a:schemeClr val="tx1"/>
                </a:solidFill>
                <a:effectLst/>
                <a:latin typeface="+mn-lt"/>
                <a:ea typeface="+mn-ea"/>
                <a:cs typeface="+mn-cs"/>
              </a:rPr>
              <a:t> link.  It will be best that the memory in your retrofitted hosts reflect the memory of the ReadyNode that most closely matches the number of your storage devices. </a:t>
            </a:r>
            <a:endParaRPr lang="en-US" b="0" dirty="0">
              <a:effectLst/>
            </a:endParaRPr>
          </a:p>
          <a:p>
            <a:pPr marL="171450" indent="-171450" rtl="0">
              <a:buFont typeface="Arial" panose="020B0604020202020204" pitchFamily="34" charset="0"/>
              <a:buChar char="•"/>
            </a:pPr>
            <a:r>
              <a:rPr lang="en-US" sz="1200" b="0" i="0" u="none" strike="noStrike" kern="1200" dirty="0">
                <a:solidFill>
                  <a:schemeClr val="tx1"/>
                </a:solidFill>
                <a:effectLst/>
                <a:latin typeface="+mn-lt"/>
                <a:ea typeface="+mn-ea"/>
                <a:cs typeface="+mn-cs"/>
              </a:rPr>
              <a:t>Retrofitting an existing server certified for vSphere to one certified for vSAN will make it the equivalent of a vSAN ReadyNode in function, and supportability.  </a:t>
            </a:r>
            <a:endParaRPr lang="en-US" b="0" dirty="0">
              <a:effectLst/>
            </a:endParaRPr>
          </a:p>
          <a:p>
            <a:pPr marL="171450" indent="-171450" rtl="0">
              <a:buFont typeface="Arial" panose="020B0604020202020204" pitchFamily="34" charset="0"/>
              <a:buChar char="•"/>
            </a:pPr>
            <a:r>
              <a:rPr lang="en-US" sz="1200" b="0" i="1" u="none" strike="noStrike" kern="1200" dirty="0">
                <a:solidFill>
                  <a:schemeClr val="tx1"/>
                </a:solidFill>
                <a:effectLst/>
                <a:latin typeface="+mn-lt"/>
                <a:ea typeface="+mn-ea"/>
                <a:cs typeface="+mn-cs"/>
              </a:rPr>
              <a:t>Recommendation:  For retrofitted hosts intended to be deployed using vSAN ESA, consider upgrading the host NICs to 25Gb or higher.  You can do this while adding storage devices, and is often an easy and extremely cost-effective way to increase the performance capabilities of your vSAN HCI cluster. </a:t>
            </a:r>
            <a:endParaRPr lang="en-US" b="0" dirty="0">
              <a:effectLst/>
            </a:endParaRPr>
          </a:p>
          <a:p>
            <a:pPr marL="171450" indent="-171450" rtl="0">
              <a:buFont typeface="Arial" panose="020B0604020202020204" pitchFamily="34" charset="0"/>
              <a:buChar char="•"/>
            </a:pPr>
            <a:r>
              <a:rPr lang="en-US" sz="1200" b="0" i="0" u="none" strike="noStrike" kern="1200" dirty="0">
                <a:solidFill>
                  <a:schemeClr val="tx1"/>
                </a:solidFill>
                <a:effectLst/>
                <a:latin typeface="+mn-lt"/>
                <a:ea typeface="+mn-ea"/>
                <a:cs typeface="+mn-cs"/>
              </a:rPr>
              <a:t>New Opportunities with Market Uncertainty</a:t>
            </a:r>
            <a:endParaRPr lang="en-US" b="1" dirty="0">
              <a:effectLst/>
            </a:endParaRPr>
          </a:p>
          <a:p>
            <a:pPr marL="171450" indent="-171450" rtl="0">
              <a:buFont typeface="Arial" panose="020B0604020202020204" pitchFamily="34" charset="0"/>
              <a:buChar char="•"/>
            </a:pPr>
            <a:r>
              <a:rPr lang="en-US" sz="1200" b="0" i="0" u="none" strike="noStrike" kern="1200" dirty="0">
                <a:solidFill>
                  <a:schemeClr val="tx1"/>
                </a:solidFill>
                <a:effectLst/>
                <a:latin typeface="+mn-lt"/>
                <a:ea typeface="+mn-ea"/>
                <a:cs typeface="+mn-cs"/>
              </a:rPr>
              <a:t>While vSAN ReadyNodes remain as the primary and simplest method of purchasing servers certified for vSAN, we are confident that this will offer an alternative way for our customers to take advantage of vSAN capacity already licensed for an environment.  Our customer data shows that not only do most of the servers in production that use vSphere hosts are also certified for vSAN, but many customers are not fully utilizing the vSAN capacity they are entitled to, courtesy of their existing VCF licensing.</a:t>
            </a:r>
            <a:endParaRPr lang="en-US" b="0" dirty="0">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u="sng" dirty="0"/>
              <a:t>Positioning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Feature value in one sentence.</a:t>
            </a:r>
            <a:r>
              <a:rPr lang="en-US" b="0" dirty="0"/>
              <a:t> </a:t>
            </a:r>
            <a:r>
              <a:rPr lang="en-US" sz="1200" b="0" i="0" u="none" strike="noStrike" kern="1200" dirty="0">
                <a:solidFill>
                  <a:schemeClr val="tx1"/>
                </a:solidFill>
                <a:effectLst/>
                <a:latin typeface="+mn-lt"/>
                <a:ea typeface="+mn-ea"/>
                <a:cs typeface="+mn-cs"/>
              </a:rPr>
              <a:t>The recent announcement of lower minimum requirements for servers certified for vSAN also makes retrofitting much more realistic.  Some servers may need little more than additional storage devices, which could </a:t>
            </a:r>
            <a:r>
              <a:rPr lang="en-US" sz="1200" b="1" i="0" u="none" strike="noStrike" kern="1200" dirty="0">
                <a:solidFill>
                  <a:schemeClr val="tx1"/>
                </a:solidFill>
                <a:effectLst/>
                <a:latin typeface="+mn-lt"/>
                <a:ea typeface="+mn-ea"/>
                <a:cs typeface="+mn-cs"/>
              </a:rPr>
              <a:t>quickly turn these hosts into your next storage system for VCF</a:t>
            </a:r>
            <a:r>
              <a:rPr lang="en-US" sz="1200" b="0" i="0" u="none" strike="noStrike" kern="1200" dirty="0">
                <a:solidFill>
                  <a:schemeClr val="tx1"/>
                </a:solidFill>
                <a:effectLst/>
                <a:latin typeface="+mn-lt"/>
                <a:ea typeface="+mn-ea"/>
                <a:cs typeface="+mn-cs"/>
              </a:rPr>
              <a:t>.  See “</a:t>
            </a:r>
            <a:r>
              <a:rPr lang="en-US" sz="1200" b="0" i="0" u="sng" strike="noStrike" kern="1200" dirty="0">
                <a:solidFill>
                  <a:schemeClr val="tx1"/>
                </a:solidFill>
                <a:effectLst/>
                <a:latin typeface="+mn-lt"/>
                <a:ea typeface="+mn-ea"/>
                <a:cs typeface="+mn-cs"/>
                <a:hlinkClick r:id="rId10"/>
              </a:rPr>
              <a:t>Driving Down Storage Costs with Lower Hardware Requirements for vSAN</a:t>
            </a:r>
            <a:r>
              <a:rPr lang="en-US" sz="1200" b="0" i="0" u="none" strike="noStrike" kern="1200" dirty="0">
                <a:solidFill>
                  <a:schemeClr val="tx1"/>
                </a:solidFill>
                <a:effectLst/>
                <a:latin typeface="+mn-lt"/>
                <a:ea typeface="+mn-ea"/>
                <a:cs typeface="+mn-cs"/>
              </a:rPr>
              <a:t>” for more information.</a:t>
            </a:r>
            <a:endParaRPr lang="en-US" b="1"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baseline="0" dirty="0">
                <a:solidFill>
                  <a:schemeClr val="tx1"/>
                </a:solidFill>
                <a:ea typeface="+mn-ea"/>
                <a:cs typeface="+mn-cs"/>
              </a:rPr>
              <a:t>----------------------------------</a:t>
            </a:r>
          </a:p>
          <a:p>
            <a:r>
              <a:rPr lang="en-US" sz="1200" b="1" kern="1200" baseline="0" dirty="0">
                <a:solidFill>
                  <a:schemeClr val="tx1"/>
                </a:solidFill>
                <a:ea typeface="+mn-ea"/>
                <a:cs typeface="+mn-cs"/>
              </a:rPr>
              <a:t>Additional Information:</a:t>
            </a:r>
          </a:p>
          <a:p>
            <a:pPr marL="171450" indent="-171450">
              <a:buFont typeface="Arial" panose="020B0604020202020204" pitchFamily="34" charset="0"/>
              <a:buChar char="•"/>
            </a:pPr>
            <a:r>
              <a:rPr lang="en-US" dirty="0"/>
              <a:t>https://blogs.vmware.com/cloud-foundation/2026/02/25/the-2026-structural-supply-crisis-why-vmware-cloud-foundation-is-the-answer-to-the-2026-hardware-crunch/</a:t>
            </a:r>
          </a:p>
          <a:p>
            <a:pPr marL="171450" indent="-171450">
              <a:buFont typeface="Arial" panose="020B0604020202020204" pitchFamily="34" charset="0"/>
              <a:buChar char="•"/>
            </a:pPr>
            <a:r>
              <a:rPr lang="en-US" dirty="0"/>
              <a:t>https://</a:t>
            </a:r>
            <a:r>
              <a:rPr lang="en-US" dirty="0" err="1"/>
              <a:t>www.vmware.com</a:t>
            </a:r>
            <a:r>
              <a:rPr lang="en-US" dirty="0"/>
              <a:t>/docs/</a:t>
            </a:r>
            <a:r>
              <a:rPr lang="en-US" dirty="0" err="1"/>
              <a:t>vmw</a:t>
            </a:r>
            <a:r>
              <a:rPr lang="en-US" dirty="0"/>
              <a:t>-repurpose-</a:t>
            </a:r>
            <a:r>
              <a:rPr lang="en-US" dirty="0" err="1"/>
              <a:t>esxi</a:t>
            </a:r>
            <a:r>
              <a:rPr lang="en-US" dirty="0"/>
              <a:t>-servers-for-</a:t>
            </a:r>
            <a:r>
              <a:rPr lang="en-US" dirty="0" err="1"/>
              <a:t>vmware</a:t>
            </a:r>
            <a:r>
              <a:rPr lang="en-US" dirty="0"/>
              <a:t>-</a:t>
            </a:r>
            <a:r>
              <a:rPr lang="en-US" dirty="0" err="1"/>
              <a:t>vsan-faq</a:t>
            </a:r>
            <a:endParaRPr lang="en-US" dirty="0"/>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30</a:t>
            </a:fld>
            <a:endParaRPr lang="en-US" dirty="0"/>
          </a:p>
        </p:txBody>
      </p:sp>
    </p:spTree>
    <p:extLst>
      <p:ext uri="{BB962C8B-B14F-4D97-AF65-F5344CB8AC3E}">
        <p14:creationId xmlns:p14="http://schemas.microsoft.com/office/powerpoint/2010/main" val="2911035711"/>
      </p:ext>
    </p:extLst>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總覽：四大塊。重點是「沒有 VCFMS 也做得到 air-gap VKS」，但 addon 套件庫必須用官方文件化的 override 改指內部 Harbor，並在切斷外網下驗證。</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第一章：先看整體架構，再看幾個決定性的設計選擇。</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左邊是外層 vSphere 上的支援 VM，只有 bastion 在網際網路那一側。右邊是 nested 的 VCF 管理網域。Supervisor 用 VDS + FLB，所以 NSX 雖然裝了但不在 Supervisor 的資料路徑上。</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這一頁是整份簡報的骨架：每個選擇背後都有被實測證明的理由。</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FLB 只能搭配 VDS 網路。雖然 bring-up 建了 NSX VPC，但 VPC Supervisor 只支援 Avi，所以我們選 VDS + FLB。精靈中 VDS 選項的相容性檢查，在 NSX prep 過的主機上也回 compatible。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兩個網段在同一個 L2（VLAN 0），但 Supervisor 的管理網與 workload 網官方要求必須不同 subnet。VKS 預設 pod CIDR 192.168.0.0/16 會蓋掉 lab 網段，必須明確指定。</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第二章：用 VCF Installer 的 bring-up 取得 vCenter、vSAN、NSX，但在 VCF Management Platform 之前中止。</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為什麼不直接把 VSP 拿掉？因為 validation 會擋。所以保留完整 spec，用 watcher 在 M5 開始時中止。注意未開始的 subtask 狀態是 INITIALIZED，watcher 要把它當成閒置。</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精靈操作重點：FLB 管理網要按 ASSIGN 另外定義且只能 2 個 IP；one-arm 的 Virtual Server 網路預設就是 primary workload 網。摘要頁不顯示 VIP、CP 大小、API DNS name，但值都有帶到。</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我一開始誤判成「VDS 不支援 vSphere Pod」，其實 9.1 VDS+FLB 的 vsphere_pods_enabled = True。黃燈看似無害，卻會擋住 vLCM。</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第三章：所有素材由 bastion 下載，經 SHA256 驗證後帶進 air-gap 區。</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Support Portal 路徑：My Downloads → VMware Cloud Foundation → 9.1.x → VCF Consumption CLI 與 VCF Consumption CLI Plugins。E:\VKS 的 Supervisor zip 是 Supervisor 映像的 content library 包，不是 CLI。</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三個信任點缺一不可。VKS 節點的信任靠 Cluster 變數，節點上 curl https://harbor.alan.lab 回 200 即為證明。</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Supervisor 首頁提示的「Supervisor 映像 content library」是選配，用於 Supervisor 非同步升級，跟 VKr 的 content library 是兩回事。</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第四章：建 VKS 叢集，並把 addon 套件庫改指內部 Harbor，最後在切斷外網下證明。</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variable 定義要看 ClusterClass 的 status.variables[].definitions[]，不是 spec.variables。約 11 分鐘 Available，FLB 發 VIP 130.202。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官方 techdocs「Update an Add-on Repository Install」即此做法。preferred-repository annotation 受 webhook 保護，不要改。沒有 VCFMS 時，這是外部 registry 唯一的內網路徑。</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反向對照證明兩件事：產品預設確實依賴外網；我們的 override 確實不依賴外網。每個修改都先 --dry-run=server。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驗收時比對 registry 的集合，不比數量；要包含 initContainers。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最後一章：這次踩到的雷，以及仍然存在的限制。</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這些地雷都寫進狀態檔與記憶，重做時先看這張表。</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限制都已知且有對策；下一步是 addon 安裝與 cluster 升級的 air-gap 驗證。</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結論一句話。</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 Id="rId3" Type="http://schemas.openxmlformats.org/officeDocument/2006/relationships/image" Target="../media/image10.em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20.png"/><Relationship Id="rId5" Type="http://schemas.openxmlformats.org/officeDocument/2006/relationships/image" Target="../media/image21.svg"/><Relationship Id="rId6" Type="http://schemas.openxmlformats.org/officeDocument/2006/relationships/image" Target="../media/image22.png"/><Relationship Id="rId7" Type="http://schemas.openxmlformats.org/officeDocument/2006/relationships/image" Target="../media/image23.sv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24.png"/><Relationship Id="rId5" Type="http://schemas.openxmlformats.org/officeDocument/2006/relationships/image" Target="../media/image25.svg"/><Relationship Id="rId6" Type="http://schemas.openxmlformats.org/officeDocument/2006/relationships/image" Target="../media/image26.png"/><Relationship Id="rId7" Type="http://schemas.openxmlformats.org/officeDocument/2006/relationships/image" Target="../media/image27.sv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24.png"/><Relationship Id="rId5" Type="http://schemas.openxmlformats.org/officeDocument/2006/relationships/image" Target="../media/image25.sv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28.png"/><Relationship Id="rId5" Type="http://schemas.openxmlformats.org/officeDocument/2006/relationships/image" Target="../media/image29.svg"/><Relationship Id="rId6" Type="http://schemas.openxmlformats.org/officeDocument/2006/relationships/image" Target="../media/image30.png"/><Relationship Id="rId7" Type="http://schemas.openxmlformats.org/officeDocument/2006/relationships/image" Target="../media/image31.svg"/><Relationship Id="rId8" Type="http://schemas.openxmlformats.org/officeDocument/2006/relationships/image" Target="../media/image32.png"/><Relationship Id="rId9" Type="http://schemas.openxmlformats.org/officeDocument/2006/relationships/image" Target="../media/image33.sv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34.png"/><Relationship Id="rId5" Type="http://schemas.openxmlformats.org/officeDocument/2006/relationships/image" Target="../media/image35.sv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image" Target="../media/image38.png"/><Relationship Id="rId7" Type="http://schemas.openxmlformats.org/officeDocument/2006/relationships/image" Target="../media/image39.svg"/><Relationship Id="rId8" Type="http://schemas.openxmlformats.org/officeDocument/2006/relationships/image" Target="../media/image40.png"/><Relationship Id="rId9" Type="http://schemas.openxmlformats.org/officeDocument/2006/relationships/image" Target="../media/image41.svg"/><Relationship Id="rId10" Type="http://schemas.openxmlformats.org/officeDocument/2006/relationships/image" Target="../media/image42.png"/><Relationship Id="rId11" Type="http://schemas.openxmlformats.org/officeDocument/2006/relationships/image" Target="../media/image43.sv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44.png"/><Relationship Id="rId5" Type="http://schemas.openxmlformats.org/officeDocument/2006/relationships/image" Target="../media/image45.sv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46.png"/><Relationship Id="rId5" Type="http://schemas.openxmlformats.org/officeDocument/2006/relationships/image" Target="../media/image47.svg"/><Relationship Id="rId6" Type="http://schemas.openxmlformats.org/officeDocument/2006/relationships/image" Target="../media/image48.png"/><Relationship Id="rId7" Type="http://schemas.openxmlformats.org/officeDocument/2006/relationships/image" Target="../media/image49.sv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50.png"/><Relationship Id="rId5" Type="http://schemas.openxmlformats.org/officeDocument/2006/relationships/image" Target="../media/image51.sv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52.png"/><Relationship Id="rId5" Type="http://schemas.openxmlformats.org/officeDocument/2006/relationships/image" Target="../media/image53.svg"/><Relationship Id="rId6" Type="http://schemas.openxmlformats.org/officeDocument/2006/relationships/image" Target="../media/image54.png"/><Relationship Id="rId7" Type="http://schemas.openxmlformats.org/officeDocument/2006/relationships/image" Target="../media/image55.sv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24.png"/><Relationship Id="rId5" Type="http://schemas.openxmlformats.org/officeDocument/2006/relationships/image" Target="../media/image25.svg"/><Relationship Id="rId6" Type="http://schemas.openxmlformats.org/officeDocument/2006/relationships/image" Target="../media/image56.png"/><Relationship Id="rId7" Type="http://schemas.openxmlformats.org/officeDocument/2006/relationships/image" Target="../media/image57.sv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58.png"/><Relationship Id="rId5" Type="http://schemas.openxmlformats.org/officeDocument/2006/relationships/image" Target="../media/image59.svg"/><Relationship Id="rId6" Type="http://schemas.openxmlformats.org/officeDocument/2006/relationships/image" Target="../media/image24.png"/><Relationship Id="rId7" Type="http://schemas.openxmlformats.org/officeDocument/2006/relationships/image" Target="../media/image25.svg"/><Relationship Id="rId8" Type="http://schemas.openxmlformats.org/officeDocument/2006/relationships/image" Target="../media/image60.png"/><Relationship Id="rId9" Type="http://schemas.openxmlformats.org/officeDocument/2006/relationships/image" Target="../media/image61.sv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sv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63.png"/><Relationship Id="rId4" Type="http://schemas.openxmlformats.org/officeDocument/2006/relationships/image" Target="../media/image64.sv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eg"/><Relationship Id="rId3" Type="http://schemas.openxmlformats.org/officeDocument/2006/relationships/image" Target="../media/image65.emf"/></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6.jpeg"/><Relationship Id="rId3" Type="http://schemas.openxmlformats.org/officeDocument/2006/relationships/image" Target="../media/image67.png"/><Relationship Id="rId4" Type="http://schemas.openxmlformats.org/officeDocument/2006/relationships/image" Target="../media/image68.sv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sv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3.png"/><Relationship Id="rId3" Type="http://schemas.openxmlformats.org/officeDocument/2006/relationships/image" Target="../media/image64.svg"/><Relationship Id="rId4" Type="http://schemas.openxmlformats.org/officeDocument/2006/relationships/image" Target="../media/image7.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Leaf">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814E578-7DFB-C273-472E-4EAD46D26ACD}"/>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dirty="0"/>
          </a:p>
        </p:txBody>
      </p:sp>
      <p:sp>
        <p:nvSpPr>
          <p:cNvPr id="2" name="Title click to edit"/>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Green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55" name="Graphic 8">
            <a:extLst>
              <a:ext uri="{FF2B5EF4-FFF2-40B4-BE49-F238E27FC236}">
                <a16:creationId xmlns:a16="http://schemas.microsoft.com/office/drawing/2014/main" id="{BAF838CA-49F3-885B-C026-D4C6B5E51AA9}"/>
              </a:ext>
            </a:extLst>
          </p:cNvPr>
          <p:cNvGrpSpPr/>
          <p:nvPr/>
        </p:nvGrpSpPr>
        <p:grpSpPr>
          <a:xfrm>
            <a:off x="265625" y="6323271"/>
            <a:ext cx="1249223" cy="369648"/>
            <a:chOff x="265625" y="6323271"/>
            <a:chExt cx="1249223" cy="369648"/>
          </a:xfrm>
          <a:solidFill>
            <a:srgbClr val="000000"/>
          </a:solidFill>
        </p:grpSpPr>
        <p:grpSp>
          <p:nvGrpSpPr>
            <p:cNvPr id="56"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131" name="Freeform 130">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132" name="Freeform 131">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133" name="Freeform 132">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134" name="Freeform 133">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135" name="Freeform 134">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36" name="Freeform 135">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137" name="Freeform 136">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138" name="Freeform 137">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139" name="Freeform 138">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40" name="Freeform 139">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57"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58" name="Freeform 57">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1" name="Freeform 60">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30" name="Freeform 129">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3" name="Freeform: Shape 3">
            <a:extLst>
              <a:ext uri="{FF2B5EF4-FFF2-40B4-BE49-F238E27FC236}">
                <a16:creationId xmlns:a16="http://schemas.microsoft.com/office/drawing/2014/main" id="{6814E578-7DFB-C273-472E-4EAD46D26ACD}"/>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dirty="0"/>
          </a:p>
        </p:txBody>
      </p:sp>
      <p:sp>
        <p:nvSpPr>
          <p:cNvPr id="34" name="Freeform: Shape 4">
            <a:extLst>
              <a:ext uri="{FF2B5EF4-FFF2-40B4-BE49-F238E27FC236}">
                <a16:creationId xmlns:a16="http://schemas.microsoft.com/office/drawing/2014/main" id="{03689AEB-304C-881F-44CE-28E14E31AD6E}"/>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4"/>
              </a:gs>
            </a:gsLst>
            <a:lin ang="0" scaled="1"/>
          </a:gradFill>
          <a:ln w="0" cap="flat">
            <a:noFill/>
            <a:prstDash val="solid"/>
            <a:miter/>
          </a:ln>
          <a:effectLst/>
        </p:spPr>
        <p:txBody>
          <a:bodyPr rtlCol="0" anchor="ctr"/>
          <a:lstStyle/>
          <a:p>
            <a:endParaRPr lang="en-US" dirty="0"/>
          </a:p>
        </p:txBody>
      </p:sp>
      <p:grpSp>
        <p:nvGrpSpPr>
          <p:cNvPr id="37" name="Graphic 8">
            <a:extLst>
              <a:ext uri="{FF2B5EF4-FFF2-40B4-BE49-F238E27FC236}">
                <a16:creationId xmlns:a16="http://schemas.microsoft.com/office/drawing/2014/main" id="{BAF838CA-49F3-885B-C026-D4C6B5E51AA9}"/>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 name="TextBox 5">
            <a:extLst>
              <a:ext uri="{FF2B5EF4-FFF2-40B4-BE49-F238E27FC236}">
                <a16:creationId xmlns:a16="http://schemas.microsoft.com/office/drawing/2014/main" id="{E6F05D4E-954E-5EA3-A012-EBA68A5DEAED}"/>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4230081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Leaf with Circl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29C5D994-E647-E15F-5855-615355B1458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4" name="Freeform: Shape 3">
            <a:extLst>
              <a:ext uri="{FF2B5EF4-FFF2-40B4-BE49-F238E27FC236}">
                <a16:creationId xmlns:a16="http://schemas.microsoft.com/office/drawing/2014/main" id="{6814E578-7DFB-C273-472E-4EAD46D26ACD}"/>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03689AEB-304C-881F-44CE-28E14E31AD6E}"/>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4"/>
              </a:gs>
            </a:gsLst>
            <a:lin ang="0" scaled="1"/>
          </a:gradFill>
          <a:ln w="0" cap="flat">
            <a:noFill/>
            <a:prstDash val="solid"/>
            <a:miter/>
          </a:ln>
        </p:spPr>
        <p:txBody>
          <a:bodyPr rtlCol="0" anchor="ctr"/>
          <a:lstStyle/>
          <a:p>
            <a:endParaRPr lang="en-US"/>
          </a:p>
        </p:txBody>
      </p:sp>
      <p:sp>
        <p:nvSpPr>
          <p:cNvPr id="2" name="Title click to edit"/>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Green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sp>
        <p:nvSpPr>
          <p:cNvPr id="53" name="TextBox 52">
            <a:extLst>
              <a:ext uri="{FF2B5EF4-FFF2-40B4-BE49-F238E27FC236}">
                <a16:creationId xmlns:a16="http://schemas.microsoft.com/office/drawing/2014/main" id="{E7C16DC6-55CF-F240-9C11-02E1D9563D27}"/>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55" name="Graphic 8">
            <a:extLst>
              <a:ext uri="{FF2B5EF4-FFF2-40B4-BE49-F238E27FC236}">
                <a16:creationId xmlns:a16="http://schemas.microsoft.com/office/drawing/2014/main" id="{BAF838CA-49F3-885B-C026-D4C6B5E51AA9}"/>
              </a:ext>
            </a:extLst>
          </p:cNvPr>
          <p:cNvGrpSpPr/>
          <p:nvPr userDrawn="1"/>
        </p:nvGrpSpPr>
        <p:grpSpPr>
          <a:xfrm>
            <a:off x="265625" y="6323271"/>
            <a:ext cx="1249223" cy="369648"/>
            <a:chOff x="265625" y="6323271"/>
            <a:chExt cx="1249223" cy="369648"/>
          </a:xfrm>
          <a:solidFill>
            <a:srgbClr val="000000"/>
          </a:solidFill>
        </p:grpSpPr>
        <p:grpSp>
          <p:nvGrpSpPr>
            <p:cNvPr id="56"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131" name="Freeform 130">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132" name="Freeform 131">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133" name="Freeform 132">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134" name="Freeform 133">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135" name="Freeform 134">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36" name="Freeform 135">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137" name="Freeform 136">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138" name="Freeform 137">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139" name="Freeform 138">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40" name="Freeform 139">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57"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58" name="Freeform 57">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30" name="Freeform 129">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8" name="Oval 7">
            <a:extLst>
              <a:ext uri="{FF2B5EF4-FFF2-40B4-BE49-F238E27FC236}">
                <a16:creationId xmlns:a16="http://schemas.microsoft.com/office/drawing/2014/main" id="{9E091982-7055-D398-D730-EADC38C8FE42}"/>
              </a:ext>
            </a:extLst>
          </p:cNvPr>
          <p:cNvSpPr/>
          <p:nvPr userDrawn="1"/>
        </p:nvSpPr>
        <p:spPr>
          <a:xfrm>
            <a:off x="1635271" y="1308100"/>
            <a:ext cx="4241798" cy="4241794"/>
          </a:xfrm>
          <a:prstGeom prst="ellipse">
            <a:avLst/>
          </a:prstGeom>
          <a:solidFill>
            <a:schemeClr val="bg1">
              <a:alpha val="25000"/>
            </a:schemeClr>
          </a:solidFill>
          <a:ln w="349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9" name="Oval 8">
            <a:extLst>
              <a:ext uri="{FF2B5EF4-FFF2-40B4-BE49-F238E27FC236}">
                <a16:creationId xmlns:a16="http://schemas.microsoft.com/office/drawing/2014/main" id="{C3FF71C5-1781-D09E-0CDD-BC5E72D6D23F}"/>
              </a:ext>
            </a:extLst>
          </p:cNvPr>
          <p:cNvSpPr/>
          <p:nvPr userDrawn="1"/>
        </p:nvSpPr>
        <p:spPr>
          <a:xfrm rot="13500000">
            <a:off x="1954577" y="1627406"/>
            <a:ext cx="3603186" cy="3603182"/>
          </a:xfrm>
          <a:prstGeom prst="ellipse">
            <a:avLst/>
          </a:prstGeom>
          <a:solidFill>
            <a:schemeClr val="bg1"/>
          </a:solidFill>
          <a:ln w="69850">
            <a:gradFill>
              <a:gsLst>
                <a:gs pos="0">
                  <a:schemeClr val="accent3"/>
                </a:gs>
                <a:gs pos="68000">
                  <a:schemeClr val="accent4"/>
                </a:gs>
                <a:gs pos="100000">
                  <a:schemeClr val="accent4"/>
                </a:gs>
                <a:gs pos="33000">
                  <a:schemeClr val="accent3"/>
                </a:gs>
              </a:gsLst>
              <a:lin ang="2700000" scaled="0"/>
            </a:gra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6" name="TextBox 5">
            <a:extLst>
              <a:ext uri="{FF2B5EF4-FFF2-40B4-BE49-F238E27FC236}">
                <a16:creationId xmlns:a16="http://schemas.microsoft.com/office/drawing/2014/main" id="{D2AD4204-99EB-FF02-17EB-BF91B2BA2D72}"/>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065070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4="http://schemas.microsoft.com/office/drawing/2010/main" xmlns:a16="http://schemas.microsoft.com/office/drawing/2014/main"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Aqua">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007DB4E-DF1B-4B7A-6FC4-46981281D8D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12" name="Freeform: Shape 11">
            <a:extLst>
              <a:ext uri="{FF2B5EF4-FFF2-40B4-BE49-F238E27FC236}">
                <a16:creationId xmlns:a16="http://schemas.microsoft.com/office/drawing/2014/main" id="{A93B8B11-A691-8250-9E87-65BB5A241D07}"/>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16000">
                <a:schemeClr val="accent2"/>
              </a:gs>
              <a:gs pos="90000">
                <a:schemeClr val="accent3"/>
              </a:gs>
            </a:gsLst>
            <a:lin ang="19200000" scaled="0"/>
            <a:tileRect/>
          </a:gradFill>
          <a:ln w="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F3963894-AB1A-DA1F-BF82-7542D160FA67}"/>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3" name="Click to edit Speaker Name ">
            <a:extLst>
              <a:ext uri="{FF2B5EF4-FFF2-40B4-BE49-F238E27FC236}">
                <a16:creationId xmlns:a16="http://schemas.microsoft.com/office/drawing/2014/main" id="{BE8CF301-A89D-F446-8E25-48C52B357C1E}"/>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4" name="Click to edit role">
            <a:extLst>
              <a:ext uri="{FF2B5EF4-FFF2-40B4-BE49-F238E27FC236}">
                <a16:creationId xmlns:a16="http://schemas.microsoft.com/office/drawing/2014/main" id="{A6793BDF-BE4B-0441-BDFD-DE9B2F59D3D0}"/>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DF9375A3-70DB-2E43-AFE1-9357176168C4}"/>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D1A5F4CE-EB72-C266-1B3B-9C54BD2303E1}"/>
              </a:ext>
            </a:extLst>
          </p:cNvPr>
          <p:cNvGrpSpPr/>
          <p:nvPr/>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itle click to edit">
            <a:extLst>
              <a:ext uri="{FF2B5EF4-FFF2-40B4-BE49-F238E27FC236}">
                <a16:creationId xmlns:a16="http://schemas.microsoft.com/office/drawing/2014/main" id="{3D2AD2AB-2D36-6FA3-D90D-BBA20ECE200F}"/>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Blue Theme</a:t>
            </a:r>
          </a:p>
        </p:txBody>
      </p:sp>
      <p:sp>
        <p:nvSpPr>
          <p:cNvPr id="4" name="Subtitle click to edit">
            <a:extLst>
              <a:ext uri="{FF2B5EF4-FFF2-40B4-BE49-F238E27FC236}">
                <a16:creationId xmlns:a16="http://schemas.microsoft.com/office/drawing/2014/main" id="{CC0EBB9D-D839-7841-ED94-78F86A22AB93}"/>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35" name="Freeform: Shape 14">
            <a:extLst>
              <a:ext uri="{FF2B5EF4-FFF2-40B4-BE49-F238E27FC236}">
                <a16:creationId xmlns:a16="http://schemas.microsoft.com/office/drawing/2014/main" id="{F3963894-AB1A-DA1F-BF82-7542D160FA67}"/>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grpSp>
        <p:nvGrpSpPr>
          <p:cNvPr id="38" name="Graphic 8">
            <a:extLst>
              <a:ext uri="{FF2B5EF4-FFF2-40B4-BE49-F238E27FC236}">
                <a16:creationId xmlns:a16="http://schemas.microsoft.com/office/drawing/2014/main" id="{D1A5F4CE-EB72-C266-1B3B-9C54BD2303E1}"/>
              </a:ext>
            </a:extLst>
          </p:cNvPr>
          <p:cNvGrpSpPr/>
          <p:nvPr userDrawn="1"/>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41" name="Freeform 4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 name="TextBox 4">
            <a:extLst>
              <a:ext uri="{FF2B5EF4-FFF2-40B4-BE49-F238E27FC236}">
                <a16:creationId xmlns:a16="http://schemas.microsoft.com/office/drawing/2014/main" id="{DAC4568A-0320-BB95-EB37-40F255DCBF74}"/>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66460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4="http://schemas.microsoft.com/office/drawing/2010/main" xmlns:a16="http://schemas.microsoft.com/office/drawing/2014/main"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Aqua with Circl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007DB4E-DF1B-4B7A-6FC4-46981281D8D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12" name="Freeform: Shape 11">
            <a:extLst>
              <a:ext uri="{FF2B5EF4-FFF2-40B4-BE49-F238E27FC236}">
                <a16:creationId xmlns:a16="http://schemas.microsoft.com/office/drawing/2014/main" id="{A93B8B11-A691-8250-9E87-65BB5A241D07}"/>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16000">
                <a:schemeClr val="accent2"/>
              </a:gs>
              <a:gs pos="90000">
                <a:schemeClr val="accent3"/>
              </a:gs>
            </a:gsLst>
            <a:lin ang="19200000" scaled="0"/>
            <a:tileRect/>
          </a:gradFill>
          <a:ln w="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F3963894-AB1A-DA1F-BF82-7542D160FA67}"/>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a:p>
        </p:txBody>
      </p:sp>
      <p:sp>
        <p:nvSpPr>
          <p:cNvPr id="13" name="Click to edit Speaker Name ">
            <a:extLst>
              <a:ext uri="{FF2B5EF4-FFF2-40B4-BE49-F238E27FC236}">
                <a16:creationId xmlns:a16="http://schemas.microsoft.com/office/drawing/2014/main" id="{BE8CF301-A89D-F446-8E25-48C52B357C1E}"/>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4" name="Click to edit role">
            <a:extLst>
              <a:ext uri="{FF2B5EF4-FFF2-40B4-BE49-F238E27FC236}">
                <a16:creationId xmlns:a16="http://schemas.microsoft.com/office/drawing/2014/main" id="{A6793BDF-BE4B-0441-BDFD-DE9B2F59D3D0}"/>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DF9375A3-70DB-2E43-AFE1-9357176168C4}"/>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sp>
        <p:nvSpPr>
          <p:cNvPr id="6" name="TextBox 5">
            <a:extLst>
              <a:ext uri="{FF2B5EF4-FFF2-40B4-BE49-F238E27FC236}">
                <a16:creationId xmlns:a16="http://schemas.microsoft.com/office/drawing/2014/main" id="{637374D7-31CF-09EC-1E50-C790A2982A03}"/>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8" name="Graphic 8">
            <a:extLst>
              <a:ext uri="{FF2B5EF4-FFF2-40B4-BE49-F238E27FC236}">
                <a16:creationId xmlns:a16="http://schemas.microsoft.com/office/drawing/2014/main" id="{D1A5F4CE-EB72-C266-1B3B-9C54BD2303E1}"/>
              </a:ext>
            </a:extLst>
          </p:cNvPr>
          <p:cNvGrpSpPr/>
          <p:nvPr userDrawn="1"/>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3" name="Title click to edit">
            <a:extLst>
              <a:ext uri="{FF2B5EF4-FFF2-40B4-BE49-F238E27FC236}">
                <a16:creationId xmlns:a16="http://schemas.microsoft.com/office/drawing/2014/main" id="{3D2AD2AB-2D36-6FA3-D90D-BBA20ECE200F}"/>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Blue Theme</a:t>
            </a:r>
          </a:p>
        </p:txBody>
      </p:sp>
      <p:sp>
        <p:nvSpPr>
          <p:cNvPr id="4" name="Subtitle click to edit">
            <a:extLst>
              <a:ext uri="{FF2B5EF4-FFF2-40B4-BE49-F238E27FC236}">
                <a16:creationId xmlns:a16="http://schemas.microsoft.com/office/drawing/2014/main" id="{CC0EBB9D-D839-7841-ED94-78F86A22AB93}"/>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34" name="Oval 33">
            <a:extLst>
              <a:ext uri="{FF2B5EF4-FFF2-40B4-BE49-F238E27FC236}">
                <a16:creationId xmlns:a16="http://schemas.microsoft.com/office/drawing/2014/main" id="{6235731F-D467-27EF-D54B-724CE1A8D409}"/>
              </a:ext>
            </a:extLst>
          </p:cNvPr>
          <p:cNvSpPr/>
          <p:nvPr userDrawn="1"/>
        </p:nvSpPr>
        <p:spPr>
          <a:xfrm>
            <a:off x="1635271" y="1308100"/>
            <a:ext cx="4241798" cy="4241794"/>
          </a:xfrm>
          <a:prstGeom prst="ellipse">
            <a:avLst/>
          </a:prstGeom>
          <a:solidFill>
            <a:schemeClr val="bg1">
              <a:alpha val="25000"/>
            </a:schemeClr>
          </a:solidFill>
          <a:ln w="349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35" name="Oval 34">
            <a:extLst>
              <a:ext uri="{FF2B5EF4-FFF2-40B4-BE49-F238E27FC236}">
                <a16:creationId xmlns:a16="http://schemas.microsoft.com/office/drawing/2014/main" id="{D95B89AD-05DE-37E6-B009-0E5DE1C3CFEF}"/>
              </a:ext>
            </a:extLst>
          </p:cNvPr>
          <p:cNvSpPr/>
          <p:nvPr userDrawn="1"/>
        </p:nvSpPr>
        <p:spPr>
          <a:xfrm rot="13500000">
            <a:off x="1954577" y="1627406"/>
            <a:ext cx="3603186" cy="3603182"/>
          </a:xfrm>
          <a:prstGeom prst="ellipse">
            <a:avLst/>
          </a:prstGeom>
          <a:solidFill>
            <a:schemeClr val="bg1"/>
          </a:solidFill>
          <a:ln w="69850">
            <a:gradFill>
              <a:gsLst>
                <a:gs pos="0">
                  <a:schemeClr val="accent2"/>
                </a:gs>
                <a:gs pos="68000">
                  <a:schemeClr val="accent3"/>
                </a:gs>
                <a:gs pos="100000">
                  <a:schemeClr val="accent2"/>
                </a:gs>
                <a:gs pos="33000">
                  <a:schemeClr val="accent3"/>
                </a:gs>
              </a:gsLst>
              <a:lin ang="2700000" scaled="0"/>
            </a:gra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5" name="TextBox 4">
            <a:extLst>
              <a:ext uri="{FF2B5EF4-FFF2-40B4-BE49-F238E27FC236}">
                <a16:creationId xmlns:a16="http://schemas.microsoft.com/office/drawing/2014/main" id="{F352DECA-F587-38EB-8678-F76026EC7BE7}"/>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1060651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4="http://schemas.microsoft.com/office/drawing/2010/main" xmlns:a16="http://schemas.microsoft.com/office/drawing/2014/main"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 Plum">
    <p:spTree>
      <p:nvGrpSpPr>
        <p:cNvPr id="1" name=""/>
        <p:cNvGrpSpPr/>
        <p:nvPr/>
      </p:nvGrpSpPr>
      <p:grpSpPr>
        <a:xfrm>
          <a:off x="0" y="0"/>
          <a:ext cx="0" cy="0"/>
          <a:chOff x="0" y="0"/>
          <a:chExt cx="0" cy="0"/>
        </a:xfrm>
      </p:grpSpPr>
      <p:pic>
        <p:nvPicPr>
          <p:cNvPr id="56" name="Graphic 55">
            <a:extLst>
              <a:ext uri="{FF2B5EF4-FFF2-40B4-BE49-F238E27FC236}">
                <a16:creationId xmlns:a16="http://schemas.microsoft.com/office/drawing/2014/main" id="{CC06A3C2-D9D3-F0BE-4283-65EFB0C4036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42" name="Freeform: Shape 41">
            <a:extLst>
              <a:ext uri="{FF2B5EF4-FFF2-40B4-BE49-F238E27FC236}">
                <a16:creationId xmlns:a16="http://schemas.microsoft.com/office/drawing/2014/main" id="{044BC68A-DC70-D408-944E-73F6554FC359}"/>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45000">
                <a:srgbClr val="4764A1"/>
              </a:gs>
              <a:gs pos="16000">
                <a:schemeClr val="accent5"/>
              </a:gs>
              <a:gs pos="90000">
                <a:schemeClr val="accent3"/>
              </a:gs>
            </a:gsLst>
            <a:lin ang="19200000" scaled="0"/>
            <a:tileRect/>
          </a:gradFill>
          <a:ln w="0" cap="flat">
            <a:noFill/>
            <a:prstDash val="solid"/>
            <a:miter/>
          </a:ln>
        </p:spPr>
        <p:txBody>
          <a:bodyPr rtlCol="0" anchor="ctr"/>
          <a:lstStyle/>
          <a:p>
            <a:endParaRPr lang="en-US" dirty="0"/>
          </a:p>
        </p:txBody>
      </p:sp>
      <p:sp>
        <p:nvSpPr>
          <p:cNvPr id="14" name="Click to edit Speaker Name ">
            <a:extLst>
              <a:ext uri="{FF2B5EF4-FFF2-40B4-BE49-F238E27FC236}">
                <a16:creationId xmlns:a16="http://schemas.microsoft.com/office/drawing/2014/main" id="{179DB1F6-DFFE-5E43-994F-B7DBFB112CAC}"/>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5" name="Click to edit role">
            <a:extLst>
              <a:ext uri="{FF2B5EF4-FFF2-40B4-BE49-F238E27FC236}">
                <a16:creationId xmlns:a16="http://schemas.microsoft.com/office/drawing/2014/main" id="{6C710D35-A62F-6545-8876-C6793E801C8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B7F8A130-4773-4943-B490-D62738C5089B}"/>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4F10736E-6ED5-0C6E-6075-508D9F639A18}"/>
              </a:ext>
            </a:extLst>
          </p:cNvPr>
          <p:cNvGrpSpPr/>
          <p:nvPr/>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itle click to edit">
            <a:extLst>
              <a:ext uri="{FF2B5EF4-FFF2-40B4-BE49-F238E27FC236}">
                <a16:creationId xmlns:a16="http://schemas.microsoft.com/office/drawing/2014/main" id="{7692B9CF-CBD9-8BB1-F230-4EB7B6F8F864}"/>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Purple Theme</a:t>
            </a:r>
          </a:p>
        </p:txBody>
      </p:sp>
      <p:sp>
        <p:nvSpPr>
          <p:cNvPr id="4" name="Subtitle click to edit">
            <a:extLst>
              <a:ext uri="{FF2B5EF4-FFF2-40B4-BE49-F238E27FC236}">
                <a16:creationId xmlns:a16="http://schemas.microsoft.com/office/drawing/2014/main" id="{5D44BD56-856D-6181-240D-ED5454B98CF0}"/>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68" name="Freeform: Shape 67">
            <a:extLst>
              <a:ext uri="{FF2B5EF4-FFF2-40B4-BE49-F238E27FC236}">
                <a16:creationId xmlns:a16="http://schemas.microsoft.com/office/drawing/2014/main" id="{0D16AAF9-608F-69E5-7209-741EB708452B}"/>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dirty="0"/>
          </a:p>
        </p:txBody>
      </p:sp>
      <p:grpSp>
        <p:nvGrpSpPr>
          <p:cNvPr id="37" name="Graphic 8">
            <a:extLst>
              <a:ext uri="{FF2B5EF4-FFF2-40B4-BE49-F238E27FC236}">
                <a16:creationId xmlns:a16="http://schemas.microsoft.com/office/drawing/2014/main" id="{4F10736E-6ED5-0C6E-6075-508D9F639A18}"/>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9" name="Freeform: Shape 67">
            <a:extLst>
              <a:ext uri="{FF2B5EF4-FFF2-40B4-BE49-F238E27FC236}">
                <a16:creationId xmlns:a16="http://schemas.microsoft.com/office/drawing/2014/main" id="{0D16AAF9-608F-69E5-7209-741EB708452B}"/>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dirty="0"/>
          </a:p>
        </p:txBody>
      </p:sp>
      <p:sp>
        <p:nvSpPr>
          <p:cNvPr id="2" name="TextBox 1">
            <a:extLst>
              <a:ext uri="{FF2B5EF4-FFF2-40B4-BE49-F238E27FC236}">
                <a16:creationId xmlns:a16="http://schemas.microsoft.com/office/drawing/2014/main" id="{FA76E0D8-08E5-5C29-F0C2-9A437B893DA8}"/>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3374951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4="http://schemas.microsoft.com/office/drawing/2010/main" xmlns:a16="http://schemas.microsoft.com/office/drawing/2014/main"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 Plum with Circle">
    <p:spTree>
      <p:nvGrpSpPr>
        <p:cNvPr id="1" name=""/>
        <p:cNvGrpSpPr/>
        <p:nvPr/>
      </p:nvGrpSpPr>
      <p:grpSpPr>
        <a:xfrm>
          <a:off x="0" y="0"/>
          <a:ext cx="0" cy="0"/>
          <a:chOff x="0" y="0"/>
          <a:chExt cx="0" cy="0"/>
        </a:xfrm>
      </p:grpSpPr>
      <p:pic>
        <p:nvPicPr>
          <p:cNvPr id="56" name="Graphic 55">
            <a:extLst>
              <a:ext uri="{FF2B5EF4-FFF2-40B4-BE49-F238E27FC236}">
                <a16:creationId xmlns:a16="http://schemas.microsoft.com/office/drawing/2014/main" id="{CC06A3C2-D9D3-F0BE-4283-65EFB0C4036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42" name="Freeform: Shape 41">
            <a:extLst>
              <a:ext uri="{FF2B5EF4-FFF2-40B4-BE49-F238E27FC236}">
                <a16:creationId xmlns:a16="http://schemas.microsoft.com/office/drawing/2014/main" id="{044BC68A-DC70-D408-944E-73F6554FC359}"/>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45000">
                <a:srgbClr val="4764A1"/>
              </a:gs>
              <a:gs pos="16000">
                <a:schemeClr val="accent5"/>
              </a:gs>
              <a:gs pos="90000">
                <a:schemeClr val="accent3"/>
              </a:gs>
            </a:gsLst>
            <a:lin ang="19200000" scaled="0"/>
            <a:tileRect/>
          </a:gradFill>
          <a:ln w="0" cap="flat">
            <a:noFill/>
            <a:prstDash val="solid"/>
            <a:miter/>
          </a:ln>
        </p:spPr>
        <p:txBody>
          <a:bodyPr rtlCol="0" anchor="ctr"/>
          <a:lstStyle/>
          <a:p>
            <a:endParaRPr lang="en-US"/>
          </a:p>
        </p:txBody>
      </p:sp>
      <p:sp>
        <p:nvSpPr>
          <p:cNvPr id="14" name="Click to edit Speaker Name ">
            <a:extLst>
              <a:ext uri="{FF2B5EF4-FFF2-40B4-BE49-F238E27FC236}">
                <a16:creationId xmlns:a16="http://schemas.microsoft.com/office/drawing/2014/main" id="{179DB1F6-DFFE-5E43-994F-B7DBFB112CAC}"/>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5" name="Click to edit role">
            <a:extLst>
              <a:ext uri="{FF2B5EF4-FFF2-40B4-BE49-F238E27FC236}">
                <a16:creationId xmlns:a16="http://schemas.microsoft.com/office/drawing/2014/main" id="{6C710D35-A62F-6545-8876-C6793E801C8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B7F8A130-4773-4943-B490-D62738C5089B}"/>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sp>
        <p:nvSpPr>
          <p:cNvPr id="6" name="TextBox 5">
            <a:extLst>
              <a:ext uri="{FF2B5EF4-FFF2-40B4-BE49-F238E27FC236}">
                <a16:creationId xmlns:a16="http://schemas.microsoft.com/office/drawing/2014/main" id="{C55FCA4A-3F9C-7DAB-9369-0176B268F0A9}"/>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8" name="Graphic 8">
            <a:extLst>
              <a:ext uri="{FF2B5EF4-FFF2-40B4-BE49-F238E27FC236}">
                <a16:creationId xmlns:a16="http://schemas.microsoft.com/office/drawing/2014/main" id="{4F10736E-6ED5-0C6E-6075-508D9F639A18}"/>
              </a:ext>
            </a:extLst>
          </p:cNvPr>
          <p:cNvGrpSpPr/>
          <p:nvPr userDrawn="1"/>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0"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3" name="Title click to edit">
            <a:extLst>
              <a:ext uri="{FF2B5EF4-FFF2-40B4-BE49-F238E27FC236}">
                <a16:creationId xmlns:a16="http://schemas.microsoft.com/office/drawing/2014/main" id="{7692B9CF-CBD9-8BB1-F230-4EB7B6F8F864}"/>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dirty="0"/>
              <a:t>Title Slide – Purple Theme</a:t>
            </a:r>
          </a:p>
        </p:txBody>
      </p:sp>
      <p:sp>
        <p:nvSpPr>
          <p:cNvPr id="4" name="Subtitle click to edit">
            <a:extLst>
              <a:ext uri="{FF2B5EF4-FFF2-40B4-BE49-F238E27FC236}">
                <a16:creationId xmlns:a16="http://schemas.microsoft.com/office/drawing/2014/main" id="{5D44BD56-856D-6181-240D-ED5454B98CF0}"/>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68" name="Freeform: Shape 67">
            <a:extLst>
              <a:ext uri="{FF2B5EF4-FFF2-40B4-BE49-F238E27FC236}">
                <a16:creationId xmlns:a16="http://schemas.microsoft.com/office/drawing/2014/main" id="{0D16AAF9-608F-69E5-7209-741EB708452B}"/>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a:p>
        </p:txBody>
      </p:sp>
      <p:sp>
        <p:nvSpPr>
          <p:cNvPr id="2" name="Oval 1">
            <a:extLst>
              <a:ext uri="{FF2B5EF4-FFF2-40B4-BE49-F238E27FC236}">
                <a16:creationId xmlns:a16="http://schemas.microsoft.com/office/drawing/2014/main" id="{7EEF8CCC-ED0F-770B-FFBE-2EC7788ABA9E}"/>
              </a:ext>
            </a:extLst>
          </p:cNvPr>
          <p:cNvSpPr/>
          <p:nvPr userDrawn="1"/>
        </p:nvSpPr>
        <p:spPr>
          <a:xfrm>
            <a:off x="1635271" y="1308100"/>
            <a:ext cx="4241798" cy="4241794"/>
          </a:xfrm>
          <a:prstGeom prst="ellipse">
            <a:avLst/>
          </a:prstGeom>
          <a:solidFill>
            <a:schemeClr val="bg1">
              <a:alpha val="25000"/>
            </a:schemeClr>
          </a:solidFill>
          <a:ln w="349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5" name="Oval 4">
            <a:extLst>
              <a:ext uri="{FF2B5EF4-FFF2-40B4-BE49-F238E27FC236}">
                <a16:creationId xmlns:a16="http://schemas.microsoft.com/office/drawing/2014/main" id="{119BEB69-CD61-51C2-524B-9F4A73E93B9D}"/>
              </a:ext>
            </a:extLst>
          </p:cNvPr>
          <p:cNvSpPr/>
          <p:nvPr userDrawn="1"/>
        </p:nvSpPr>
        <p:spPr>
          <a:xfrm rot="13500000">
            <a:off x="1954577" y="1627406"/>
            <a:ext cx="3603186" cy="3603182"/>
          </a:xfrm>
          <a:prstGeom prst="ellipse">
            <a:avLst/>
          </a:prstGeom>
          <a:solidFill>
            <a:schemeClr val="bg1"/>
          </a:solidFill>
          <a:ln w="69850">
            <a:gradFill>
              <a:gsLst>
                <a:gs pos="3670">
                  <a:schemeClr val="accent5"/>
                </a:gs>
                <a:gs pos="40000">
                  <a:schemeClr val="accent2"/>
                </a:gs>
                <a:gs pos="90000">
                  <a:schemeClr val="accent5"/>
                </a:gs>
                <a:gs pos="67000">
                  <a:schemeClr val="accent5"/>
                </a:gs>
              </a:gsLst>
              <a:lin ang="2700000" scaled="0"/>
            </a:gra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7" name="TextBox 6">
            <a:extLst>
              <a:ext uri="{FF2B5EF4-FFF2-40B4-BE49-F238E27FC236}">
                <a16:creationId xmlns:a16="http://schemas.microsoft.com/office/drawing/2014/main" id="{40999261-6785-9C1D-8C6B-CABB7CFCD132}"/>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215167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4="http://schemas.microsoft.com/office/drawing/2010/main" xmlns:a16="http://schemas.microsoft.com/office/drawing/2014/main"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VCF-light-title-a">
    <p:spTree>
      <p:nvGrpSpPr>
        <p:cNvPr id="1" name=""/>
        <p:cNvGrpSpPr/>
        <p:nvPr/>
      </p:nvGrpSpPr>
      <p:grpSpPr>
        <a:xfrm>
          <a:off x="0" y="0"/>
          <a:ext cx="0" cy="0"/>
          <a:chOff x="0" y="0"/>
          <a:chExt cx="0" cy="0"/>
        </a:xfrm>
      </p:grpSpPr>
      <p:pic>
        <p:nvPicPr>
          <p:cNvPr id="9" name="Picture 8" descr="A blue and purple logo&#10;&#10;AI-generated content may be incorrect.">
            <a:extLst>
              <a:ext uri="{FF2B5EF4-FFF2-40B4-BE49-F238E27FC236}">
                <a16:creationId xmlns:a16="http://schemas.microsoft.com/office/drawing/2014/main" id="{088E83B3-06E8-3422-25B9-678291A06476}"/>
              </a:ext>
            </a:extLst>
          </p:cNvPr>
          <p:cNvPicPr>
            <a:picLocks noChangeAspect="1"/>
          </p:cNvPicPr>
          <p:nvPr userDrawn="1"/>
        </p:nvPicPr>
        <p:blipFill>
          <a:blip r:embed="rId2"/>
          <a:stretch>
            <a:fillRect/>
          </a:stretch>
        </p:blipFill>
        <p:spPr>
          <a:xfrm>
            <a:off x="-1" y="893"/>
            <a:ext cx="12188825" cy="6856212"/>
          </a:xfrm>
          <a:prstGeom prst="rect">
            <a:avLst/>
          </a:prstGeom>
        </p:spPr>
      </p:pic>
      <p:sp>
        <p:nvSpPr>
          <p:cNvPr id="8" name="TextBox 7">
            <a:extLst>
              <a:ext uri="{FF2B5EF4-FFF2-40B4-BE49-F238E27FC236}">
                <a16:creationId xmlns:a16="http://schemas.microsoft.com/office/drawing/2014/main" id="{3C7B8C08-E55B-5997-3ADB-17EE656EFF8A}"/>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
        <p:nvSpPr>
          <p:cNvPr id="2" name="Title click to edit"/>
          <p:cNvSpPr>
            <a:spLocks noGrp="1"/>
          </p:cNvSpPr>
          <p:nvPr>
            <p:ph type="title" hasCustomPrompt="1"/>
          </p:nvPr>
        </p:nvSpPr>
        <p:spPr>
          <a:xfrm>
            <a:off x="633266" y="1701846"/>
            <a:ext cx="4735225" cy="1234440"/>
          </a:xfrm>
        </p:spPr>
        <p:txBody>
          <a:bodyPr wrap="square" anchor="b"/>
          <a:lstStyle>
            <a:lvl1pPr algn="l">
              <a:defRPr sz="4000" b="0" cap="none" baseline="0">
                <a:solidFill>
                  <a:schemeClr val="accent2"/>
                </a:solidFill>
              </a:defRPr>
            </a:lvl1pPr>
          </a:lstStyle>
          <a:p>
            <a:r>
              <a:rPr lang="en-US" dirty="0"/>
              <a:t>Title Slide – Light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34245" y="2986547"/>
            <a:ext cx="474783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4831" y="4737425"/>
            <a:ext cx="5012995"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4831" y="5117480"/>
            <a:ext cx="5012995" cy="355601"/>
          </a:xfrm>
        </p:spPr>
        <p:txBody>
          <a:bodyPr anchor="t"/>
          <a:lstStyle>
            <a:lvl1pPr algn="l">
              <a:buNone/>
              <a:defRPr sz="1600">
                <a:solidFill>
                  <a:schemeClr val="tx1"/>
                </a:solidFill>
              </a:defRPr>
            </a:lvl1pPr>
          </a:lstStyle>
          <a:p>
            <a:pPr lvl="0"/>
            <a:r>
              <a:rPr lang="en-US" dirty="0"/>
              <a:t>Role / Division, Broadcom</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4831" y="5485986"/>
            <a:ext cx="5012995" cy="355601"/>
          </a:xfrm>
        </p:spPr>
        <p:txBody>
          <a:bodyPr anchor="ctr"/>
          <a:lstStyle>
            <a:lvl1pPr algn="l">
              <a:buNone/>
              <a:defRPr sz="1600">
                <a:solidFill>
                  <a:schemeClr val="tx1"/>
                </a:solidFill>
              </a:defRPr>
            </a:lvl1pPr>
          </a:lstStyle>
          <a:p>
            <a:pPr lvl="0"/>
            <a:r>
              <a:rPr lang="en-US"/>
              <a:t>Date</a:t>
            </a:r>
          </a:p>
        </p:txBody>
      </p:sp>
      <p:grpSp>
        <p:nvGrpSpPr>
          <p:cNvPr id="55" name="Graphic 8">
            <a:extLst>
              <a:ext uri="{FF2B5EF4-FFF2-40B4-BE49-F238E27FC236}">
                <a16:creationId xmlns:a16="http://schemas.microsoft.com/office/drawing/2014/main" id="{BAF838CA-49F3-885B-C026-D4C6B5E51AA9}"/>
              </a:ext>
            </a:extLst>
          </p:cNvPr>
          <p:cNvGrpSpPr/>
          <p:nvPr/>
        </p:nvGrpSpPr>
        <p:grpSpPr>
          <a:xfrm>
            <a:off x="265625" y="6323271"/>
            <a:ext cx="1249223" cy="369648"/>
            <a:chOff x="265625" y="6323271"/>
            <a:chExt cx="1249223" cy="369648"/>
          </a:xfrm>
          <a:solidFill>
            <a:srgbClr val="000000"/>
          </a:solidFill>
        </p:grpSpPr>
        <p:grpSp>
          <p:nvGrpSpPr>
            <p:cNvPr id="56"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131" name="Freeform 130">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132" name="Freeform 131">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133" name="Freeform 132">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134" name="Freeform 133">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135" name="Freeform 134">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36" name="Freeform 135">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137" name="Freeform 136">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138" name="Freeform 137">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139" name="Freeform 138">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40" name="Freeform 139">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57"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58" name="Freeform 57">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1" name="Freeform 60">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30" name="Freeform 129">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grpSp>
        <p:nvGrpSpPr>
          <p:cNvPr id="37" name="Graphic 8">
            <a:extLst>
              <a:ext uri="{FF2B5EF4-FFF2-40B4-BE49-F238E27FC236}">
                <a16:creationId xmlns:a16="http://schemas.microsoft.com/office/drawing/2014/main" id="{BAF838CA-49F3-885B-C026-D4C6B5E51AA9}"/>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pic>
        <p:nvPicPr>
          <p:cNvPr id="3" name="Graphic 2">
            <a:extLst>
              <a:ext uri="{FF2B5EF4-FFF2-40B4-BE49-F238E27FC236}">
                <a16:creationId xmlns:a16="http://schemas.microsoft.com/office/drawing/2014/main" id="{7A74F6F2-D5AA-DDD5-DBE7-9788B252F9B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33266" y="570134"/>
            <a:ext cx="2857719" cy="562472"/>
          </a:xfrm>
          <a:prstGeom prst="rect">
            <a:avLst/>
          </a:prstGeom>
        </p:spPr>
      </p:pic>
    </p:spTree>
    <p:extLst>
      <p:ext uri="{BB962C8B-B14F-4D97-AF65-F5344CB8AC3E}">
        <p14:creationId xmlns:p14="http://schemas.microsoft.com/office/powerpoint/2010/main" val="2696043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6="http://schemas.microsoft.com/office/drawing/2014/main"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1_VCF-light-title-a">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C7B8C08-E55B-5997-3ADB-17EE656EFF8A}"/>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
        <p:nvSpPr>
          <p:cNvPr id="2" name="Title click to edit"/>
          <p:cNvSpPr>
            <a:spLocks noGrp="1"/>
          </p:cNvSpPr>
          <p:nvPr>
            <p:ph type="title" hasCustomPrompt="1"/>
          </p:nvPr>
        </p:nvSpPr>
        <p:spPr>
          <a:xfrm>
            <a:off x="633266" y="1701846"/>
            <a:ext cx="4735225" cy="1234440"/>
          </a:xfrm>
        </p:spPr>
        <p:txBody>
          <a:bodyPr wrap="square" anchor="b"/>
          <a:lstStyle>
            <a:lvl1pPr algn="l">
              <a:defRPr sz="4000" b="0" cap="none" baseline="0">
                <a:solidFill>
                  <a:schemeClr val="accent2"/>
                </a:solidFill>
              </a:defRPr>
            </a:lvl1pPr>
          </a:lstStyle>
          <a:p>
            <a:r>
              <a:rPr lang="en-US" dirty="0"/>
              <a:t>Title Slide – Light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34245" y="2986547"/>
            <a:ext cx="474783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4831" y="4737425"/>
            <a:ext cx="5012995" cy="355601"/>
          </a:xfrm>
        </p:spPr>
        <p:txBody>
          <a:bodyPr anchor="ctr"/>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4831" y="5117480"/>
            <a:ext cx="5012995" cy="355601"/>
          </a:xfrm>
        </p:spPr>
        <p:txBody>
          <a:bodyPr anchor="ctr"/>
          <a:lstStyle>
            <a:lvl1pPr algn="l">
              <a:buNone/>
              <a:defRPr sz="1600">
                <a:solidFill>
                  <a:schemeClr val="tx1"/>
                </a:solidFill>
              </a:defRPr>
            </a:lvl1pPr>
          </a:lstStyle>
          <a:p>
            <a:pPr lvl="0"/>
            <a:r>
              <a:rPr lang="en-US" dirty="0"/>
              <a:t>Role / Division, Broadcom</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4831" y="5485986"/>
            <a:ext cx="5012995" cy="355601"/>
          </a:xfrm>
        </p:spPr>
        <p:txBody>
          <a:bodyPr anchor="ctr"/>
          <a:lstStyle>
            <a:lvl1pPr algn="l">
              <a:buNone/>
              <a:defRPr sz="1600">
                <a:solidFill>
                  <a:schemeClr val="tx1"/>
                </a:solidFill>
              </a:defRPr>
            </a:lvl1pPr>
          </a:lstStyle>
          <a:p>
            <a:pPr lvl="0"/>
            <a:r>
              <a:rPr lang="en-US"/>
              <a:t>Date</a:t>
            </a:r>
          </a:p>
        </p:txBody>
      </p:sp>
      <p:grpSp>
        <p:nvGrpSpPr>
          <p:cNvPr id="55" name="Graphic 8">
            <a:extLst>
              <a:ext uri="{FF2B5EF4-FFF2-40B4-BE49-F238E27FC236}">
                <a16:creationId xmlns:a16="http://schemas.microsoft.com/office/drawing/2014/main" id="{BAF838CA-49F3-885B-C026-D4C6B5E51AA9}"/>
              </a:ext>
            </a:extLst>
          </p:cNvPr>
          <p:cNvGrpSpPr/>
          <p:nvPr/>
        </p:nvGrpSpPr>
        <p:grpSpPr>
          <a:xfrm>
            <a:off x="265625" y="6323271"/>
            <a:ext cx="1249223" cy="369648"/>
            <a:chOff x="265625" y="6323271"/>
            <a:chExt cx="1249223" cy="369648"/>
          </a:xfrm>
          <a:solidFill>
            <a:srgbClr val="000000"/>
          </a:solidFill>
        </p:grpSpPr>
        <p:grpSp>
          <p:nvGrpSpPr>
            <p:cNvPr id="56"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131" name="Freeform 130">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132" name="Freeform 131">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133" name="Freeform 132">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134" name="Freeform 133">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135" name="Freeform 134">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36" name="Freeform 135">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137" name="Freeform 136">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138" name="Freeform 137">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139" name="Freeform 138">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40" name="Freeform 139">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57"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58" name="Freeform 57">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1" name="Freeform 60">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30" name="Freeform 129">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grpSp>
        <p:nvGrpSpPr>
          <p:cNvPr id="37" name="Graphic 8">
            <a:extLst>
              <a:ext uri="{FF2B5EF4-FFF2-40B4-BE49-F238E27FC236}">
                <a16:creationId xmlns:a16="http://schemas.microsoft.com/office/drawing/2014/main" id="{BAF838CA-49F3-885B-C026-D4C6B5E51AA9}"/>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pic>
        <p:nvPicPr>
          <p:cNvPr id="3" name="Graphic 2">
            <a:extLst>
              <a:ext uri="{FF2B5EF4-FFF2-40B4-BE49-F238E27FC236}">
                <a16:creationId xmlns:a16="http://schemas.microsoft.com/office/drawing/2014/main" id="{7A74F6F2-D5AA-DDD5-DBE7-9788B252F9B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33266" y="570134"/>
            <a:ext cx="2857719" cy="562472"/>
          </a:xfrm>
          <a:prstGeom prst="rect">
            <a:avLst/>
          </a:prstGeom>
        </p:spPr>
      </p:pic>
      <p:pic>
        <p:nvPicPr>
          <p:cNvPr id="4" name="Picture 3" descr="A logo of a cloud computing system&#10;&#10;AI-generated content may be incorrect.">
            <a:extLst>
              <a:ext uri="{FF2B5EF4-FFF2-40B4-BE49-F238E27FC236}">
                <a16:creationId xmlns:a16="http://schemas.microsoft.com/office/drawing/2014/main" id="{C0A5C69D-C50F-B894-9915-BBC4902F0810}"/>
              </a:ext>
            </a:extLst>
          </p:cNvPr>
          <p:cNvPicPr>
            <a:picLocks noChangeAspect="1"/>
          </p:cNvPicPr>
          <p:nvPr userDrawn="1"/>
        </p:nvPicPr>
        <p:blipFill>
          <a:blip r:embed="rId4"/>
          <a:stretch>
            <a:fillRect/>
          </a:stretch>
        </p:blipFill>
        <p:spPr>
          <a:xfrm>
            <a:off x="5330825" y="0"/>
            <a:ext cx="6858000" cy="6858000"/>
          </a:xfrm>
          <a:prstGeom prst="rect">
            <a:avLst/>
          </a:prstGeom>
        </p:spPr>
      </p:pic>
    </p:spTree>
    <p:extLst>
      <p:ext uri="{BB962C8B-B14F-4D97-AF65-F5344CB8AC3E}">
        <p14:creationId xmlns:p14="http://schemas.microsoft.com/office/powerpoint/2010/main" val="3158205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6="http://schemas.microsoft.com/office/drawing/2014/main"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aimer - RevRec">
    <p:spTree>
      <p:nvGrpSpPr>
        <p:cNvPr id="1" name=""/>
        <p:cNvGrpSpPr/>
        <p:nvPr/>
      </p:nvGrpSpPr>
      <p:grpSpPr>
        <a:xfrm>
          <a:off x="0" y="0"/>
          <a:ext cx="0" cy="0"/>
          <a:chOff x="0" y="0"/>
          <a:chExt cx="0" cy="0"/>
        </a:xfrm>
      </p:grpSpPr>
      <p:sp>
        <p:nvSpPr>
          <p:cNvPr id="2" name="page number">
            <a:extLst>
              <a:ext uri="{FF2B5EF4-FFF2-40B4-BE49-F238E27FC236}">
                <a16:creationId xmlns:a16="http://schemas.microsoft.com/office/drawing/2014/main" id="{B85AE0A0-04F0-DD06-B7B7-2F519FD602F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6" name="TextBox 5">
            <a:extLst>
              <a:ext uri="{FF2B5EF4-FFF2-40B4-BE49-F238E27FC236}">
                <a16:creationId xmlns:a16="http://schemas.microsoft.com/office/drawing/2014/main" id="{34C98CD6-73CF-0CA2-1B0C-AEEF52456990}"/>
              </a:ext>
            </a:extLst>
          </p:cNvPr>
          <p:cNvSpPr txBox="1"/>
          <p:nvPr userDrawn="1"/>
        </p:nvSpPr>
        <p:spPr>
          <a:xfrm>
            <a:off x="579809" y="285278"/>
            <a:ext cx="1861387" cy="508473"/>
          </a:xfrm>
          <a:prstGeom prst="rect">
            <a:avLst/>
          </a:prstGeom>
          <a:noFill/>
        </p:spPr>
        <p:txBody>
          <a:bodyPr wrap="square" lIns="0" tIns="0" rIns="0" bIns="0" rtlCol="0">
            <a:spAutoFit/>
          </a:bodyPr>
          <a:lstStyle/>
          <a:p>
            <a:pPr algn="l">
              <a:lnSpc>
                <a:spcPct val="130000"/>
              </a:lnSpc>
            </a:pPr>
            <a:r>
              <a:rPr lang="en-US" sz="2800" dirty="0">
                <a:solidFill>
                  <a:schemeClr val="accent2"/>
                </a:solidFill>
                <a:latin typeface="+mj-lt"/>
              </a:rPr>
              <a:t>Disclaimer</a:t>
            </a:r>
            <a:endParaRPr lang="en-US" sz="1800" dirty="0">
              <a:solidFill>
                <a:schemeClr val="accent2"/>
              </a:solidFill>
              <a:latin typeface="+mj-lt"/>
            </a:endParaRPr>
          </a:p>
        </p:txBody>
      </p:sp>
      <p:sp>
        <p:nvSpPr>
          <p:cNvPr id="7" name="TextBox 6">
            <a:extLst>
              <a:ext uri="{FF2B5EF4-FFF2-40B4-BE49-F238E27FC236}">
                <a16:creationId xmlns:a16="http://schemas.microsoft.com/office/drawing/2014/main" id="{811EB471-E9F1-2457-B0CC-19A2442ED13B}"/>
              </a:ext>
            </a:extLst>
          </p:cNvPr>
          <p:cNvSpPr txBox="1"/>
          <p:nvPr userDrawn="1"/>
        </p:nvSpPr>
        <p:spPr>
          <a:xfrm>
            <a:off x="592865" y="1062111"/>
            <a:ext cx="10898075" cy="4929207"/>
          </a:xfrm>
          <a:prstGeom prst="rect">
            <a:avLst/>
          </a:prstGeom>
          <a:noFill/>
        </p:spPr>
        <p:txBody>
          <a:bodyPr wrap="square" lIns="0" tIns="0" rIns="0" bIns="0" rtlCol="0">
            <a:noAutofit/>
          </a:bodyPr>
          <a:lstStyle/>
          <a:p>
            <a:pPr marL="0" lvl="0" indent="0" algn="l" rtl="0">
              <a:lnSpc>
                <a:spcPct val="100000"/>
              </a:lnSpc>
              <a:spcBef>
                <a:spcPts val="0"/>
              </a:spcBef>
              <a:spcAft>
                <a:spcPts val="0"/>
              </a:spcAft>
              <a:buClr>
                <a:srgbClr val="3F3F3F"/>
              </a:buClr>
              <a:buSzPts val="1798"/>
              <a:buFont typeface="Arial" panose="020B0604020202020204" pitchFamily="34" charset="0"/>
              <a:buNone/>
            </a:pPr>
            <a:r>
              <a:rPr lang="en-US" sz="1600" b="0" i="0" u="none" strike="noStrike" cap="none"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Certain information in this presentation may outline Broadcom's general product direction. </a:t>
            </a:r>
            <a:endParaRPr lang="en-US" sz="1600" dirty="0"/>
          </a:p>
          <a:p>
            <a:pPr marL="114173" lvl="0" indent="0" algn="l" rtl="0">
              <a:lnSpc>
                <a:spcPct val="100000"/>
              </a:lnSpc>
              <a:spcBef>
                <a:spcPts val="0"/>
              </a:spcBef>
              <a:spcAft>
                <a:spcPts val="0"/>
              </a:spcAft>
              <a:buClr>
                <a:srgbClr val="3F3F3F"/>
              </a:buClr>
              <a:buSzPts val="1798"/>
              <a:buFont typeface="Arial" panose="020B0604020202020204" pitchFamily="34" charset="0"/>
              <a:buNone/>
            </a:pPr>
            <a:endParaRPr lang="en-US" sz="1600"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marL="0" lvl="0" indent="0" algn="l" rtl="0">
              <a:lnSpc>
                <a:spcPct val="100000"/>
              </a:lnSpc>
              <a:spcBef>
                <a:spcPts val="0"/>
              </a:spcBef>
              <a:spcAft>
                <a:spcPts val="0"/>
              </a:spcAft>
              <a:buClr>
                <a:srgbClr val="3F3F3F"/>
              </a:buClr>
              <a:buSzPts val="1798"/>
              <a:buFont typeface="Arial" panose="020B0604020202020204" pitchFamily="34" charset="0"/>
              <a:buNone/>
            </a:pPr>
            <a:r>
              <a:rPr lang="en-US" sz="1600" b="0" i="0" u="none" strike="noStrike" cap="none"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This presentation shall not serve to (</a:t>
            </a:r>
            <a:r>
              <a:rPr lang="en-US" sz="1600" b="0" i="0" u="none" strike="noStrike" cap="none" dirty="0" err="1">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i</a:t>
            </a:r>
            <a:r>
              <a:rPr lang="en-US" sz="1600" b="0" i="0" u="none" strike="noStrike" cap="none"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affect the rights and/or obligations of Broadcom or its licensees under any existing or future license agreement or services agreement relating to any Broadcom software product; or (ii) amend any product documentation or specifications for any Broadcom software product. </a:t>
            </a:r>
            <a:endParaRPr lang="en-US" sz="1600" dirty="0"/>
          </a:p>
          <a:p>
            <a:pPr marL="114173" lvl="0" indent="0" algn="l" rtl="0">
              <a:lnSpc>
                <a:spcPct val="100000"/>
              </a:lnSpc>
              <a:spcBef>
                <a:spcPts val="0"/>
              </a:spcBef>
              <a:spcAft>
                <a:spcPts val="0"/>
              </a:spcAft>
              <a:buClr>
                <a:srgbClr val="3F3F3F"/>
              </a:buClr>
              <a:buSzPts val="1798"/>
              <a:buFont typeface="Arial" panose="020B0604020202020204" pitchFamily="34" charset="0"/>
              <a:buNone/>
            </a:pPr>
            <a:endParaRPr lang="en-US" sz="1600"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marL="0" lvl="0" indent="0" algn="l" rtl="0">
              <a:lnSpc>
                <a:spcPct val="100000"/>
              </a:lnSpc>
              <a:spcBef>
                <a:spcPts val="0"/>
              </a:spcBef>
              <a:spcAft>
                <a:spcPts val="0"/>
              </a:spcAft>
              <a:buClr>
                <a:srgbClr val="3F3F3F"/>
              </a:buClr>
              <a:buSzPts val="1798"/>
              <a:buFont typeface="Arial" panose="020B0604020202020204" pitchFamily="34" charset="0"/>
              <a:buNone/>
            </a:pPr>
            <a:r>
              <a:rPr lang="en-US" sz="1600" b="0" i="0" u="none" strike="noStrike" cap="none"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This presentation is based on current information and resource allocations and is subject to change or withdrawal by Broadcom at any time without notice. </a:t>
            </a:r>
            <a:endParaRPr lang="en-US" sz="1600" dirty="0"/>
          </a:p>
          <a:p>
            <a:pPr marL="114173" lvl="0" indent="0" algn="l" rtl="0">
              <a:lnSpc>
                <a:spcPct val="100000"/>
              </a:lnSpc>
              <a:spcBef>
                <a:spcPts val="0"/>
              </a:spcBef>
              <a:spcAft>
                <a:spcPts val="0"/>
              </a:spcAft>
              <a:buClr>
                <a:srgbClr val="3F3F3F"/>
              </a:buClr>
              <a:buSzPts val="1798"/>
              <a:buFont typeface="Arial" panose="020B0604020202020204" pitchFamily="34" charset="0"/>
              <a:buNone/>
            </a:pPr>
            <a:endParaRPr lang="en-US" sz="1600"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marL="0" lvl="0" indent="0" algn="l" rtl="0">
              <a:lnSpc>
                <a:spcPct val="100000"/>
              </a:lnSpc>
              <a:spcBef>
                <a:spcPts val="0"/>
              </a:spcBef>
              <a:spcAft>
                <a:spcPts val="0"/>
              </a:spcAft>
              <a:buClr>
                <a:srgbClr val="3F3F3F"/>
              </a:buClr>
              <a:buSzPts val="1798"/>
              <a:buFont typeface="Arial" panose="020B0604020202020204" pitchFamily="34" charset="0"/>
              <a:buNone/>
            </a:pPr>
            <a:r>
              <a:rPr lang="en-US" sz="1600" b="0" i="0" u="none" strike="noStrike" cap="none"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The development, release and timing of any features or functionality described in this presentation remain at Broadcom's sole discretion. </a:t>
            </a:r>
            <a:endParaRPr lang="en-US" sz="1600" dirty="0"/>
          </a:p>
          <a:p>
            <a:pPr marL="114173" lvl="0" indent="0" algn="l" rtl="0">
              <a:lnSpc>
                <a:spcPct val="100000"/>
              </a:lnSpc>
              <a:spcBef>
                <a:spcPts val="0"/>
              </a:spcBef>
              <a:spcAft>
                <a:spcPts val="0"/>
              </a:spcAft>
              <a:buClr>
                <a:srgbClr val="3F3F3F"/>
              </a:buClr>
              <a:buSzPts val="1798"/>
              <a:buFont typeface="Arial" panose="020B0604020202020204" pitchFamily="34" charset="0"/>
              <a:buNone/>
            </a:pPr>
            <a:endParaRPr lang="en-US" sz="1600"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marL="0" lvl="0" indent="0" algn="l" rtl="0">
              <a:lnSpc>
                <a:spcPct val="100000"/>
              </a:lnSpc>
              <a:spcBef>
                <a:spcPts val="0"/>
              </a:spcBef>
              <a:spcAft>
                <a:spcPts val="0"/>
              </a:spcAft>
              <a:buClr>
                <a:srgbClr val="3F3F3F"/>
              </a:buClr>
              <a:buSzPts val="1798"/>
              <a:buFont typeface="Arial" panose="020B0604020202020204" pitchFamily="34" charset="0"/>
              <a:buNone/>
            </a:pPr>
            <a:r>
              <a:rPr lang="en-US" sz="1600" b="0" i="0" u="none" strike="noStrike" cap="none"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Notwithstanding anything in this presentation to the contrary, upon the general availability of any future Broadcom product release referenced in this presentation, Broadcom may make such release available to new licensees in the form of a regularly scheduled major product release. </a:t>
            </a:r>
            <a:endParaRPr lang="en-US" sz="1600" dirty="0"/>
          </a:p>
          <a:p>
            <a:pPr marL="114173" lvl="0" indent="0" algn="l" rtl="0">
              <a:lnSpc>
                <a:spcPct val="100000"/>
              </a:lnSpc>
              <a:spcBef>
                <a:spcPts val="0"/>
              </a:spcBef>
              <a:spcAft>
                <a:spcPts val="0"/>
              </a:spcAft>
              <a:buClr>
                <a:srgbClr val="3F3F3F"/>
              </a:buClr>
              <a:buSzPts val="1798"/>
              <a:buFont typeface="Arial" panose="020B0604020202020204" pitchFamily="34" charset="0"/>
              <a:buNone/>
            </a:pPr>
            <a:endParaRPr lang="en-US" sz="1600"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marL="0" lvl="0" indent="0" algn="l" rtl="0">
              <a:lnSpc>
                <a:spcPct val="100000"/>
              </a:lnSpc>
              <a:spcBef>
                <a:spcPts val="0"/>
              </a:spcBef>
              <a:spcAft>
                <a:spcPts val="0"/>
              </a:spcAft>
              <a:buClr>
                <a:srgbClr val="3F3F3F"/>
              </a:buClr>
              <a:buSzPts val="1798"/>
              <a:buFont typeface="Arial" panose="020B0604020202020204" pitchFamily="34" charset="0"/>
              <a:buNone/>
            </a:pPr>
            <a:r>
              <a:rPr lang="en-US" sz="1600" b="0" i="0" u="none" strike="noStrike" cap="none"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Such release may be made available to licensees of the product who are active subscribers to  Broadcom maintenance and support, on a when and if-available basis. </a:t>
            </a:r>
            <a:endParaRPr lang="en-US" sz="1600" dirty="0"/>
          </a:p>
          <a:p>
            <a:pPr marL="114173" lvl="0" indent="0" algn="l" rtl="0">
              <a:lnSpc>
                <a:spcPct val="100000"/>
              </a:lnSpc>
              <a:spcBef>
                <a:spcPts val="0"/>
              </a:spcBef>
              <a:spcAft>
                <a:spcPts val="0"/>
              </a:spcAft>
              <a:buClr>
                <a:srgbClr val="3F3F3F"/>
              </a:buClr>
              <a:buSzPts val="1798"/>
              <a:buFont typeface="Arial" panose="020B0604020202020204" pitchFamily="34" charset="0"/>
              <a:buNone/>
            </a:pPr>
            <a:endParaRPr lang="en-US" sz="1600"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marL="0" lvl="0" indent="0" algn="l" rtl="0">
              <a:lnSpc>
                <a:spcPct val="100000"/>
              </a:lnSpc>
              <a:spcBef>
                <a:spcPts val="0"/>
              </a:spcBef>
              <a:spcAft>
                <a:spcPts val="0"/>
              </a:spcAft>
              <a:buClr>
                <a:srgbClr val="3F3F3F"/>
              </a:buClr>
              <a:buSzPts val="1798"/>
              <a:buFont typeface="Arial" panose="020B0604020202020204" pitchFamily="34" charset="0"/>
              <a:buNone/>
            </a:pPr>
            <a:r>
              <a:rPr lang="en-US" sz="1600" b="0" i="0" u="none" strike="noStrike" cap="none"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The information in this presentation is not deemed to be incorporated into any contract.</a:t>
            </a:r>
            <a:endParaRPr lang="en-US" sz="1600" dirty="0"/>
          </a:p>
        </p:txBody>
      </p:sp>
    </p:spTree>
    <p:extLst>
      <p:ext uri="{BB962C8B-B14F-4D97-AF65-F5344CB8AC3E}">
        <p14:creationId xmlns:p14="http://schemas.microsoft.com/office/powerpoint/2010/main" val="2913421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sclaimer - Regulatory">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7DBA86B-6376-6BE6-E240-280A6DAB3FEF}"/>
              </a:ext>
            </a:extLst>
          </p:cNvPr>
          <p:cNvSpPr txBox="1"/>
          <p:nvPr userDrawn="1"/>
        </p:nvSpPr>
        <p:spPr>
          <a:xfrm>
            <a:off x="579809" y="285278"/>
            <a:ext cx="1861387" cy="508473"/>
          </a:xfrm>
          <a:prstGeom prst="rect">
            <a:avLst/>
          </a:prstGeom>
          <a:noFill/>
        </p:spPr>
        <p:txBody>
          <a:bodyPr wrap="square" lIns="0" tIns="0" rIns="0" bIns="0" rtlCol="0">
            <a:spAutoFit/>
          </a:bodyPr>
          <a:lstStyle/>
          <a:p>
            <a:pPr algn="l">
              <a:lnSpc>
                <a:spcPct val="130000"/>
              </a:lnSpc>
            </a:pPr>
            <a:r>
              <a:rPr lang="en-US" sz="2800" dirty="0">
                <a:solidFill>
                  <a:schemeClr val="accent2"/>
                </a:solidFill>
                <a:latin typeface="+mj-lt"/>
              </a:rPr>
              <a:t>Disclaimer</a:t>
            </a:r>
            <a:endParaRPr lang="en-US" sz="1800" dirty="0">
              <a:solidFill>
                <a:schemeClr val="accent2"/>
              </a:solidFill>
              <a:latin typeface="+mj-lt"/>
            </a:endParaRPr>
          </a:p>
        </p:txBody>
      </p:sp>
      <p:pic>
        <p:nvPicPr>
          <p:cNvPr id="34" name="Picture 33" descr="A magnifying glass over a cloud&#10;&#10;Description automatically generated">
            <a:extLst>
              <a:ext uri="{FF2B5EF4-FFF2-40B4-BE49-F238E27FC236}">
                <a16:creationId xmlns:a16="http://schemas.microsoft.com/office/drawing/2014/main" id="{99AA4D96-2102-53BA-4F59-8B81999AA439}"/>
              </a:ext>
            </a:extLst>
          </p:cNvPr>
          <p:cNvPicPr>
            <a:picLocks noChangeAspect="1"/>
          </p:cNvPicPr>
          <p:nvPr userDrawn="1"/>
        </p:nvPicPr>
        <p:blipFill>
          <a:blip r:embed="rId2"/>
          <a:stretch>
            <a:fillRect/>
          </a:stretch>
        </p:blipFill>
        <p:spPr>
          <a:xfrm>
            <a:off x="6925011" y="4046283"/>
            <a:ext cx="5929314" cy="2964657"/>
          </a:xfrm>
          <a:prstGeom prst="rect">
            <a:avLst/>
          </a:prstGeom>
        </p:spPr>
      </p:pic>
      <p:sp>
        <p:nvSpPr>
          <p:cNvPr id="2" name="TextBox 1">
            <a:extLst>
              <a:ext uri="{FF2B5EF4-FFF2-40B4-BE49-F238E27FC236}">
                <a16:creationId xmlns:a16="http://schemas.microsoft.com/office/drawing/2014/main" id="{F3C246B1-DC1F-7690-A28D-3D06B3A1014A}"/>
              </a:ext>
            </a:extLst>
          </p:cNvPr>
          <p:cNvSpPr txBox="1"/>
          <p:nvPr userDrawn="1"/>
        </p:nvSpPr>
        <p:spPr>
          <a:xfrm>
            <a:off x="592865" y="1062111"/>
            <a:ext cx="10898075" cy="4929207"/>
          </a:xfrm>
          <a:prstGeom prst="rect">
            <a:avLst/>
          </a:prstGeom>
          <a:noFill/>
        </p:spPr>
        <p:txBody>
          <a:bodyPr wrap="square" lIns="0" tIns="0" rIns="0" bIns="0" rtlCol="0">
            <a:noAutofit/>
          </a:bodyPr>
          <a:lstStyle/>
          <a:p>
            <a:pPr marL="0" lvl="0" indent="0" defTabSz="914126">
              <a:spcBef>
                <a:spcPts val="0"/>
              </a:spcBef>
              <a:buClrTx/>
              <a:buSzTx/>
              <a:buFont typeface="Arial" panose="020B0604020202020204" pitchFamily="34" charset="0"/>
              <a:buNone/>
              <a:defRPr/>
            </a:pPr>
            <a:r>
              <a:rPr lang="en-US" sz="1800" dirty="0">
                <a:solidFill>
                  <a:srgbClr val="3F3F3F"/>
                </a:solidFill>
              </a:rPr>
              <a:t>This document is intended to provide general guidance for organizations that are considering Broadcom solutions. The information contained in this document is for educational and informational purposes only.</a:t>
            </a:r>
          </a:p>
          <a:p>
            <a:pPr marL="0" lvl="0" indent="0" defTabSz="914126">
              <a:spcBef>
                <a:spcPts val="0"/>
              </a:spcBef>
              <a:buClrTx/>
              <a:buSzTx/>
              <a:buFont typeface="Arial" panose="020B0604020202020204" pitchFamily="34" charset="0"/>
              <a:buNone/>
              <a:defRPr/>
            </a:pPr>
            <a:endParaRPr lang="en-US" sz="1800" dirty="0">
              <a:solidFill>
                <a:srgbClr val="3F3F3F"/>
              </a:solidFill>
            </a:endParaRPr>
          </a:p>
          <a:p>
            <a:pPr marL="0" lvl="0" indent="0" defTabSz="914126">
              <a:spcBef>
                <a:spcPts val="0"/>
              </a:spcBef>
              <a:buClrTx/>
              <a:buSzTx/>
              <a:buFont typeface="Arial" panose="020B0604020202020204" pitchFamily="34" charset="0"/>
              <a:buNone/>
              <a:defRPr/>
            </a:pPr>
            <a:r>
              <a:rPr lang="en-US" sz="1800" dirty="0">
                <a:solidFill>
                  <a:srgbClr val="3F3F3F"/>
                </a:solidFill>
              </a:rPr>
              <a:t>This document is not intended to provide advice and is provided “AS IS.”  </a:t>
            </a:r>
          </a:p>
          <a:p>
            <a:pPr marL="0" lvl="0" indent="0" defTabSz="914126">
              <a:spcBef>
                <a:spcPts val="0"/>
              </a:spcBef>
              <a:buClrTx/>
              <a:buSzTx/>
              <a:buFont typeface="Arial" panose="020B0604020202020204" pitchFamily="34" charset="0"/>
              <a:buNone/>
              <a:defRPr/>
            </a:pPr>
            <a:endParaRPr lang="en-US" sz="1800" dirty="0">
              <a:solidFill>
                <a:srgbClr val="3F3F3F"/>
              </a:solidFill>
            </a:endParaRPr>
          </a:p>
          <a:p>
            <a:pPr marL="0" lvl="0" indent="0" defTabSz="914126">
              <a:spcBef>
                <a:spcPts val="0"/>
              </a:spcBef>
              <a:buClrTx/>
              <a:buSzTx/>
              <a:buFont typeface="Arial" panose="020B0604020202020204" pitchFamily="34" charset="0"/>
              <a:buNone/>
              <a:defRPr/>
            </a:pPr>
            <a:r>
              <a:rPr lang="en-US" sz="1800" dirty="0">
                <a:solidFill>
                  <a:srgbClr val="3F3F3F"/>
                </a:solidFill>
              </a:rPr>
              <a:t>Broadcom makes no claims, promises, or guarantees about the accuracy, completeness, or adequacy of the information contained herein.</a:t>
            </a:r>
          </a:p>
          <a:p>
            <a:pPr marL="0" lvl="0" indent="0" defTabSz="914126">
              <a:spcBef>
                <a:spcPts val="0"/>
              </a:spcBef>
              <a:buClrTx/>
              <a:buSzTx/>
              <a:buFont typeface="Arial" panose="020B0604020202020204" pitchFamily="34" charset="0"/>
              <a:buNone/>
              <a:defRPr/>
            </a:pPr>
            <a:endParaRPr lang="en-US" sz="1800" dirty="0">
              <a:solidFill>
                <a:srgbClr val="3F3F3F"/>
              </a:solidFill>
            </a:endParaRPr>
          </a:p>
          <a:p>
            <a:pPr marL="0" lvl="0" indent="0" defTabSz="914126">
              <a:spcBef>
                <a:spcPts val="0"/>
              </a:spcBef>
              <a:buClrTx/>
              <a:buSzTx/>
              <a:buFont typeface="Arial" panose="020B0604020202020204" pitchFamily="34" charset="0"/>
              <a:buNone/>
              <a:defRPr/>
            </a:pPr>
            <a:r>
              <a:rPr lang="en-US" sz="1800" dirty="0">
                <a:solidFill>
                  <a:srgbClr val="3F3F3F"/>
                </a:solidFill>
              </a:rPr>
              <a:t>Organizations should engage appropriate legal, business, technical, and audit expertise within their specific organization for review of requirements and effectiveness of implementations.</a:t>
            </a:r>
          </a:p>
        </p:txBody>
      </p:sp>
    </p:spTree>
    <p:extLst>
      <p:ext uri="{BB962C8B-B14F-4D97-AF65-F5344CB8AC3E}">
        <p14:creationId xmlns:p14="http://schemas.microsoft.com/office/powerpoint/2010/main" val="67529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730"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4" name="Text Placeholder 3">
            <a:extLst>
              <a:ext uri="{FF2B5EF4-FFF2-40B4-BE49-F238E27FC236}">
                <a16:creationId xmlns:a16="http://schemas.microsoft.com/office/drawing/2014/main" id="{B6CCD82C-92EF-52E3-6D43-409D112BB960}"/>
              </a:ext>
            </a:extLst>
          </p:cNvPr>
          <p:cNvSpPr>
            <a:spLocks noGrp="1"/>
          </p:cNvSpPr>
          <p:nvPr>
            <p:ph type="body" sz="quarter" idx="24"/>
          </p:nvPr>
        </p:nvSpPr>
        <p:spPr>
          <a:xfrm>
            <a:off x="609600" y="1267608"/>
            <a:ext cx="1939925" cy="1969770"/>
          </a:xfrm>
        </p:spPr>
        <p:txBody>
          <a:bodyPr>
            <a:spAutoFit/>
          </a:bodyPr>
          <a:lstStyle>
            <a:lvl1pPr>
              <a:defRPr sz="3200">
                <a:solidFill>
                  <a:schemeClr val="accent2"/>
                </a:solidFill>
                <a:latin typeface="+mj-lt"/>
              </a:defRPr>
            </a:lvl1pPr>
          </a:lstStyle>
          <a:p>
            <a:pPr lvl="0"/>
            <a:r>
              <a:rPr lang="en-US"/>
              <a:t>Click to edit Master text styles</a:t>
            </a:r>
          </a:p>
        </p:txBody>
      </p:sp>
      <p:sp>
        <p:nvSpPr>
          <p:cNvPr id="7" name="Text Placeholder 6">
            <a:extLst>
              <a:ext uri="{FF2B5EF4-FFF2-40B4-BE49-F238E27FC236}">
                <a16:creationId xmlns:a16="http://schemas.microsoft.com/office/drawing/2014/main" id="{E948148D-4A41-A447-0432-B69E69A94358}"/>
              </a:ext>
            </a:extLst>
          </p:cNvPr>
          <p:cNvSpPr>
            <a:spLocks noGrp="1"/>
          </p:cNvSpPr>
          <p:nvPr>
            <p:ph type="body" sz="quarter" idx="25"/>
          </p:nvPr>
        </p:nvSpPr>
        <p:spPr>
          <a:xfrm>
            <a:off x="2894013" y="1267608"/>
            <a:ext cx="7335837" cy="4337050"/>
          </a:xfrm>
        </p:spPr>
        <p:txBody>
          <a:bodyPr/>
          <a:lstStyle>
            <a:lvl1pPr marL="342900" indent="-342900">
              <a:buClr>
                <a:schemeClr val="accent2"/>
              </a:buClr>
              <a:buFont typeface="Arial" panose="020B0604020202020204" pitchFamily="34" charset="0"/>
              <a:buChar char="•"/>
              <a:defRPr sz="2800"/>
            </a:lvl1pPr>
            <a:lvl2pPr marL="804863" indent="-347663">
              <a:buClr>
                <a:schemeClr val="accent2"/>
              </a:buClr>
              <a:defRPr sz="2400"/>
            </a:lvl2pPr>
            <a:lvl3pPr marL="1033463" indent="-346075">
              <a:buClr>
                <a:schemeClr val="accent2"/>
              </a:buClr>
              <a:defRPr sz="2000"/>
            </a:lvl3pPr>
            <a:lvl4pPr marL="1262063" indent="-342900">
              <a:buClr>
                <a:schemeClr val="accent2"/>
              </a:buClr>
              <a:defRPr sz="1800"/>
            </a:lvl4pPr>
            <a:lvl5pPr marL="1490663" indent="-347663">
              <a:buClr>
                <a:schemeClr val="accent2"/>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88014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 Leaf">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Section Title Option 1</a:t>
            </a:r>
            <a:br>
              <a:rPr lang="en-US"/>
            </a:br>
            <a:r>
              <a:rPr lang="en-US"/>
              <a:t>Green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4" name="page number">
            <a:extLst>
              <a:ext uri="{FF2B5EF4-FFF2-40B4-BE49-F238E27FC236}">
                <a16:creationId xmlns:a16="http://schemas.microsoft.com/office/drawing/2014/main" id="{20A83C12-6BEB-4E4C-9FB0-AA1FB4C661B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1" name="Freeform: Shape 10">
            <a:extLst>
              <a:ext uri="{FF2B5EF4-FFF2-40B4-BE49-F238E27FC236}">
                <a16:creationId xmlns:a16="http://schemas.microsoft.com/office/drawing/2014/main" id="{4D880B34-1E61-BED8-9D19-CC47E69A1FF0}"/>
              </a:ext>
            </a:extLst>
          </p:cNvPr>
          <p:cNvSpPr/>
          <p:nvPr userDrawn="1"/>
        </p:nvSpPr>
        <p:spPr>
          <a:xfrm>
            <a:off x="6525510" y="666685"/>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4"/>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0A83C12-6BEB-4E4C-9FB0-AA1FB4C661B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267254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 Aqu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a:t>Section Title Option 2</a:t>
            </a:r>
            <a:br>
              <a:rPr lang="en-US"/>
            </a:br>
            <a:r>
              <a:rPr lang="en-US"/>
              <a:t>Blue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BBDEC133-91F8-98FE-DF2D-3917EC311D68}"/>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2"/>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74E202C-D42A-664B-A387-688ED861096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024626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 Plu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55971" cy="1229360"/>
          </a:xfrm>
        </p:spPr>
        <p:txBody>
          <a:bodyPr wrap="square" anchor="b"/>
          <a:lstStyle>
            <a:lvl1pPr algn="l">
              <a:defRPr sz="3600" b="0" cap="none" baseline="0">
                <a:solidFill>
                  <a:schemeClr val="accent2"/>
                </a:solidFill>
              </a:defRPr>
            </a:lvl1pPr>
          </a:lstStyle>
          <a:p>
            <a:r>
              <a:rPr lang="en-US"/>
              <a:t>Section Title Option 3 </a:t>
            </a:r>
            <a:br>
              <a:rPr lang="en-US"/>
            </a:br>
            <a:r>
              <a:rPr lang="en-US"/>
              <a:t>Purple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4211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8424C6A4-7F55-9842-969F-317F913DCB9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D43FD454-1DEA-D13A-0DE1-B9CABA1ED1FE}"/>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5"/>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8424C6A4-7F55-9842-969F-317F913DCB9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521980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 Header – Aqua - RBLF">
    <p:spTree>
      <p:nvGrpSpPr>
        <p:cNvPr id="1" name=""/>
        <p:cNvGrpSpPr/>
        <p:nvPr/>
      </p:nvGrpSpPr>
      <p:grpSpPr>
        <a:xfrm>
          <a:off x="0" y="0"/>
          <a:ext cx="0" cy="0"/>
          <a:chOff x="0" y="0"/>
          <a:chExt cx="0" cy="0"/>
        </a:xfrm>
      </p:grpSpPr>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BBDEC133-91F8-98FE-DF2D-3917EC311D68}"/>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2"/>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74E202C-D42A-664B-A387-688ED861096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3" name="Freeform 17">
            <a:extLst>
              <a:ext uri="{FF2B5EF4-FFF2-40B4-BE49-F238E27FC236}">
                <a16:creationId xmlns:a16="http://schemas.microsoft.com/office/drawing/2014/main" id="{AA8AB603-8151-B92A-7BB6-D43CB0D7CBEC}"/>
              </a:ext>
            </a:extLst>
          </p:cNvPr>
          <p:cNvSpPr/>
          <p:nvPr userDrawn="1"/>
        </p:nvSpPr>
        <p:spPr>
          <a:xfrm>
            <a:off x="804256" y="1630700"/>
            <a:ext cx="5930781" cy="1234713"/>
          </a:xfrm>
          <a:custGeom>
            <a:avLst/>
            <a:gdLst>
              <a:gd name="connsiteX0" fmla="*/ 0 w 3431443"/>
              <a:gd name="connsiteY0" fmla="*/ 0 h 635534"/>
              <a:gd name="connsiteX1" fmla="*/ 1144128 w 3431443"/>
              <a:gd name="connsiteY1" fmla="*/ 0 h 635534"/>
              <a:gd name="connsiteX2" fmla="*/ 1255762 w 3431443"/>
              <a:gd name="connsiteY2" fmla="*/ 0 h 635534"/>
              <a:gd name="connsiteX3" fmla="*/ 1409044 w 3431443"/>
              <a:gd name="connsiteY3" fmla="*/ 0 h 635534"/>
              <a:gd name="connsiteX4" fmla="*/ 3151090 w 3431443"/>
              <a:gd name="connsiteY4" fmla="*/ 0 h 635534"/>
              <a:gd name="connsiteX5" fmla="*/ 3262725 w 3431443"/>
              <a:gd name="connsiteY5" fmla="*/ 0 h 635534"/>
              <a:gd name="connsiteX6" fmla="*/ 3416007 w 3431443"/>
              <a:gd name="connsiteY6" fmla="*/ 0 h 635534"/>
              <a:gd name="connsiteX7" fmla="*/ 3426902 w 3431443"/>
              <a:gd name="connsiteY7" fmla="*/ 26300 h 635534"/>
              <a:gd name="connsiteX8" fmla="*/ 2862779 w 3431443"/>
              <a:gd name="connsiteY8" fmla="*/ 590421 h 635534"/>
              <a:gd name="connsiteX9" fmla="*/ 2753853 w 3431443"/>
              <a:gd name="connsiteY9" fmla="*/ 635534 h 635534"/>
              <a:gd name="connsiteX10" fmla="*/ 2488937 w 3431443"/>
              <a:gd name="connsiteY10" fmla="*/ 635534 h 635534"/>
              <a:gd name="connsiteX11" fmla="*/ 746891 w 3431443"/>
              <a:gd name="connsiteY11" fmla="*/ 635534 h 635534"/>
              <a:gd name="connsiteX12" fmla="*/ 481974 w 3431443"/>
              <a:gd name="connsiteY12" fmla="*/ 635534 h 635534"/>
              <a:gd name="connsiteX13" fmla="*/ 0 w 3431443"/>
              <a:gd name="connsiteY13" fmla="*/ 635534 h 635534"/>
              <a:gd name="connsiteX14" fmla="*/ 0 w 3431443"/>
              <a:gd name="connsiteY14" fmla="*/ 0 h 635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1443" h="635534">
                <a:moveTo>
                  <a:pt x="0" y="0"/>
                </a:moveTo>
                <a:lnTo>
                  <a:pt x="1144128" y="0"/>
                </a:lnTo>
                <a:lnTo>
                  <a:pt x="1255762" y="0"/>
                </a:lnTo>
                <a:lnTo>
                  <a:pt x="1409044" y="0"/>
                </a:lnTo>
                <a:lnTo>
                  <a:pt x="3151090" y="0"/>
                </a:lnTo>
                <a:lnTo>
                  <a:pt x="3262725" y="0"/>
                </a:lnTo>
                <a:lnTo>
                  <a:pt x="3416007" y="0"/>
                </a:lnTo>
                <a:cubicBezTo>
                  <a:pt x="3429726" y="0"/>
                  <a:pt x="3436607" y="16595"/>
                  <a:pt x="3426902" y="26300"/>
                </a:cubicBezTo>
                <a:lnTo>
                  <a:pt x="2862779" y="590421"/>
                </a:lnTo>
                <a:cubicBezTo>
                  <a:pt x="2833892" y="619309"/>
                  <a:pt x="2794715" y="635534"/>
                  <a:pt x="2753853" y="635534"/>
                </a:cubicBezTo>
                <a:lnTo>
                  <a:pt x="2488937" y="635534"/>
                </a:lnTo>
                <a:lnTo>
                  <a:pt x="746891" y="635534"/>
                </a:lnTo>
                <a:lnTo>
                  <a:pt x="481974" y="635534"/>
                </a:lnTo>
                <a:lnTo>
                  <a:pt x="0" y="635534"/>
                </a:lnTo>
                <a:lnTo>
                  <a:pt x="0" y="0"/>
                </a:lnTo>
                <a:close/>
              </a:path>
            </a:pathLst>
          </a:custGeom>
          <a:gradFill>
            <a:gsLst>
              <a:gs pos="0">
                <a:srgbClr val="0098C7">
                  <a:alpha val="24705"/>
                </a:srgbClr>
              </a:gs>
              <a:gs pos="99000">
                <a:srgbClr val="005C8A">
                  <a:alpha val="24705"/>
                </a:srgbClr>
              </a:gs>
              <a:gs pos="100000">
                <a:srgbClr val="005C8A">
                  <a:alpha val="24705"/>
                </a:srgbClr>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 name="Freeform 8">
            <a:extLst>
              <a:ext uri="{FF2B5EF4-FFF2-40B4-BE49-F238E27FC236}">
                <a16:creationId xmlns:a16="http://schemas.microsoft.com/office/drawing/2014/main" id="{A985BF41-1393-853F-6DDF-DD489DE2FE8F}"/>
              </a:ext>
            </a:extLst>
          </p:cNvPr>
          <p:cNvSpPr/>
          <p:nvPr userDrawn="1"/>
        </p:nvSpPr>
        <p:spPr>
          <a:xfrm>
            <a:off x="0" y="1322675"/>
            <a:ext cx="6667828" cy="1645919"/>
          </a:xfrm>
          <a:custGeom>
            <a:avLst/>
            <a:gdLst>
              <a:gd name="connsiteX0" fmla="*/ 0 w 3205327"/>
              <a:gd name="connsiteY0" fmla="*/ 0 h 731416"/>
              <a:gd name="connsiteX1" fmla="*/ 572932 w 3205327"/>
              <a:gd name="connsiteY1" fmla="*/ 0 h 731416"/>
              <a:gd name="connsiteX2" fmla="*/ 701409 w 3205327"/>
              <a:gd name="connsiteY2" fmla="*/ 0 h 731416"/>
              <a:gd name="connsiteX3" fmla="*/ 877816 w 3205327"/>
              <a:gd name="connsiteY3" fmla="*/ 0 h 731416"/>
              <a:gd name="connsiteX4" fmla="*/ 2882678 w 3205327"/>
              <a:gd name="connsiteY4" fmla="*/ 0 h 731416"/>
              <a:gd name="connsiteX5" fmla="*/ 3011155 w 3205327"/>
              <a:gd name="connsiteY5" fmla="*/ 0 h 731416"/>
              <a:gd name="connsiteX6" fmla="*/ 3187562 w 3205327"/>
              <a:gd name="connsiteY6" fmla="*/ 0 h 731416"/>
              <a:gd name="connsiteX7" fmla="*/ 3200101 w 3205327"/>
              <a:gd name="connsiteY7" fmla="*/ 30268 h 731416"/>
              <a:gd name="connsiteX8" fmla="*/ 2550871 w 3205327"/>
              <a:gd name="connsiteY8" fmla="*/ 679497 h 731416"/>
              <a:gd name="connsiteX9" fmla="*/ 2425512 w 3205327"/>
              <a:gd name="connsiteY9" fmla="*/ 731416 h 731416"/>
              <a:gd name="connsiteX10" fmla="*/ 2120628 w 3205327"/>
              <a:gd name="connsiteY10" fmla="*/ 731416 h 731416"/>
              <a:gd name="connsiteX11" fmla="*/ 115766 w 3205327"/>
              <a:gd name="connsiteY11" fmla="*/ 731416 h 731416"/>
              <a:gd name="connsiteX12" fmla="*/ 0 w 3205327"/>
              <a:gd name="connsiteY12" fmla="*/ 731416 h 731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05327" h="731416">
                <a:moveTo>
                  <a:pt x="0" y="0"/>
                </a:moveTo>
                <a:lnTo>
                  <a:pt x="572932" y="0"/>
                </a:lnTo>
                <a:lnTo>
                  <a:pt x="701409" y="0"/>
                </a:lnTo>
                <a:lnTo>
                  <a:pt x="877816" y="0"/>
                </a:lnTo>
                <a:lnTo>
                  <a:pt x="2882678" y="0"/>
                </a:lnTo>
                <a:lnTo>
                  <a:pt x="3011155" y="0"/>
                </a:lnTo>
                <a:lnTo>
                  <a:pt x="3187562" y="0"/>
                </a:lnTo>
                <a:cubicBezTo>
                  <a:pt x="3203351" y="0"/>
                  <a:pt x="3211270" y="19099"/>
                  <a:pt x="3200101" y="30268"/>
                </a:cubicBezTo>
                <a:lnTo>
                  <a:pt x="2550871" y="679497"/>
                </a:lnTo>
                <a:cubicBezTo>
                  <a:pt x="2517626" y="712743"/>
                  <a:pt x="2472538" y="731416"/>
                  <a:pt x="2425512" y="731416"/>
                </a:cubicBezTo>
                <a:lnTo>
                  <a:pt x="2120628" y="731416"/>
                </a:lnTo>
                <a:lnTo>
                  <a:pt x="115766" y="731416"/>
                </a:lnTo>
                <a:lnTo>
                  <a:pt x="0" y="731416"/>
                </a:lnTo>
                <a:close/>
              </a:path>
            </a:pathLst>
          </a:custGeom>
          <a:gradFill>
            <a:gsLst>
              <a:gs pos="0">
                <a:schemeClr val="accent3"/>
              </a:gs>
              <a:gs pos="36000">
                <a:schemeClr val="accent2"/>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bg1"/>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Tree>
    <p:extLst>
      <p:ext uri="{BB962C8B-B14F-4D97-AF65-F5344CB8AC3E}">
        <p14:creationId xmlns:p14="http://schemas.microsoft.com/office/powerpoint/2010/main" val="225015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Section Header – Aqua - RBLF - Photo">
    <p:spTree>
      <p:nvGrpSpPr>
        <p:cNvPr id="1" name=""/>
        <p:cNvGrpSpPr/>
        <p:nvPr/>
      </p:nvGrpSpPr>
      <p:grpSpPr>
        <a:xfrm>
          <a:off x="0" y="0"/>
          <a:ext cx="0" cy="0"/>
          <a:chOff x="0" y="0"/>
          <a:chExt cx="0" cy="0"/>
        </a:xfrm>
      </p:grpSpPr>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6" name="page number">
            <a:extLst>
              <a:ext uri="{FF2B5EF4-FFF2-40B4-BE49-F238E27FC236}">
                <a16:creationId xmlns:a16="http://schemas.microsoft.com/office/drawing/2014/main" id="{274E202C-D42A-664B-A387-688ED861096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3" name="Freeform 17">
            <a:extLst>
              <a:ext uri="{FF2B5EF4-FFF2-40B4-BE49-F238E27FC236}">
                <a16:creationId xmlns:a16="http://schemas.microsoft.com/office/drawing/2014/main" id="{AA8AB603-8151-B92A-7BB6-D43CB0D7CBEC}"/>
              </a:ext>
            </a:extLst>
          </p:cNvPr>
          <p:cNvSpPr/>
          <p:nvPr userDrawn="1"/>
        </p:nvSpPr>
        <p:spPr>
          <a:xfrm>
            <a:off x="804256" y="1630700"/>
            <a:ext cx="5930781" cy="1234713"/>
          </a:xfrm>
          <a:custGeom>
            <a:avLst/>
            <a:gdLst>
              <a:gd name="connsiteX0" fmla="*/ 0 w 3431443"/>
              <a:gd name="connsiteY0" fmla="*/ 0 h 635534"/>
              <a:gd name="connsiteX1" fmla="*/ 1144128 w 3431443"/>
              <a:gd name="connsiteY1" fmla="*/ 0 h 635534"/>
              <a:gd name="connsiteX2" fmla="*/ 1255762 w 3431443"/>
              <a:gd name="connsiteY2" fmla="*/ 0 h 635534"/>
              <a:gd name="connsiteX3" fmla="*/ 1409044 w 3431443"/>
              <a:gd name="connsiteY3" fmla="*/ 0 h 635534"/>
              <a:gd name="connsiteX4" fmla="*/ 3151090 w 3431443"/>
              <a:gd name="connsiteY4" fmla="*/ 0 h 635534"/>
              <a:gd name="connsiteX5" fmla="*/ 3262725 w 3431443"/>
              <a:gd name="connsiteY5" fmla="*/ 0 h 635534"/>
              <a:gd name="connsiteX6" fmla="*/ 3416007 w 3431443"/>
              <a:gd name="connsiteY6" fmla="*/ 0 h 635534"/>
              <a:gd name="connsiteX7" fmla="*/ 3426902 w 3431443"/>
              <a:gd name="connsiteY7" fmla="*/ 26300 h 635534"/>
              <a:gd name="connsiteX8" fmla="*/ 2862779 w 3431443"/>
              <a:gd name="connsiteY8" fmla="*/ 590421 h 635534"/>
              <a:gd name="connsiteX9" fmla="*/ 2753853 w 3431443"/>
              <a:gd name="connsiteY9" fmla="*/ 635534 h 635534"/>
              <a:gd name="connsiteX10" fmla="*/ 2488937 w 3431443"/>
              <a:gd name="connsiteY10" fmla="*/ 635534 h 635534"/>
              <a:gd name="connsiteX11" fmla="*/ 746891 w 3431443"/>
              <a:gd name="connsiteY11" fmla="*/ 635534 h 635534"/>
              <a:gd name="connsiteX12" fmla="*/ 481974 w 3431443"/>
              <a:gd name="connsiteY12" fmla="*/ 635534 h 635534"/>
              <a:gd name="connsiteX13" fmla="*/ 0 w 3431443"/>
              <a:gd name="connsiteY13" fmla="*/ 635534 h 635534"/>
              <a:gd name="connsiteX14" fmla="*/ 0 w 3431443"/>
              <a:gd name="connsiteY14" fmla="*/ 0 h 635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1443" h="635534">
                <a:moveTo>
                  <a:pt x="0" y="0"/>
                </a:moveTo>
                <a:lnTo>
                  <a:pt x="1144128" y="0"/>
                </a:lnTo>
                <a:lnTo>
                  <a:pt x="1255762" y="0"/>
                </a:lnTo>
                <a:lnTo>
                  <a:pt x="1409044" y="0"/>
                </a:lnTo>
                <a:lnTo>
                  <a:pt x="3151090" y="0"/>
                </a:lnTo>
                <a:lnTo>
                  <a:pt x="3262725" y="0"/>
                </a:lnTo>
                <a:lnTo>
                  <a:pt x="3416007" y="0"/>
                </a:lnTo>
                <a:cubicBezTo>
                  <a:pt x="3429726" y="0"/>
                  <a:pt x="3436607" y="16595"/>
                  <a:pt x="3426902" y="26300"/>
                </a:cubicBezTo>
                <a:lnTo>
                  <a:pt x="2862779" y="590421"/>
                </a:lnTo>
                <a:cubicBezTo>
                  <a:pt x="2833892" y="619309"/>
                  <a:pt x="2794715" y="635534"/>
                  <a:pt x="2753853" y="635534"/>
                </a:cubicBezTo>
                <a:lnTo>
                  <a:pt x="2488937" y="635534"/>
                </a:lnTo>
                <a:lnTo>
                  <a:pt x="746891" y="635534"/>
                </a:lnTo>
                <a:lnTo>
                  <a:pt x="481974" y="635534"/>
                </a:lnTo>
                <a:lnTo>
                  <a:pt x="0" y="635534"/>
                </a:lnTo>
                <a:lnTo>
                  <a:pt x="0" y="0"/>
                </a:lnTo>
                <a:close/>
              </a:path>
            </a:pathLst>
          </a:custGeom>
          <a:gradFill>
            <a:gsLst>
              <a:gs pos="0">
                <a:srgbClr val="0098C7">
                  <a:alpha val="24705"/>
                </a:srgbClr>
              </a:gs>
              <a:gs pos="99000">
                <a:srgbClr val="005C8A">
                  <a:alpha val="24705"/>
                </a:srgbClr>
              </a:gs>
              <a:gs pos="100000">
                <a:srgbClr val="005C8A">
                  <a:alpha val="24705"/>
                </a:srgbClr>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 name="Freeform 8">
            <a:extLst>
              <a:ext uri="{FF2B5EF4-FFF2-40B4-BE49-F238E27FC236}">
                <a16:creationId xmlns:a16="http://schemas.microsoft.com/office/drawing/2014/main" id="{A985BF41-1393-853F-6DDF-DD489DE2FE8F}"/>
              </a:ext>
            </a:extLst>
          </p:cNvPr>
          <p:cNvSpPr/>
          <p:nvPr userDrawn="1"/>
        </p:nvSpPr>
        <p:spPr>
          <a:xfrm>
            <a:off x="0" y="1322675"/>
            <a:ext cx="6667828" cy="1645919"/>
          </a:xfrm>
          <a:custGeom>
            <a:avLst/>
            <a:gdLst>
              <a:gd name="connsiteX0" fmla="*/ 0 w 3205327"/>
              <a:gd name="connsiteY0" fmla="*/ 0 h 731416"/>
              <a:gd name="connsiteX1" fmla="*/ 572932 w 3205327"/>
              <a:gd name="connsiteY1" fmla="*/ 0 h 731416"/>
              <a:gd name="connsiteX2" fmla="*/ 701409 w 3205327"/>
              <a:gd name="connsiteY2" fmla="*/ 0 h 731416"/>
              <a:gd name="connsiteX3" fmla="*/ 877816 w 3205327"/>
              <a:gd name="connsiteY3" fmla="*/ 0 h 731416"/>
              <a:gd name="connsiteX4" fmla="*/ 2882678 w 3205327"/>
              <a:gd name="connsiteY4" fmla="*/ 0 h 731416"/>
              <a:gd name="connsiteX5" fmla="*/ 3011155 w 3205327"/>
              <a:gd name="connsiteY5" fmla="*/ 0 h 731416"/>
              <a:gd name="connsiteX6" fmla="*/ 3187562 w 3205327"/>
              <a:gd name="connsiteY6" fmla="*/ 0 h 731416"/>
              <a:gd name="connsiteX7" fmla="*/ 3200101 w 3205327"/>
              <a:gd name="connsiteY7" fmla="*/ 30268 h 731416"/>
              <a:gd name="connsiteX8" fmla="*/ 2550871 w 3205327"/>
              <a:gd name="connsiteY8" fmla="*/ 679497 h 731416"/>
              <a:gd name="connsiteX9" fmla="*/ 2425512 w 3205327"/>
              <a:gd name="connsiteY9" fmla="*/ 731416 h 731416"/>
              <a:gd name="connsiteX10" fmla="*/ 2120628 w 3205327"/>
              <a:gd name="connsiteY10" fmla="*/ 731416 h 731416"/>
              <a:gd name="connsiteX11" fmla="*/ 115766 w 3205327"/>
              <a:gd name="connsiteY11" fmla="*/ 731416 h 731416"/>
              <a:gd name="connsiteX12" fmla="*/ 0 w 3205327"/>
              <a:gd name="connsiteY12" fmla="*/ 731416 h 731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05327" h="731416">
                <a:moveTo>
                  <a:pt x="0" y="0"/>
                </a:moveTo>
                <a:lnTo>
                  <a:pt x="572932" y="0"/>
                </a:lnTo>
                <a:lnTo>
                  <a:pt x="701409" y="0"/>
                </a:lnTo>
                <a:lnTo>
                  <a:pt x="877816" y="0"/>
                </a:lnTo>
                <a:lnTo>
                  <a:pt x="2882678" y="0"/>
                </a:lnTo>
                <a:lnTo>
                  <a:pt x="3011155" y="0"/>
                </a:lnTo>
                <a:lnTo>
                  <a:pt x="3187562" y="0"/>
                </a:lnTo>
                <a:cubicBezTo>
                  <a:pt x="3203351" y="0"/>
                  <a:pt x="3211270" y="19099"/>
                  <a:pt x="3200101" y="30268"/>
                </a:cubicBezTo>
                <a:lnTo>
                  <a:pt x="2550871" y="679497"/>
                </a:lnTo>
                <a:cubicBezTo>
                  <a:pt x="2517626" y="712743"/>
                  <a:pt x="2472538" y="731416"/>
                  <a:pt x="2425512" y="731416"/>
                </a:cubicBezTo>
                <a:lnTo>
                  <a:pt x="2120628" y="731416"/>
                </a:lnTo>
                <a:lnTo>
                  <a:pt x="115766" y="731416"/>
                </a:lnTo>
                <a:lnTo>
                  <a:pt x="0" y="731416"/>
                </a:lnTo>
                <a:close/>
              </a:path>
            </a:pathLst>
          </a:custGeom>
          <a:gradFill>
            <a:gsLst>
              <a:gs pos="0">
                <a:schemeClr val="accent3"/>
              </a:gs>
              <a:gs pos="36000">
                <a:schemeClr val="accent2"/>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bg1"/>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Tree>
    <p:extLst>
      <p:ext uri="{BB962C8B-B14F-4D97-AF65-F5344CB8AC3E}">
        <p14:creationId xmlns:p14="http://schemas.microsoft.com/office/powerpoint/2010/main" val="2038385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Section Header – Photo">
    <p:bg>
      <p:bgPr>
        <a:solidFill>
          <a:schemeClr val="bg1"/>
        </a:solidFill>
        <a:effectLst/>
      </p:bgPr>
    </p:bg>
    <p:spTree>
      <p:nvGrpSpPr>
        <p:cNvPr id="1" name=""/>
        <p:cNvGrpSpPr/>
        <p:nvPr/>
      </p:nvGrpSpPr>
      <p:grpSpPr>
        <a:xfrm>
          <a:off x="0" y="0"/>
          <a:ext cx="0" cy="0"/>
          <a:chOff x="0" y="0"/>
          <a:chExt cx="0" cy="0"/>
        </a:xfrm>
      </p:grpSpPr>
      <p:pic>
        <p:nvPicPr>
          <p:cNvPr id="20" name="Picture 19" descr="A blue sky with white clouds&#10;&#10;Description automatically generated">
            <a:extLst>
              <a:ext uri="{FF2B5EF4-FFF2-40B4-BE49-F238E27FC236}">
                <a16:creationId xmlns:a16="http://schemas.microsoft.com/office/drawing/2014/main" id="{D1601FB6-7205-3D56-8322-782554EE923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21" name="Picture 20">
            <a:extLst>
              <a:ext uri="{FF2B5EF4-FFF2-40B4-BE49-F238E27FC236}">
                <a16:creationId xmlns:a16="http://schemas.microsoft.com/office/drawing/2014/main" id="{4FB41C97-3B72-BBBF-039B-56D8186F8F96}"/>
              </a:ext>
            </a:extLst>
          </p:cNvPr>
          <p:cNvPicPr>
            <a:picLocks noChangeAspect="1"/>
          </p:cNvPicPr>
          <p:nvPr/>
        </p:nvPicPr>
        <p:blipFill>
          <a:blip r:embed="rId3"/>
          <a:stretch>
            <a:fillRect/>
          </a:stretch>
        </p:blipFill>
        <p:spPr>
          <a:xfrm>
            <a:off x="879" y="-496"/>
            <a:ext cx="12187945" cy="6858495"/>
          </a:xfrm>
          <a:prstGeom prst="rect">
            <a:avLst/>
          </a:prstGeom>
        </p:spPr>
      </p:pic>
      <p:sp>
        <p:nvSpPr>
          <p:cNvPr id="15" name="Freeform: Shape 14">
            <a:extLst>
              <a:ext uri="{FF2B5EF4-FFF2-40B4-BE49-F238E27FC236}">
                <a16:creationId xmlns:a16="http://schemas.microsoft.com/office/drawing/2014/main" id="{C417634E-D293-9DD1-5893-0DC6BD57B448}"/>
              </a:ext>
            </a:extLst>
          </p:cNvPr>
          <p:cNvSpPr/>
          <p:nvPr/>
        </p:nvSpPr>
        <p:spPr>
          <a:xfrm>
            <a:off x="5801096" y="1239062"/>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4"/>
              </a:gs>
            </a:gsLst>
            <a:lin ang="0" scaled="1"/>
          </a:gradFill>
          <a:ln w="0" cap="flat">
            <a:noFill/>
            <a:prstDash val="solid"/>
            <a:miter/>
          </a:ln>
        </p:spPr>
        <p:txBody>
          <a:bodyPr rtlCol="0" anchor="ctr"/>
          <a:lstStyle/>
          <a:p>
            <a:endParaRPr lang="en-US" dirty="0"/>
          </a:p>
        </p:txBody>
      </p:sp>
      <p:sp>
        <p:nvSpPr>
          <p:cNvPr id="17" name="Title 1">
            <a:extLst>
              <a:ext uri="{FF2B5EF4-FFF2-40B4-BE49-F238E27FC236}">
                <a16:creationId xmlns:a16="http://schemas.microsoft.com/office/drawing/2014/main" id="{2AC6091C-E947-4C0C-85B0-C87C084ACBB4}"/>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Section Title</a:t>
            </a:r>
            <a:br>
              <a:rPr lang="en-US" dirty="0"/>
            </a:br>
            <a:r>
              <a:rPr lang="en-US" dirty="0"/>
              <a:t>with photo</a:t>
            </a:r>
          </a:p>
        </p:txBody>
      </p:sp>
      <p:sp>
        <p:nvSpPr>
          <p:cNvPr id="18" name="Subtitle">
            <a:extLst>
              <a:ext uri="{FF2B5EF4-FFF2-40B4-BE49-F238E27FC236}">
                <a16:creationId xmlns:a16="http://schemas.microsoft.com/office/drawing/2014/main" id="{A2044BBD-0109-43FF-A52D-8FA2841A4DF6}"/>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4" name="TextBox 3">
            <a:extLst>
              <a:ext uri="{FF2B5EF4-FFF2-40B4-BE49-F238E27FC236}">
                <a16:creationId xmlns:a16="http://schemas.microsoft.com/office/drawing/2014/main" id="{5C20FE76-7A87-7399-596D-E0FEF058B0CD}"/>
              </a:ext>
            </a:extLst>
          </p:cNvPr>
          <p:cNvSpPr txBox="1"/>
          <p:nvPr/>
        </p:nvSpPr>
        <p:spPr>
          <a:xfrm>
            <a:off x="1645084" y="6461498"/>
            <a:ext cx="2806859" cy="125484"/>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Broadcom Proprietary and Confidential. Copyright © 2024 Broadcom.  </a:t>
            </a:r>
          </a:p>
        </p:txBody>
      </p:sp>
      <p:grpSp>
        <p:nvGrpSpPr>
          <p:cNvPr id="6" name="Graphic 8">
            <a:extLst>
              <a:ext uri="{FF2B5EF4-FFF2-40B4-BE49-F238E27FC236}">
                <a16:creationId xmlns:a16="http://schemas.microsoft.com/office/drawing/2014/main" id="{5FB75E1E-5ECF-39E5-683F-83EA2E7C5F92}"/>
              </a:ext>
            </a:extLst>
          </p:cNvPr>
          <p:cNvGrpSpPr/>
          <p:nvPr/>
        </p:nvGrpSpPr>
        <p:grpSpPr>
          <a:xfrm>
            <a:off x="265625" y="6323271"/>
            <a:ext cx="1249223" cy="369648"/>
            <a:chOff x="265625" y="6323271"/>
            <a:chExt cx="1249223" cy="369648"/>
          </a:xfrm>
          <a:solidFill>
            <a:srgbClr val="000000"/>
          </a:solidFill>
        </p:grpSpPr>
        <p:grpSp>
          <p:nvGrpSpPr>
            <p:cNvPr id="7" name="Graphic 8">
              <a:extLst>
                <a:ext uri="{FF2B5EF4-FFF2-40B4-BE49-F238E27FC236}">
                  <a16:creationId xmlns:a16="http://schemas.microsoft.com/office/drawing/2014/main" id="{A736F19C-96C1-E942-EC49-229F7A3B68F2}"/>
                </a:ext>
              </a:extLst>
            </p:cNvPr>
            <p:cNvGrpSpPr/>
            <p:nvPr/>
          </p:nvGrpSpPr>
          <p:grpSpPr>
            <a:xfrm>
              <a:off x="745455" y="6594444"/>
              <a:ext cx="722662" cy="98475"/>
              <a:chOff x="745455" y="6594444"/>
              <a:chExt cx="722662" cy="98475"/>
            </a:xfrm>
            <a:solidFill>
              <a:srgbClr val="000000"/>
            </a:solidFill>
          </p:grpSpPr>
          <p:sp>
            <p:nvSpPr>
              <p:cNvPr id="26" name="Freeform 25">
                <a:extLst>
                  <a:ext uri="{FF2B5EF4-FFF2-40B4-BE49-F238E27FC236}">
                    <a16:creationId xmlns:a16="http://schemas.microsoft.com/office/drawing/2014/main" id="{EB1A2322-1B68-222D-5C7B-21BC4BC5E9B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E3142B55-436D-ED55-5414-22B3121F6B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A95B898B-465D-B4F2-6571-A666D3CD81E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A6885C5F-AB44-9AFC-AF3D-CFDB30C3574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2ABC8F96-B643-EE7D-4B62-9CBDC7BFD07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42B7B857-129B-BC06-1EE1-5C3BC6B5267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33" name="Freeform 32">
                <a:extLst>
                  <a:ext uri="{FF2B5EF4-FFF2-40B4-BE49-F238E27FC236}">
                    <a16:creationId xmlns:a16="http://schemas.microsoft.com/office/drawing/2014/main" id="{DE7871B6-7C77-63CC-29EB-8804C9EC800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4" name="Freeform 33">
                <a:extLst>
                  <a:ext uri="{FF2B5EF4-FFF2-40B4-BE49-F238E27FC236}">
                    <a16:creationId xmlns:a16="http://schemas.microsoft.com/office/drawing/2014/main" id="{5CACC287-3144-5F41-8878-740F834ADF8A}"/>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5" name="Freeform 34">
                <a:extLst>
                  <a:ext uri="{FF2B5EF4-FFF2-40B4-BE49-F238E27FC236}">
                    <a16:creationId xmlns:a16="http://schemas.microsoft.com/office/drawing/2014/main" id="{F8C02031-CB2A-138B-7806-B09A9CE926C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6" name="Freeform 35">
                <a:extLst>
                  <a:ext uri="{FF2B5EF4-FFF2-40B4-BE49-F238E27FC236}">
                    <a16:creationId xmlns:a16="http://schemas.microsoft.com/office/drawing/2014/main" id="{78B31A38-6074-8D62-E841-01F7C003A861}"/>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8" name="Graphic 8">
              <a:extLst>
                <a:ext uri="{FF2B5EF4-FFF2-40B4-BE49-F238E27FC236}">
                  <a16:creationId xmlns:a16="http://schemas.microsoft.com/office/drawing/2014/main" id="{77DD52C8-412A-7D6C-40F7-9F9263703088}"/>
                </a:ext>
              </a:extLst>
            </p:cNvPr>
            <p:cNvGrpSpPr/>
            <p:nvPr/>
          </p:nvGrpSpPr>
          <p:grpSpPr>
            <a:xfrm>
              <a:off x="265625" y="6323271"/>
              <a:ext cx="1249223" cy="190348"/>
              <a:chOff x="265625" y="6323271"/>
              <a:chExt cx="1249223" cy="190348"/>
            </a:xfrm>
            <a:solidFill>
              <a:srgbClr val="000000"/>
            </a:solidFill>
          </p:grpSpPr>
          <p:sp>
            <p:nvSpPr>
              <p:cNvPr id="9" name="Freeform 8">
                <a:extLst>
                  <a:ext uri="{FF2B5EF4-FFF2-40B4-BE49-F238E27FC236}">
                    <a16:creationId xmlns:a16="http://schemas.microsoft.com/office/drawing/2014/main" id="{FA0598CE-0EFB-5D16-AD05-A617D8FD011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1B18338C-ED9F-9E96-D92B-177F967C7B3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1" name="Freeform 10">
                <a:extLst>
                  <a:ext uri="{FF2B5EF4-FFF2-40B4-BE49-F238E27FC236}">
                    <a16:creationId xmlns:a16="http://schemas.microsoft.com/office/drawing/2014/main" id="{49AA51AF-6364-0953-6B79-D6A5BB8E5A5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BA45DA74-A818-75F8-ADB4-89A89BB2FAA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7CCC9E1A-1D2F-F8A5-404B-348175CD2EA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866EE839-CF73-18CC-B4C4-9D7E5AFFDB1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0634225E-0119-0295-531B-BE94DFF783F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9" name="page number">
            <a:extLst>
              <a:ext uri="{FF2B5EF4-FFF2-40B4-BE49-F238E27FC236}">
                <a16:creationId xmlns:a16="http://schemas.microsoft.com/office/drawing/2014/main" id="{75CEFF6F-DEAE-124A-A7E8-4A2D776D0794}"/>
              </a:ext>
            </a:extLst>
          </p:cNvPr>
          <p:cNvSpPr txBox="1"/>
          <p:nvPr/>
        </p:nvSpPr>
        <p:spPr bwMode="white">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pic>
        <p:nvPicPr>
          <p:cNvPr id="30" name="Picture 29" descr="A blue sky with white clouds&#10;&#10;Description automatically generated">
            <a:extLst>
              <a:ext uri="{FF2B5EF4-FFF2-40B4-BE49-F238E27FC236}">
                <a16:creationId xmlns:a16="http://schemas.microsoft.com/office/drawing/2014/main" id="{D1601FB6-7205-3D56-8322-782554EE923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37" name="Picture 36">
            <a:extLst>
              <a:ext uri="{FF2B5EF4-FFF2-40B4-BE49-F238E27FC236}">
                <a16:creationId xmlns:a16="http://schemas.microsoft.com/office/drawing/2014/main" id="{4FB41C97-3B72-BBBF-039B-56D8186F8F96}"/>
              </a:ext>
            </a:extLst>
          </p:cNvPr>
          <p:cNvPicPr>
            <a:picLocks noChangeAspect="1"/>
          </p:cNvPicPr>
          <p:nvPr userDrawn="1"/>
        </p:nvPicPr>
        <p:blipFill>
          <a:blip r:embed="rId3"/>
          <a:stretch>
            <a:fillRect/>
          </a:stretch>
        </p:blipFill>
        <p:spPr>
          <a:xfrm>
            <a:off x="879" y="-496"/>
            <a:ext cx="12187945" cy="6858495"/>
          </a:xfrm>
          <a:prstGeom prst="rect">
            <a:avLst/>
          </a:prstGeom>
        </p:spPr>
      </p:pic>
      <p:sp>
        <p:nvSpPr>
          <p:cNvPr id="38" name="Freeform: Shape 14">
            <a:extLst>
              <a:ext uri="{FF2B5EF4-FFF2-40B4-BE49-F238E27FC236}">
                <a16:creationId xmlns:a16="http://schemas.microsoft.com/office/drawing/2014/main" id="{C417634E-D293-9DD1-5893-0DC6BD57B448}"/>
              </a:ext>
            </a:extLst>
          </p:cNvPr>
          <p:cNvSpPr/>
          <p:nvPr userDrawn="1"/>
        </p:nvSpPr>
        <p:spPr>
          <a:xfrm>
            <a:off x="5801096" y="1239062"/>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4"/>
              </a:gs>
            </a:gsLst>
            <a:lin ang="0" scaled="1"/>
          </a:gradFill>
          <a:ln w="0" cap="flat">
            <a:noFill/>
            <a:prstDash val="solid"/>
            <a:miter/>
          </a:ln>
        </p:spPr>
        <p:txBody>
          <a:bodyPr rtlCol="0" anchor="ctr"/>
          <a:lstStyle/>
          <a:p>
            <a:endParaRPr lang="en-US" dirty="0"/>
          </a:p>
        </p:txBody>
      </p:sp>
      <p:grpSp>
        <p:nvGrpSpPr>
          <p:cNvPr id="41" name="Graphic 8">
            <a:extLst>
              <a:ext uri="{FF2B5EF4-FFF2-40B4-BE49-F238E27FC236}">
                <a16:creationId xmlns:a16="http://schemas.microsoft.com/office/drawing/2014/main" id="{5FB75E1E-5ECF-39E5-683F-83EA2E7C5F92}"/>
              </a:ext>
            </a:extLst>
          </p:cNvPr>
          <p:cNvGrpSpPr/>
          <p:nvPr userDrawn="1"/>
        </p:nvGrpSpPr>
        <p:grpSpPr>
          <a:xfrm>
            <a:off x="265625" y="6323271"/>
            <a:ext cx="1249223" cy="369648"/>
            <a:chOff x="265625" y="6323271"/>
            <a:chExt cx="1249223" cy="369648"/>
          </a:xfrm>
          <a:solidFill>
            <a:srgbClr val="000000"/>
          </a:solidFill>
        </p:grpSpPr>
        <p:grpSp>
          <p:nvGrpSpPr>
            <p:cNvPr id="42" name="Graphic 8">
              <a:extLst>
                <a:ext uri="{FF2B5EF4-FFF2-40B4-BE49-F238E27FC236}">
                  <a16:creationId xmlns:a16="http://schemas.microsoft.com/office/drawing/2014/main" id="{A736F19C-96C1-E942-EC49-229F7A3B68F2}"/>
                </a:ext>
              </a:extLst>
            </p:cNvPr>
            <p:cNvGrpSpPr/>
            <p:nvPr/>
          </p:nvGrpSpPr>
          <p:grpSpPr>
            <a:xfrm>
              <a:off x="745455" y="6594444"/>
              <a:ext cx="722662" cy="98475"/>
              <a:chOff x="745455" y="6594444"/>
              <a:chExt cx="722662" cy="98475"/>
            </a:xfrm>
            <a:solidFill>
              <a:srgbClr val="000000"/>
            </a:solidFill>
          </p:grpSpPr>
          <p:sp>
            <p:nvSpPr>
              <p:cNvPr id="51" name="Freeform 50">
                <a:extLst>
                  <a:ext uri="{FF2B5EF4-FFF2-40B4-BE49-F238E27FC236}">
                    <a16:creationId xmlns:a16="http://schemas.microsoft.com/office/drawing/2014/main" id="{EB1A2322-1B68-222D-5C7B-21BC4BC5E9B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E3142B55-436D-ED55-5414-22B3121F6B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A95B898B-465D-B4F2-6571-A666D3CD81E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A6885C5F-AB44-9AFC-AF3D-CFDB30C3574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ABC8F96-B643-EE7D-4B62-9CBDC7BFD07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42B7B857-129B-BC06-1EE1-5C3BC6B5267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DE7871B6-7C77-63CC-29EB-8804C9EC800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5CACC287-3144-5F41-8878-740F834ADF8A}"/>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F8C02031-CB2A-138B-7806-B09A9CE926C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78B31A38-6074-8D62-E841-01F7C003A861}"/>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3" name="Graphic 8">
              <a:extLst>
                <a:ext uri="{FF2B5EF4-FFF2-40B4-BE49-F238E27FC236}">
                  <a16:creationId xmlns:a16="http://schemas.microsoft.com/office/drawing/2014/main" id="{77DD52C8-412A-7D6C-40F7-9F9263703088}"/>
                </a:ext>
              </a:extLst>
            </p:cNvPr>
            <p:cNvGrpSpPr/>
            <p:nvPr/>
          </p:nvGrpSpPr>
          <p:grpSpPr>
            <a:xfrm>
              <a:off x="265625" y="6323271"/>
              <a:ext cx="1249223" cy="190348"/>
              <a:chOff x="265625" y="6323271"/>
              <a:chExt cx="1249223" cy="190348"/>
            </a:xfrm>
            <a:solidFill>
              <a:srgbClr val="000000"/>
            </a:solidFill>
          </p:grpSpPr>
          <p:sp>
            <p:nvSpPr>
              <p:cNvPr id="44" name="Freeform 43">
                <a:extLst>
                  <a:ext uri="{FF2B5EF4-FFF2-40B4-BE49-F238E27FC236}">
                    <a16:creationId xmlns:a16="http://schemas.microsoft.com/office/drawing/2014/main" id="{FA0598CE-0EFB-5D16-AD05-A617D8FD011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1B18338C-ED9F-9E96-D92B-177F967C7B3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49AA51AF-6364-0953-6B79-D6A5BB8E5A5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BA45DA74-A818-75F8-ADB4-89A89BB2FAA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7CCC9E1A-1D2F-F8A5-404B-348175CD2EA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866EE839-CF73-18CC-B4C4-9D7E5AFFDB1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0634225E-0119-0295-531B-BE94DFF783F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1" name="page number">
            <a:extLst>
              <a:ext uri="{FF2B5EF4-FFF2-40B4-BE49-F238E27FC236}">
                <a16:creationId xmlns:a16="http://schemas.microsoft.com/office/drawing/2014/main" id="{75CEFF6F-DEAE-124A-A7E8-4A2D776D0794}"/>
              </a:ext>
            </a:extLst>
          </p:cNvPr>
          <p:cNvSpPr txBox="1"/>
          <p:nvPr userDrawn="1"/>
        </p:nvSpPr>
        <p:spPr bwMode="white">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3" name="TextBox 2">
            <a:extLst>
              <a:ext uri="{FF2B5EF4-FFF2-40B4-BE49-F238E27FC236}">
                <a16:creationId xmlns:a16="http://schemas.microsoft.com/office/drawing/2014/main" id="{23947260-FA76-99A5-7F64-73F3D1395242}"/>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019298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Header - Big Photo">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4D51256C-8571-417A-8656-22A594F4B289}"/>
              </a:ext>
              <a:ext uri="{C183D7F6-B498-43B3-948B-1728B52AA6E4}">
                <adec:decorative xmlns:adec="http://schemas.microsoft.com/office/drawing/2017/decorative" val="1"/>
              </a:ext>
            </a:extLst>
          </p:cNvPr>
          <p:cNvSpPr/>
          <p:nvPr userDrawn="1"/>
        </p:nvSpPr>
        <p:spPr>
          <a:xfrm rot="2700000">
            <a:off x="298211" y="-4053279"/>
            <a:ext cx="6293364" cy="12454818"/>
          </a:xfrm>
          <a:custGeom>
            <a:avLst/>
            <a:gdLst>
              <a:gd name="connsiteX0" fmla="*/ 0 w 6293364"/>
              <a:gd name="connsiteY0" fmla="*/ 6293364 h 12454818"/>
              <a:gd name="connsiteX1" fmla="*/ 6293364 w 6293364"/>
              <a:gd name="connsiteY1" fmla="*/ 0 h 12454818"/>
              <a:gd name="connsiteX2" fmla="*/ 6293364 w 6293364"/>
              <a:gd name="connsiteY2" fmla="*/ 9715045 h 12454818"/>
              <a:gd name="connsiteX3" fmla="*/ 3553591 w 6293364"/>
              <a:gd name="connsiteY3" fmla="*/ 12454818 h 12454818"/>
              <a:gd name="connsiteX4" fmla="*/ 0 w 6293364"/>
              <a:gd name="connsiteY4" fmla="*/ 8901227 h 124548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3364" h="12454818">
                <a:moveTo>
                  <a:pt x="0" y="6293364"/>
                </a:moveTo>
                <a:lnTo>
                  <a:pt x="6293364" y="0"/>
                </a:lnTo>
                <a:lnTo>
                  <a:pt x="6293364" y="9715045"/>
                </a:lnTo>
                <a:lnTo>
                  <a:pt x="3553591" y="12454818"/>
                </a:lnTo>
                <a:lnTo>
                  <a:pt x="0" y="8901227"/>
                </a:lnTo>
                <a:close/>
              </a:path>
            </a:pathLst>
          </a:custGeom>
          <a:gradFill>
            <a:gsLst>
              <a:gs pos="0">
                <a:schemeClr val="bg1">
                  <a:alpha val="31000"/>
                </a:schemeClr>
              </a:gs>
              <a:gs pos="58000">
                <a:schemeClr val="bg1"/>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dirty="0">
              <a:solidFill>
                <a:schemeClr val="bg1"/>
              </a:solidFill>
            </a:endParaRPr>
          </a:p>
        </p:txBody>
      </p:sp>
      <p:grpSp>
        <p:nvGrpSpPr>
          <p:cNvPr id="3" name="Graphic 8">
            <a:extLst>
              <a:ext uri="{FF2B5EF4-FFF2-40B4-BE49-F238E27FC236}">
                <a16:creationId xmlns:a16="http://schemas.microsoft.com/office/drawing/2014/main" id="{B6C5F822-7E15-1E81-F25D-DF7ED279C3A7}"/>
              </a:ext>
            </a:extLst>
          </p:cNvPr>
          <p:cNvGrpSpPr/>
          <p:nvPr userDrawn="1"/>
        </p:nvGrpSpPr>
        <p:grpSpPr>
          <a:xfrm>
            <a:off x="265625" y="6323271"/>
            <a:ext cx="1249223" cy="369648"/>
            <a:chOff x="265625" y="6323271"/>
            <a:chExt cx="1249223" cy="369648"/>
          </a:xfrm>
          <a:solidFill>
            <a:schemeClr val="bg2">
              <a:lumMod val="25000"/>
            </a:schemeClr>
          </a:solidFill>
        </p:grpSpPr>
        <p:grpSp>
          <p:nvGrpSpPr>
            <p:cNvPr id="4" name="Graphic 8">
              <a:extLst>
                <a:ext uri="{FF2B5EF4-FFF2-40B4-BE49-F238E27FC236}">
                  <a16:creationId xmlns:a16="http://schemas.microsoft.com/office/drawing/2014/main" id="{050231E7-043E-DBC1-31D0-4D9FCE59EDF6}"/>
                </a:ext>
              </a:extLst>
            </p:cNvPr>
            <p:cNvGrpSpPr/>
            <p:nvPr/>
          </p:nvGrpSpPr>
          <p:grpSpPr>
            <a:xfrm>
              <a:off x="745455" y="6594444"/>
              <a:ext cx="722662" cy="98475"/>
              <a:chOff x="745455" y="6594444"/>
              <a:chExt cx="722662" cy="98475"/>
            </a:xfrm>
            <a:grpFill/>
          </p:grpSpPr>
          <p:sp>
            <p:nvSpPr>
              <p:cNvPr id="14" name="Freeform 25">
                <a:extLst>
                  <a:ext uri="{FF2B5EF4-FFF2-40B4-BE49-F238E27FC236}">
                    <a16:creationId xmlns:a16="http://schemas.microsoft.com/office/drawing/2014/main" id="{CC5F3555-CD13-4FBD-41DF-A3EDA7AEB39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p>
            </p:txBody>
          </p:sp>
          <p:sp>
            <p:nvSpPr>
              <p:cNvPr id="16" name="Freeform 26">
                <a:extLst>
                  <a:ext uri="{FF2B5EF4-FFF2-40B4-BE49-F238E27FC236}">
                    <a16:creationId xmlns:a16="http://schemas.microsoft.com/office/drawing/2014/main" id="{47767025-D836-AC70-A077-D8E864C3709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p>
            </p:txBody>
          </p:sp>
          <p:sp>
            <p:nvSpPr>
              <p:cNvPr id="18" name="Freeform 27">
                <a:extLst>
                  <a:ext uri="{FF2B5EF4-FFF2-40B4-BE49-F238E27FC236}">
                    <a16:creationId xmlns:a16="http://schemas.microsoft.com/office/drawing/2014/main" id="{B0EF6345-6417-63BA-9E28-D1DABC8BB68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p>
            </p:txBody>
          </p:sp>
          <p:sp>
            <p:nvSpPr>
              <p:cNvPr id="19" name="Freeform 28">
                <a:extLst>
                  <a:ext uri="{FF2B5EF4-FFF2-40B4-BE49-F238E27FC236}">
                    <a16:creationId xmlns:a16="http://schemas.microsoft.com/office/drawing/2014/main" id="{EB63E0E9-BA94-FDD1-2316-DC455A1DD655}"/>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p>
            </p:txBody>
          </p:sp>
          <p:sp>
            <p:nvSpPr>
              <p:cNvPr id="20" name="Freeform 30">
                <a:extLst>
                  <a:ext uri="{FF2B5EF4-FFF2-40B4-BE49-F238E27FC236}">
                    <a16:creationId xmlns:a16="http://schemas.microsoft.com/office/drawing/2014/main" id="{A4A79810-0D6F-5237-86DC-F893B3FEA31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p>
            </p:txBody>
          </p:sp>
          <p:sp>
            <p:nvSpPr>
              <p:cNvPr id="21" name="Freeform 31">
                <a:extLst>
                  <a:ext uri="{FF2B5EF4-FFF2-40B4-BE49-F238E27FC236}">
                    <a16:creationId xmlns:a16="http://schemas.microsoft.com/office/drawing/2014/main" id="{8B26C191-B8A5-EB3A-F0A9-7CF5F95C6E20}"/>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p>
            </p:txBody>
          </p:sp>
          <p:sp>
            <p:nvSpPr>
              <p:cNvPr id="22" name="Freeform 32">
                <a:extLst>
                  <a:ext uri="{FF2B5EF4-FFF2-40B4-BE49-F238E27FC236}">
                    <a16:creationId xmlns:a16="http://schemas.microsoft.com/office/drawing/2014/main" id="{5856E783-6D53-1E87-B1D5-32DB719E09BD}"/>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p>
            </p:txBody>
          </p:sp>
          <p:sp>
            <p:nvSpPr>
              <p:cNvPr id="23" name="Freeform 33">
                <a:extLst>
                  <a:ext uri="{FF2B5EF4-FFF2-40B4-BE49-F238E27FC236}">
                    <a16:creationId xmlns:a16="http://schemas.microsoft.com/office/drawing/2014/main" id="{558AA556-8B14-0A87-0A02-9A04B645035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p>
            </p:txBody>
          </p:sp>
          <p:sp>
            <p:nvSpPr>
              <p:cNvPr id="24" name="Freeform 34">
                <a:extLst>
                  <a:ext uri="{FF2B5EF4-FFF2-40B4-BE49-F238E27FC236}">
                    <a16:creationId xmlns:a16="http://schemas.microsoft.com/office/drawing/2014/main" id="{C43C98BB-4784-80EC-2DE9-86515BD84CF9}"/>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p>
            </p:txBody>
          </p:sp>
          <p:sp>
            <p:nvSpPr>
              <p:cNvPr id="25" name="Freeform 35">
                <a:extLst>
                  <a:ext uri="{FF2B5EF4-FFF2-40B4-BE49-F238E27FC236}">
                    <a16:creationId xmlns:a16="http://schemas.microsoft.com/office/drawing/2014/main" id="{0D5C17FF-3FFC-AF4F-FFA9-C244E3DBDE58}"/>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p>
            </p:txBody>
          </p:sp>
        </p:grpSp>
        <p:grpSp>
          <p:nvGrpSpPr>
            <p:cNvPr id="5" name="Graphic 8">
              <a:extLst>
                <a:ext uri="{FF2B5EF4-FFF2-40B4-BE49-F238E27FC236}">
                  <a16:creationId xmlns:a16="http://schemas.microsoft.com/office/drawing/2014/main" id="{CD75E61F-8EF9-D81D-3A64-1CE4DD75533C}"/>
                </a:ext>
              </a:extLst>
            </p:cNvPr>
            <p:cNvGrpSpPr/>
            <p:nvPr/>
          </p:nvGrpSpPr>
          <p:grpSpPr>
            <a:xfrm>
              <a:off x="265625" y="6323271"/>
              <a:ext cx="1249223" cy="190348"/>
              <a:chOff x="265625" y="6323271"/>
              <a:chExt cx="1249223" cy="190348"/>
            </a:xfrm>
            <a:grpFill/>
          </p:grpSpPr>
          <p:sp>
            <p:nvSpPr>
              <p:cNvPr id="6" name="Freeform 8">
                <a:extLst>
                  <a:ext uri="{FF2B5EF4-FFF2-40B4-BE49-F238E27FC236}">
                    <a16:creationId xmlns:a16="http://schemas.microsoft.com/office/drawing/2014/main" id="{8481F6A3-8FCB-9C64-7177-C878C6B5908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p>
            </p:txBody>
          </p:sp>
          <p:sp>
            <p:nvSpPr>
              <p:cNvPr id="7" name="Freeform 9">
                <a:extLst>
                  <a:ext uri="{FF2B5EF4-FFF2-40B4-BE49-F238E27FC236}">
                    <a16:creationId xmlns:a16="http://schemas.microsoft.com/office/drawing/2014/main" id="{1DDC6738-739D-E2F9-B369-1B6A494480E3}"/>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p>
            </p:txBody>
          </p:sp>
          <p:sp>
            <p:nvSpPr>
              <p:cNvPr id="9" name="Freeform 10">
                <a:extLst>
                  <a:ext uri="{FF2B5EF4-FFF2-40B4-BE49-F238E27FC236}">
                    <a16:creationId xmlns:a16="http://schemas.microsoft.com/office/drawing/2014/main" id="{BF228DE0-CA31-E23D-34DB-B8255B0B065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p>
            </p:txBody>
          </p:sp>
          <p:sp>
            <p:nvSpPr>
              <p:cNvPr id="10" name="Freeform 11">
                <a:extLst>
                  <a:ext uri="{FF2B5EF4-FFF2-40B4-BE49-F238E27FC236}">
                    <a16:creationId xmlns:a16="http://schemas.microsoft.com/office/drawing/2014/main" id="{4EC95BBC-AAEC-7BF9-41CE-6BE4F18B87C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p>
            </p:txBody>
          </p:sp>
          <p:sp>
            <p:nvSpPr>
              <p:cNvPr id="11" name="Freeform 12">
                <a:extLst>
                  <a:ext uri="{FF2B5EF4-FFF2-40B4-BE49-F238E27FC236}">
                    <a16:creationId xmlns:a16="http://schemas.microsoft.com/office/drawing/2014/main" id="{B70B1692-1818-F82A-303C-0E73DEAEF20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p>
            </p:txBody>
          </p:sp>
          <p:sp>
            <p:nvSpPr>
              <p:cNvPr id="12" name="Freeform 13">
                <a:extLst>
                  <a:ext uri="{FF2B5EF4-FFF2-40B4-BE49-F238E27FC236}">
                    <a16:creationId xmlns:a16="http://schemas.microsoft.com/office/drawing/2014/main" id="{25C284E4-4A7E-0464-F9D7-BA119CF55B1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p>
            </p:txBody>
          </p:sp>
          <p:sp>
            <p:nvSpPr>
              <p:cNvPr id="13" name="Freeform 24">
                <a:extLst>
                  <a:ext uri="{FF2B5EF4-FFF2-40B4-BE49-F238E27FC236}">
                    <a16:creationId xmlns:a16="http://schemas.microsoft.com/office/drawing/2014/main" id="{0B831A31-DEED-1DA0-2F6A-CFE84CFABDA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p>
            </p:txBody>
          </p:sp>
        </p:grpSp>
      </p:grpSp>
      <p:sp>
        <p:nvSpPr>
          <p:cNvPr id="26" name="page number">
            <a:extLst>
              <a:ext uri="{FF2B5EF4-FFF2-40B4-BE49-F238E27FC236}">
                <a16:creationId xmlns:a16="http://schemas.microsoft.com/office/drawing/2014/main" id="{98D4E5F4-4B93-9D10-4748-C1BAFD550BF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chemeClr val="bg1"/>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1"/>
              </a:solidFill>
              <a:effectLst/>
              <a:uLnTx/>
              <a:uFillTx/>
              <a:latin typeface="Arial" panose="020B0604020202020204" pitchFamily="34" charset="0"/>
              <a:ea typeface="Arial" panose="020B0604020202020204" pitchFamily="34" charset="0"/>
            </a:endParaRPr>
          </a:p>
        </p:txBody>
      </p:sp>
      <p:sp>
        <p:nvSpPr>
          <p:cNvPr id="2" name="Title 1">
            <a:extLst>
              <a:ext uri="{FF2B5EF4-FFF2-40B4-BE49-F238E27FC236}">
                <a16:creationId xmlns:a16="http://schemas.microsoft.com/office/drawing/2014/main" id="{B7CC1487-C9D3-FFF9-B797-3986FA4E3C97}"/>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Section Title</a:t>
            </a:r>
            <a:br>
              <a:rPr lang="en-US" dirty="0"/>
            </a:br>
            <a:r>
              <a:rPr lang="en-US" dirty="0"/>
              <a:t>with Photo</a:t>
            </a:r>
          </a:p>
        </p:txBody>
      </p:sp>
      <p:sp>
        <p:nvSpPr>
          <p:cNvPr id="15" name="Subtitle">
            <a:extLst>
              <a:ext uri="{FF2B5EF4-FFF2-40B4-BE49-F238E27FC236}">
                <a16:creationId xmlns:a16="http://schemas.microsoft.com/office/drawing/2014/main" id="{6366CB2A-8FF3-60D9-C71B-488AC884C780}"/>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Tree>
    <p:extLst>
      <p:ext uri="{BB962C8B-B14F-4D97-AF65-F5344CB8AC3E}">
        <p14:creationId xmlns:p14="http://schemas.microsoft.com/office/powerpoint/2010/main" val="2000700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Section Header – Aqua - VCF 9">
    <p:spTree>
      <p:nvGrpSpPr>
        <p:cNvPr id="1" name=""/>
        <p:cNvGrpSpPr/>
        <p:nvPr/>
      </p:nvGrpSpPr>
      <p:grpSpPr>
        <a:xfrm>
          <a:off x="0" y="0"/>
          <a:ext cx="0" cy="0"/>
          <a:chOff x="0" y="0"/>
          <a:chExt cx="0" cy="0"/>
        </a:xfrm>
      </p:grpSpPr>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6" name="page number">
            <a:extLst>
              <a:ext uri="{FF2B5EF4-FFF2-40B4-BE49-F238E27FC236}">
                <a16:creationId xmlns:a16="http://schemas.microsoft.com/office/drawing/2014/main" id="{274E202C-D42A-664B-A387-688ED861096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 name="Title 1"/>
          <p:cNvSpPr>
            <a:spLocks noGrp="1"/>
          </p:cNvSpPr>
          <p:nvPr>
            <p:ph type="title" hasCustomPrompt="1"/>
          </p:nvPr>
        </p:nvSpPr>
        <p:spPr>
          <a:xfrm>
            <a:off x="589107" y="938794"/>
            <a:ext cx="6587869" cy="1229360"/>
          </a:xfrm>
        </p:spPr>
        <p:txBody>
          <a:bodyPr wrap="square" anchor="b"/>
          <a:lstStyle>
            <a:lvl1pPr algn="l">
              <a:defRPr sz="40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pic>
        <p:nvPicPr>
          <p:cNvPr id="4" name="Picture 3" descr="A logo of a cloud computing system&#10;&#10;AI-generated content may be incorrect.">
            <a:extLst>
              <a:ext uri="{FF2B5EF4-FFF2-40B4-BE49-F238E27FC236}">
                <a16:creationId xmlns:a16="http://schemas.microsoft.com/office/drawing/2014/main" id="{426B88A1-F096-8B45-B00A-19D682059EAE}"/>
              </a:ext>
            </a:extLst>
          </p:cNvPr>
          <p:cNvPicPr>
            <a:picLocks noChangeAspect="1"/>
          </p:cNvPicPr>
          <p:nvPr userDrawn="1"/>
        </p:nvPicPr>
        <p:blipFill>
          <a:blip r:embed="rId2"/>
          <a:stretch>
            <a:fillRect/>
          </a:stretch>
        </p:blipFill>
        <p:spPr>
          <a:xfrm>
            <a:off x="5330825" y="0"/>
            <a:ext cx="6858000" cy="6858000"/>
          </a:xfrm>
          <a:prstGeom prst="rect">
            <a:avLst/>
          </a:prstGeom>
        </p:spPr>
      </p:pic>
      <p:sp>
        <p:nvSpPr>
          <p:cNvPr id="7" name="TextBox 6">
            <a:extLst>
              <a:ext uri="{FF2B5EF4-FFF2-40B4-BE49-F238E27FC236}">
                <a16:creationId xmlns:a16="http://schemas.microsoft.com/office/drawing/2014/main" id="{3B693DBA-1AF8-3509-8427-F09C1C08540D}"/>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grpSp>
        <p:nvGrpSpPr>
          <p:cNvPr id="8" name="Graphic 8">
            <a:extLst>
              <a:ext uri="{FF2B5EF4-FFF2-40B4-BE49-F238E27FC236}">
                <a16:creationId xmlns:a16="http://schemas.microsoft.com/office/drawing/2014/main" id="{BA41B683-B0AB-9D2B-E65C-4AB61AF90985}"/>
              </a:ext>
            </a:extLst>
          </p:cNvPr>
          <p:cNvGrpSpPr/>
          <p:nvPr userDrawn="1"/>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ECF7C266-E1A2-13EE-A18D-9BDF378216CD}"/>
                </a:ext>
              </a:extLst>
            </p:cNvPr>
            <p:cNvGrpSpPr/>
            <p:nvPr/>
          </p:nvGrpSpPr>
          <p:grpSpPr>
            <a:xfrm>
              <a:off x="745455" y="6594444"/>
              <a:ext cx="722662" cy="98475"/>
              <a:chOff x="745455" y="6594444"/>
              <a:chExt cx="722662" cy="98475"/>
            </a:xfrm>
            <a:solidFill>
              <a:srgbClr val="000000"/>
            </a:solidFill>
          </p:grpSpPr>
          <p:sp>
            <p:nvSpPr>
              <p:cNvPr id="19" name="Freeform 130">
                <a:extLst>
                  <a:ext uri="{FF2B5EF4-FFF2-40B4-BE49-F238E27FC236}">
                    <a16:creationId xmlns:a16="http://schemas.microsoft.com/office/drawing/2014/main" id="{7539B4E9-A595-F1CA-C721-BF25DB7A51B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0" name="Freeform 131">
                <a:extLst>
                  <a:ext uri="{FF2B5EF4-FFF2-40B4-BE49-F238E27FC236}">
                    <a16:creationId xmlns:a16="http://schemas.microsoft.com/office/drawing/2014/main" id="{F3810F62-BFA7-1D90-525D-5B1BC7AFAD1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1" name="Freeform 132">
                <a:extLst>
                  <a:ext uri="{FF2B5EF4-FFF2-40B4-BE49-F238E27FC236}">
                    <a16:creationId xmlns:a16="http://schemas.microsoft.com/office/drawing/2014/main" id="{AD9C223A-C061-2C73-4FFD-1010DF5B0AB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2" name="Freeform 133">
                <a:extLst>
                  <a:ext uri="{FF2B5EF4-FFF2-40B4-BE49-F238E27FC236}">
                    <a16:creationId xmlns:a16="http://schemas.microsoft.com/office/drawing/2014/main" id="{7040F64B-C60D-060A-4B8C-C4CD036F6EB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3" name="Freeform 134">
                <a:extLst>
                  <a:ext uri="{FF2B5EF4-FFF2-40B4-BE49-F238E27FC236}">
                    <a16:creationId xmlns:a16="http://schemas.microsoft.com/office/drawing/2014/main" id="{09A88873-A4F9-02A7-5E7A-9F2FA111770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4" name="Freeform 135">
                <a:extLst>
                  <a:ext uri="{FF2B5EF4-FFF2-40B4-BE49-F238E27FC236}">
                    <a16:creationId xmlns:a16="http://schemas.microsoft.com/office/drawing/2014/main" id="{F78BCDA8-2691-FD35-4B37-9FB39CAA7CA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5" name="Freeform 136">
                <a:extLst>
                  <a:ext uri="{FF2B5EF4-FFF2-40B4-BE49-F238E27FC236}">
                    <a16:creationId xmlns:a16="http://schemas.microsoft.com/office/drawing/2014/main" id="{F3712F08-6CF8-260E-1F86-60A5072C74A0}"/>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6" name="Freeform 137">
                <a:extLst>
                  <a:ext uri="{FF2B5EF4-FFF2-40B4-BE49-F238E27FC236}">
                    <a16:creationId xmlns:a16="http://schemas.microsoft.com/office/drawing/2014/main" id="{F5DF81EB-99C8-39DA-8D3B-8F733F4F3DF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7" name="Freeform 138">
                <a:extLst>
                  <a:ext uri="{FF2B5EF4-FFF2-40B4-BE49-F238E27FC236}">
                    <a16:creationId xmlns:a16="http://schemas.microsoft.com/office/drawing/2014/main" id="{4AE06F7E-B10E-FD05-4338-735CA86D8AF9}"/>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139">
                <a:extLst>
                  <a:ext uri="{FF2B5EF4-FFF2-40B4-BE49-F238E27FC236}">
                    <a16:creationId xmlns:a16="http://schemas.microsoft.com/office/drawing/2014/main" id="{09B67B90-B9B8-3945-182B-435BD29BC93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430F2F4C-84E4-604F-E564-5FD93C0E350D}"/>
                </a:ext>
              </a:extLst>
            </p:cNvPr>
            <p:cNvGrpSpPr/>
            <p:nvPr/>
          </p:nvGrpSpPr>
          <p:grpSpPr>
            <a:xfrm>
              <a:off x="265625" y="6323271"/>
              <a:ext cx="1249223" cy="190348"/>
              <a:chOff x="265625" y="6323271"/>
              <a:chExt cx="1249223" cy="190348"/>
            </a:xfrm>
            <a:solidFill>
              <a:srgbClr val="000000"/>
            </a:solidFill>
          </p:grpSpPr>
          <p:sp>
            <p:nvSpPr>
              <p:cNvPr id="11" name="Freeform 57">
                <a:extLst>
                  <a:ext uri="{FF2B5EF4-FFF2-40B4-BE49-F238E27FC236}">
                    <a16:creationId xmlns:a16="http://schemas.microsoft.com/office/drawing/2014/main" id="{D4C6103E-A87F-20FE-B9BE-85C022A4FCC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58">
                <a:extLst>
                  <a:ext uri="{FF2B5EF4-FFF2-40B4-BE49-F238E27FC236}">
                    <a16:creationId xmlns:a16="http://schemas.microsoft.com/office/drawing/2014/main" id="{45F2586A-C91C-2B4E-BD24-C10D626E487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3" name="Freeform 59">
                <a:extLst>
                  <a:ext uri="{FF2B5EF4-FFF2-40B4-BE49-F238E27FC236}">
                    <a16:creationId xmlns:a16="http://schemas.microsoft.com/office/drawing/2014/main" id="{066F603A-0CF7-D042-569F-2187C641F05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4" name="Freeform 60">
                <a:extLst>
                  <a:ext uri="{FF2B5EF4-FFF2-40B4-BE49-F238E27FC236}">
                    <a16:creationId xmlns:a16="http://schemas.microsoft.com/office/drawing/2014/main" id="{4CCEAF0D-6756-2DCD-BE90-744F1AEC094B}"/>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6" name="Freeform 61">
                <a:extLst>
                  <a:ext uri="{FF2B5EF4-FFF2-40B4-BE49-F238E27FC236}">
                    <a16:creationId xmlns:a16="http://schemas.microsoft.com/office/drawing/2014/main" id="{A2C66ACE-1E68-2C18-1774-49761E17EF1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7" name="Freeform 62">
                <a:extLst>
                  <a:ext uri="{FF2B5EF4-FFF2-40B4-BE49-F238E27FC236}">
                    <a16:creationId xmlns:a16="http://schemas.microsoft.com/office/drawing/2014/main" id="{509938C4-2C1C-BF8C-2590-57193AB38A40}"/>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29">
                <a:extLst>
                  <a:ext uri="{FF2B5EF4-FFF2-40B4-BE49-F238E27FC236}">
                    <a16:creationId xmlns:a16="http://schemas.microsoft.com/office/drawing/2014/main" id="{A6845E6C-2E3F-3279-C86B-E2FD8864CB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grpSp>
        <p:nvGrpSpPr>
          <p:cNvPr id="29" name="Graphic 8">
            <a:extLst>
              <a:ext uri="{FF2B5EF4-FFF2-40B4-BE49-F238E27FC236}">
                <a16:creationId xmlns:a16="http://schemas.microsoft.com/office/drawing/2014/main" id="{36A9DE32-D381-0B93-00A4-300CBF26D168}"/>
              </a:ext>
            </a:extLst>
          </p:cNvPr>
          <p:cNvGrpSpPr/>
          <p:nvPr userDrawn="1"/>
        </p:nvGrpSpPr>
        <p:grpSpPr>
          <a:xfrm>
            <a:off x="265625" y="6323271"/>
            <a:ext cx="1249223" cy="369648"/>
            <a:chOff x="265625" y="6323271"/>
            <a:chExt cx="1249223" cy="369648"/>
          </a:xfrm>
          <a:solidFill>
            <a:srgbClr val="000000"/>
          </a:solidFill>
        </p:grpSpPr>
        <p:grpSp>
          <p:nvGrpSpPr>
            <p:cNvPr id="30" name="Graphic 8">
              <a:extLst>
                <a:ext uri="{FF2B5EF4-FFF2-40B4-BE49-F238E27FC236}">
                  <a16:creationId xmlns:a16="http://schemas.microsoft.com/office/drawing/2014/main" id="{6A9C07A6-12B3-BB81-8DB4-27D12B980CAA}"/>
                </a:ext>
              </a:extLst>
            </p:cNvPr>
            <p:cNvGrpSpPr/>
            <p:nvPr/>
          </p:nvGrpSpPr>
          <p:grpSpPr>
            <a:xfrm>
              <a:off x="745455" y="6594444"/>
              <a:ext cx="722662" cy="98475"/>
              <a:chOff x="745455" y="6594444"/>
              <a:chExt cx="722662" cy="98475"/>
            </a:xfrm>
            <a:solidFill>
              <a:srgbClr val="000000"/>
            </a:solidFill>
          </p:grpSpPr>
          <p:sp>
            <p:nvSpPr>
              <p:cNvPr id="39" name="Freeform 46">
                <a:extLst>
                  <a:ext uri="{FF2B5EF4-FFF2-40B4-BE49-F238E27FC236}">
                    <a16:creationId xmlns:a16="http://schemas.microsoft.com/office/drawing/2014/main" id="{37509C6F-021A-7933-7DD0-E89B0216BF77}"/>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0" name="Freeform 47">
                <a:extLst>
                  <a:ext uri="{FF2B5EF4-FFF2-40B4-BE49-F238E27FC236}">
                    <a16:creationId xmlns:a16="http://schemas.microsoft.com/office/drawing/2014/main" id="{E18F6B23-213C-0C6F-D135-D4D2D62937D2}"/>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1" name="Freeform 48">
                <a:extLst>
                  <a:ext uri="{FF2B5EF4-FFF2-40B4-BE49-F238E27FC236}">
                    <a16:creationId xmlns:a16="http://schemas.microsoft.com/office/drawing/2014/main" id="{17CF02F5-9006-69D3-DA44-C5E6D1D8422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42" name="Freeform 49">
                <a:extLst>
                  <a:ext uri="{FF2B5EF4-FFF2-40B4-BE49-F238E27FC236}">
                    <a16:creationId xmlns:a16="http://schemas.microsoft.com/office/drawing/2014/main" id="{DDF9F94C-FA5C-A519-6ED9-B249F1B1A22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43" name="Freeform 50">
                <a:extLst>
                  <a:ext uri="{FF2B5EF4-FFF2-40B4-BE49-F238E27FC236}">
                    <a16:creationId xmlns:a16="http://schemas.microsoft.com/office/drawing/2014/main" id="{345B7B9D-7B42-B4E7-730D-5919A2E4E76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44" name="Freeform 51">
                <a:extLst>
                  <a:ext uri="{FF2B5EF4-FFF2-40B4-BE49-F238E27FC236}">
                    <a16:creationId xmlns:a16="http://schemas.microsoft.com/office/drawing/2014/main" id="{EDECCBE7-AC54-5606-E78D-115D67BC5FC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45" name="Freeform 63">
                <a:extLst>
                  <a:ext uri="{FF2B5EF4-FFF2-40B4-BE49-F238E27FC236}">
                    <a16:creationId xmlns:a16="http://schemas.microsoft.com/office/drawing/2014/main" id="{BD1CE2B9-7CD8-00BE-53F4-A2E51E3366DA}"/>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46" name="Freeform 64">
                <a:extLst>
                  <a:ext uri="{FF2B5EF4-FFF2-40B4-BE49-F238E27FC236}">
                    <a16:creationId xmlns:a16="http://schemas.microsoft.com/office/drawing/2014/main" id="{0F5CFCD4-5693-874A-4A41-6D1CF7930D56}"/>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47" name="Freeform 65">
                <a:extLst>
                  <a:ext uri="{FF2B5EF4-FFF2-40B4-BE49-F238E27FC236}">
                    <a16:creationId xmlns:a16="http://schemas.microsoft.com/office/drawing/2014/main" id="{B52712D3-017E-D525-E74A-234810DE92A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48" name="Freeform 66">
                <a:extLst>
                  <a:ext uri="{FF2B5EF4-FFF2-40B4-BE49-F238E27FC236}">
                    <a16:creationId xmlns:a16="http://schemas.microsoft.com/office/drawing/2014/main" id="{F0351A4F-15B0-7E77-3E08-6BA1437B7A5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1" name="Graphic 8">
              <a:extLst>
                <a:ext uri="{FF2B5EF4-FFF2-40B4-BE49-F238E27FC236}">
                  <a16:creationId xmlns:a16="http://schemas.microsoft.com/office/drawing/2014/main" id="{97A54B62-9E00-6AD8-E660-D86088586CFB}"/>
                </a:ext>
              </a:extLst>
            </p:cNvPr>
            <p:cNvGrpSpPr/>
            <p:nvPr/>
          </p:nvGrpSpPr>
          <p:grpSpPr>
            <a:xfrm>
              <a:off x="265625" y="6323271"/>
              <a:ext cx="1249223" cy="190348"/>
              <a:chOff x="265625" y="6323271"/>
              <a:chExt cx="1249223" cy="190348"/>
            </a:xfrm>
            <a:solidFill>
              <a:srgbClr val="000000"/>
            </a:solidFill>
          </p:grpSpPr>
          <p:sp>
            <p:nvSpPr>
              <p:cNvPr id="32" name="Freeform 39">
                <a:extLst>
                  <a:ext uri="{FF2B5EF4-FFF2-40B4-BE49-F238E27FC236}">
                    <a16:creationId xmlns:a16="http://schemas.microsoft.com/office/drawing/2014/main" id="{23EFD307-0C04-F22A-22E0-7BB4A43DD17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33" name="Freeform 40">
                <a:extLst>
                  <a:ext uri="{FF2B5EF4-FFF2-40B4-BE49-F238E27FC236}">
                    <a16:creationId xmlns:a16="http://schemas.microsoft.com/office/drawing/2014/main" id="{1D2C1228-3EC5-E812-39CF-A109F695D40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34" name="Freeform 41">
                <a:extLst>
                  <a:ext uri="{FF2B5EF4-FFF2-40B4-BE49-F238E27FC236}">
                    <a16:creationId xmlns:a16="http://schemas.microsoft.com/office/drawing/2014/main" id="{290DD39C-7983-9110-395A-58608A3F7645}"/>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35" name="Freeform 42">
                <a:extLst>
                  <a:ext uri="{FF2B5EF4-FFF2-40B4-BE49-F238E27FC236}">
                    <a16:creationId xmlns:a16="http://schemas.microsoft.com/office/drawing/2014/main" id="{C78AA538-F08A-3687-ACDD-1B16B5BDF6D6}"/>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36" name="Freeform 43">
                <a:extLst>
                  <a:ext uri="{FF2B5EF4-FFF2-40B4-BE49-F238E27FC236}">
                    <a16:creationId xmlns:a16="http://schemas.microsoft.com/office/drawing/2014/main" id="{5CF89995-A3D5-E107-184C-484B5D07953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37" name="Freeform 44">
                <a:extLst>
                  <a:ext uri="{FF2B5EF4-FFF2-40B4-BE49-F238E27FC236}">
                    <a16:creationId xmlns:a16="http://schemas.microsoft.com/office/drawing/2014/main" id="{889C72A9-67B2-3E28-33EA-172D28A2490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38" name="Freeform 45">
                <a:extLst>
                  <a:ext uri="{FF2B5EF4-FFF2-40B4-BE49-F238E27FC236}">
                    <a16:creationId xmlns:a16="http://schemas.microsoft.com/office/drawing/2014/main" id="{D96A0CD1-CBF6-DE6C-99F4-7D7354A880D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Tree>
    <p:extLst>
      <p:ext uri="{BB962C8B-B14F-4D97-AF65-F5344CB8AC3E}">
        <p14:creationId xmlns:p14="http://schemas.microsoft.com/office/powerpoint/2010/main" val="375766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Quote – Leaf">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Arial" panose="020B0604020202020204" pitchFamily="34" charset="0"/>
              <a:buChar char="“"/>
              <a:defRPr sz="2800">
                <a:solidFill>
                  <a:schemeClr val="accent2"/>
                </a:solidFill>
              </a:defRPr>
            </a:lvl1pPr>
            <a:lvl2pPr marL="457200" indent="-184150">
              <a:buClrTx/>
              <a:buFont typeface="Arial" panose="020B0604020202020204" pitchFamily="34" charset="0"/>
              <a:buChar char="“"/>
              <a:defRPr>
                <a:solidFill>
                  <a:schemeClr val="bg1"/>
                </a:solidFill>
              </a:defRPr>
            </a:lvl2pPr>
            <a:lvl3pPr marL="744538" indent="-169863">
              <a:buClrTx/>
              <a:buFont typeface="Arial" panose="020B0604020202020204" pitchFamily="34" charset="0"/>
              <a:buChar char="“"/>
              <a:defRPr>
                <a:solidFill>
                  <a:schemeClr val="bg1"/>
                </a:solidFill>
              </a:defRPr>
            </a:lvl3pPr>
            <a:lvl4pPr marL="969963" indent="-166688">
              <a:buClrTx/>
              <a:buFont typeface="Arial" panose="020B0604020202020204" pitchFamily="34" charset="0"/>
              <a:buChar char="“"/>
              <a:defRPr>
                <a:solidFill>
                  <a:schemeClr val="bg1"/>
                </a:solidFill>
              </a:defRPr>
            </a:lvl4pPr>
            <a:lvl5pPr marL="1143000" indent="-138113">
              <a:buClrTx/>
              <a:buFont typeface="Arial" panose="020B0604020202020204" pitchFamily="34" charset="0"/>
              <a:buChar char="“"/>
              <a:defRPr>
                <a:solidFill>
                  <a:schemeClr val="bg1"/>
                </a:solidFill>
              </a:defRPr>
            </a:lvl5pPr>
          </a:lstStyle>
          <a:p>
            <a:pPr lvl="0"/>
            <a:r>
              <a:rPr lang="en-US" dirty="0"/>
              <a:t>Quote text on left, green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a:defRPr sz="1800">
                <a:solidFill>
                  <a:schemeClr val="tx1"/>
                </a:solidFill>
              </a:defRPr>
            </a:lvl1pPr>
          </a:lstStyle>
          <a:p>
            <a:pPr lvl="0"/>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0CA8A2D-22C2-3546-ACA3-B76C2A2C9541}"/>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81F6B6E3-D446-FF48-A968-0E6ED9485D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C621A2F7-988C-ED6D-1AAA-CEAF06253999}"/>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48" name="Freeform: Shape 47">
            <a:extLst>
              <a:ext uri="{FF2B5EF4-FFF2-40B4-BE49-F238E27FC236}">
                <a16:creationId xmlns:a16="http://schemas.microsoft.com/office/drawing/2014/main" id="{659E5035-F2CA-5C90-AD93-9207A8ED2F62}"/>
              </a:ext>
            </a:extLst>
          </p:cNvPr>
          <p:cNvSpPr/>
          <p:nvPr userDrawn="1"/>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dirty="0"/>
          </a:p>
        </p:txBody>
      </p:sp>
      <p:sp>
        <p:nvSpPr>
          <p:cNvPr id="34" name="page number">
            <a:extLst>
              <a:ext uri="{FF2B5EF4-FFF2-40B4-BE49-F238E27FC236}">
                <a16:creationId xmlns:a16="http://schemas.microsoft.com/office/drawing/2014/main" id="{81F6B6E3-D446-FF48-A968-0E6ED9485D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grpSp>
        <p:nvGrpSpPr>
          <p:cNvPr id="37" name="Graphic 8">
            <a:extLst>
              <a:ext uri="{FF2B5EF4-FFF2-40B4-BE49-F238E27FC236}">
                <a16:creationId xmlns:a16="http://schemas.microsoft.com/office/drawing/2014/main" id="{C621A2F7-988C-ED6D-1AAA-CEAF06253999}"/>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49" name="Freeform 48">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extBox 2">
            <a:extLst>
              <a:ext uri="{FF2B5EF4-FFF2-40B4-BE49-F238E27FC236}">
                <a16:creationId xmlns:a16="http://schemas.microsoft.com/office/drawing/2014/main" id="{A9A8E157-0B0B-6FF1-18E9-97BC0A1FEDB9}"/>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729920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 Aqua">
    <p:spTree>
      <p:nvGrpSpPr>
        <p:cNvPr id="1" name=""/>
        <p:cNvGrpSpPr/>
        <p:nvPr/>
      </p:nvGrpSpPr>
      <p:grpSpPr>
        <a:xfrm>
          <a:off x="0" y="0"/>
          <a:ext cx="0" cy="0"/>
          <a:chOff x="0" y="0"/>
          <a:chExt cx="0" cy="0"/>
        </a:xfrm>
      </p:grpSpPr>
      <p:sp>
        <p:nvSpPr>
          <p:cNvPr id="33" name="Freeform: Shape 1">
            <a:extLst>
              <a:ext uri="{FF2B5EF4-FFF2-40B4-BE49-F238E27FC236}">
                <a16:creationId xmlns:a16="http://schemas.microsoft.com/office/drawing/2014/main" id="{A2B10396-5330-52E9-6CAB-81B94A8222ED}"/>
              </a:ext>
            </a:extLst>
          </p:cNvPr>
          <p:cNvSpPr/>
          <p:nvPr userDrawn="1"/>
        </p:nvSpPr>
        <p:spPr>
          <a:xfrm>
            <a:off x="0" y="0"/>
            <a:ext cx="12188825" cy="6033051"/>
          </a:xfrm>
          <a:custGeom>
            <a:avLst/>
            <a:gdLst>
              <a:gd name="connsiteX0" fmla="*/ 0 w 12197292"/>
              <a:gd name="connsiteY0" fmla="*/ 0 h 6041519"/>
              <a:gd name="connsiteX1" fmla="*/ 12197292 w 12197292"/>
              <a:gd name="connsiteY1" fmla="*/ 0 h 6041519"/>
              <a:gd name="connsiteX2" fmla="*/ 12197292 w 12197292"/>
              <a:gd name="connsiteY2" fmla="*/ 1911192 h 6041519"/>
              <a:gd name="connsiteX3" fmla="*/ 11193762 w 12197292"/>
              <a:gd name="connsiteY3" fmla="*/ 1911192 h 6041519"/>
              <a:gd name="connsiteX4" fmla="*/ 10074486 w 12197292"/>
              <a:gd name="connsiteY4" fmla="*/ 2374782 h 6041519"/>
              <a:gd name="connsiteX5" fmla="*/ 6871338 w 12197292"/>
              <a:gd name="connsiteY5" fmla="*/ 5577930 h 6041519"/>
              <a:gd name="connsiteX6" fmla="*/ 5752064 w 12197292"/>
              <a:gd name="connsiteY6" fmla="*/ 6041519 h 6041519"/>
              <a:gd name="connsiteX7" fmla="*/ 0 w 12197292"/>
              <a:gd name="connsiteY7" fmla="*/ 6041519 h 6041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7292" h="6041519">
                <a:moveTo>
                  <a:pt x="0" y="0"/>
                </a:moveTo>
                <a:lnTo>
                  <a:pt x="12197292" y="0"/>
                </a:lnTo>
                <a:lnTo>
                  <a:pt x="12197292" y="1911192"/>
                </a:lnTo>
                <a:lnTo>
                  <a:pt x="11193762" y="1911192"/>
                </a:lnTo>
                <a:cubicBezTo>
                  <a:pt x="10773986" y="1911192"/>
                  <a:pt x="10371368" y="2077963"/>
                  <a:pt x="10074486" y="2374782"/>
                </a:cubicBezTo>
                <a:lnTo>
                  <a:pt x="6871338" y="5577930"/>
                </a:lnTo>
                <a:cubicBezTo>
                  <a:pt x="6574521" y="5874749"/>
                  <a:pt x="6171901" y="6041519"/>
                  <a:pt x="5752064" y="6041519"/>
                </a:cubicBezTo>
                <a:lnTo>
                  <a:pt x="0" y="6041519"/>
                </a:lnTo>
                <a:close/>
              </a:path>
            </a:pathLst>
          </a:custGeom>
          <a:solidFill>
            <a:schemeClr val="bg1"/>
          </a:solidFill>
          <a:ln w="0" cap="flat">
            <a:noFill/>
            <a:prstDash val="solid"/>
            <a:miter/>
          </a:ln>
          <a:effectLst/>
        </p:spPr>
        <p:txBody>
          <a:bodyPr rtlCol="0" anchor="ctr"/>
          <a:lstStyle/>
          <a:p>
            <a:pPr lvl="0"/>
            <a:endParaRPr lang="en-US" dirty="0"/>
          </a:p>
        </p:txBody>
      </p:sp>
      <p:sp>
        <p:nvSpPr>
          <p:cNvPr id="15" name="Freeform: Shape 14">
            <a:extLst>
              <a:ext uri="{FF2B5EF4-FFF2-40B4-BE49-F238E27FC236}">
                <a16:creationId xmlns:a16="http://schemas.microsoft.com/office/drawing/2014/main" id="{61B00066-9E85-96DD-B59A-251D959E616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Arial" panose="020B0604020202020204" pitchFamily="34" charset="0"/>
              <a:buChar char="“"/>
              <a:defRPr sz="2800">
                <a:solidFill>
                  <a:schemeClr val="accent2"/>
                </a:solidFill>
              </a:defRPr>
            </a:lvl1pPr>
            <a:lvl2pPr marL="457200" indent="-184150">
              <a:buClrTx/>
              <a:buFont typeface="Arial" panose="020B0604020202020204" pitchFamily="34" charset="0"/>
              <a:buChar char="“"/>
              <a:defRPr>
                <a:solidFill>
                  <a:schemeClr val="bg1"/>
                </a:solidFill>
              </a:defRPr>
            </a:lvl2pPr>
            <a:lvl3pPr marL="744538" indent="-169863">
              <a:buClrTx/>
              <a:buFont typeface="Arial" panose="020B0604020202020204" pitchFamily="34" charset="0"/>
              <a:buChar char="“"/>
              <a:defRPr>
                <a:solidFill>
                  <a:schemeClr val="bg1"/>
                </a:solidFill>
              </a:defRPr>
            </a:lvl3pPr>
            <a:lvl4pPr marL="969963" indent="-166688">
              <a:buClrTx/>
              <a:buFont typeface="Arial" panose="020B0604020202020204" pitchFamily="34" charset="0"/>
              <a:buChar char="“"/>
              <a:defRPr>
                <a:solidFill>
                  <a:schemeClr val="bg1"/>
                </a:solidFill>
              </a:defRPr>
            </a:lvl4pPr>
            <a:lvl5pPr marL="1143000" indent="-138113">
              <a:buClrTx/>
              <a:buFont typeface="Arial" panose="020B0604020202020204" pitchFamily="34" charset="0"/>
              <a:buChar char="“"/>
              <a:defRPr>
                <a:solidFill>
                  <a:schemeClr val="bg1"/>
                </a:solidFill>
              </a:defRPr>
            </a:lvl5pPr>
          </a:lstStyle>
          <a:p>
            <a:pPr lvl="0"/>
            <a:r>
              <a:rPr lang="en-US"/>
              <a:t>Quote text on left, blue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A92ABA6C-6064-9743-BF58-8AB21015448D}"/>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BC60254-9AEC-2A49-ABD6-870EE5B97F6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B4758132-41E7-3AF2-6888-E57AAB57C2D4}"/>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5" name="page number">
            <a:extLst>
              <a:ext uri="{FF2B5EF4-FFF2-40B4-BE49-F238E27FC236}">
                <a16:creationId xmlns:a16="http://schemas.microsoft.com/office/drawing/2014/main" id="{DBC60254-9AEC-2A49-ABD6-870EE5B97F6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grpSp>
        <p:nvGrpSpPr>
          <p:cNvPr id="38" name="Graphic 8">
            <a:extLst>
              <a:ext uri="{FF2B5EF4-FFF2-40B4-BE49-F238E27FC236}">
                <a16:creationId xmlns:a16="http://schemas.microsoft.com/office/drawing/2014/main" id="{B4758132-41E7-3AF2-6888-E57AAB57C2D4}"/>
              </a:ext>
            </a:extLst>
          </p:cNvPr>
          <p:cNvGrpSpPr/>
          <p:nvPr userDrawn="1"/>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0"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41" name="Freeform 40">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extBox 2">
            <a:extLst>
              <a:ext uri="{FF2B5EF4-FFF2-40B4-BE49-F238E27FC236}">
                <a16:creationId xmlns:a16="http://schemas.microsoft.com/office/drawing/2014/main" id="{F067D46B-3BAF-FC5E-6BBB-503B5B6BCA1C}"/>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396944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Quote – Plum">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5791E300-9585-C59E-EED2-EB5190E58F2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p:spPr>
        <p:txBody>
          <a:bodyPr rtlCol="0" anchor="ctr"/>
          <a:lstStyle/>
          <a:p>
            <a:endParaRPr lang="en-US" dirty="0"/>
          </a:p>
        </p:txBody>
      </p:sp>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62158" cy="3200400"/>
          </a:xfrm>
        </p:spPr>
        <p:txBody>
          <a:bodyPr anchor="b"/>
          <a:lstStyle>
            <a:lvl1pPr marL="169863" indent="-169863">
              <a:buClrTx/>
              <a:buSzPct val="100000"/>
              <a:buFont typeface="Arial" panose="020B0604020202020204" pitchFamily="34" charset="0"/>
              <a:buChar char="“"/>
              <a:defRPr sz="2800">
                <a:solidFill>
                  <a:schemeClr val="accent2"/>
                </a:solidFill>
              </a:defRPr>
            </a:lvl1pPr>
            <a:lvl2pPr marL="457200" indent="-184150">
              <a:buClrTx/>
              <a:buFont typeface="Arial" panose="020B0604020202020204" pitchFamily="34" charset="0"/>
              <a:buChar char="“"/>
              <a:defRPr>
                <a:solidFill>
                  <a:schemeClr val="bg1"/>
                </a:solidFill>
              </a:defRPr>
            </a:lvl2pPr>
            <a:lvl3pPr marL="744538" indent="-169863">
              <a:buClrTx/>
              <a:buFont typeface="Arial" panose="020B0604020202020204" pitchFamily="34" charset="0"/>
              <a:buChar char="“"/>
              <a:defRPr>
                <a:solidFill>
                  <a:schemeClr val="bg1"/>
                </a:solidFill>
              </a:defRPr>
            </a:lvl3pPr>
            <a:lvl4pPr marL="969963" indent="-166688">
              <a:buClrTx/>
              <a:buFont typeface="Arial" panose="020B0604020202020204" pitchFamily="34" charset="0"/>
              <a:buChar char="“"/>
              <a:defRPr>
                <a:solidFill>
                  <a:schemeClr val="bg1"/>
                </a:solidFill>
              </a:defRPr>
            </a:lvl4pPr>
            <a:lvl5pPr marL="1143000" indent="-138113">
              <a:buClrTx/>
              <a:buFont typeface="Arial" panose="020B0604020202020204" pitchFamily="34" charset="0"/>
              <a:buChar char="“"/>
              <a:defRPr>
                <a:solidFill>
                  <a:schemeClr val="bg1"/>
                </a:solidFill>
              </a:defRPr>
            </a:lvl5pPr>
          </a:lstStyle>
          <a:p>
            <a:pPr lvl="0"/>
            <a:r>
              <a:rPr lang="en-US"/>
              <a:t>Quote text on left, purple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53CF3A7-833E-B042-A405-AB46430C4476}"/>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03B3F1E-BEE4-0C40-B954-F58A7FCE9AE3}"/>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grpSp>
        <p:nvGrpSpPr>
          <p:cNvPr id="7" name="Graphic 8">
            <a:extLst>
              <a:ext uri="{FF2B5EF4-FFF2-40B4-BE49-F238E27FC236}">
                <a16:creationId xmlns:a16="http://schemas.microsoft.com/office/drawing/2014/main" id="{47818FA4-8AE2-A4B0-1EE8-9FE4A6BDD41B}"/>
              </a:ext>
            </a:extLst>
          </p:cNvPr>
          <p:cNvGrpSpPr/>
          <p:nvPr/>
        </p:nvGrpSpPr>
        <p:grpSpPr>
          <a:xfrm>
            <a:off x="265625" y="6323271"/>
            <a:ext cx="1249223" cy="369648"/>
            <a:chOff x="265625" y="6323271"/>
            <a:chExt cx="1249223" cy="369648"/>
          </a:xfrm>
          <a:solidFill>
            <a:srgbClr val="000000"/>
          </a:solidFill>
        </p:grpSpPr>
        <p:grpSp>
          <p:nvGrpSpPr>
            <p:cNvPr id="8"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25" name="Freeform 24">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3" name="Freeform 32">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4" name="Freeform 33">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9"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10" name="Freeform 9">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6" name="Freeform: Shape 2">
            <a:extLst>
              <a:ext uri="{FF2B5EF4-FFF2-40B4-BE49-F238E27FC236}">
                <a16:creationId xmlns:a16="http://schemas.microsoft.com/office/drawing/2014/main" id="{5791E300-9585-C59E-EED2-EB5190E58F2C}"/>
              </a:ext>
            </a:extLst>
          </p:cNvPr>
          <p:cNvSpPr/>
          <p:nvPr userDrawn="1"/>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p:spPr>
        <p:txBody>
          <a:bodyPr rtlCol="0" anchor="ctr"/>
          <a:lstStyle/>
          <a:p>
            <a:endParaRPr lang="en-US" dirty="0"/>
          </a:p>
        </p:txBody>
      </p:sp>
      <p:sp>
        <p:nvSpPr>
          <p:cNvPr id="37" name="page number">
            <a:extLst>
              <a:ext uri="{FF2B5EF4-FFF2-40B4-BE49-F238E27FC236}">
                <a16:creationId xmlns:a16="http://schemas.microsoft.com/office/drawing/2014/main" id="{D03B3F1E-BEE4-0C40-B954-F58A7FCE9AE3}"/>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grpSp>
        <p:nvGrpSpPr>
          <p:cNvPr id="40" name="Graphic 8">
            <a:extLst>
              <a:ext uri="{FF2B5EF4-FFF2-40B4-BE49-F238E27FC236}">
                <a16:creationId xmlns:a16="http://schemas.microsoft.com/office/drawing/2014/main" id="{47818FA4-8AE2-A4B0-1EE8-9FE4A6BDD41B}"/>
              </a:ext>
            </a:extLst>
          </p:cNvPr>
          <p:cNvGrpSpPr/>
          <p:nvPr userDrawn="1"/>
        </p:nvGrpSpPr>
        <p:grpSpPr>
          <a:xfrm>
            <a:off x="265625" y="6323271"/>
            <a:ext cx="1249223" cy="369648"/>
            <a:chOff x="265625" y="6323271"/>
            <a:chExt cx="1249223" cy="369648"/>
          </a:xfrm>
          <a:solidFill>
            <a:srgbClr val="000000"/>
          </a:solidFill>
        </p:grpSpPr>
        <p:grpSp>
          <p:nvGrpSpPr>
            <p:cNvPr id="41"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2"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43" name="Freeform 42">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 name="TextBox 4">
            <a:extLst>
              <a:ext uri="{FF2B5EF4-FFF2-40B4-BE49-F238E27FC236}">
                <a16:creationId xmlns:a16="http://schemas.microsoft.com/office/drawing/2014/main" id="{ADDD0B23-63DE-6951-34B4-9D6FD0B6A5F1}"/>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033441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Quote – Photo">
    <p:bg>
      <p:bgRef idx="1001">
        <a:schemeClr val="bg1"/>
      </p:bgRef>
    </p:bg>
    <p:spTree>
      <p:nvGrpSpPr>
        <p:cNvPr id="1" name=""/>
        <p:cNvGrpSpPr/>
        <p:nvPr/>
      </p:nvGrpSpPr>
      <p:grpSpPr>
        <a:xfrm>
          <a:off x="0" y="0"/>
          <a:ext cx="0" cy="0"/>
          <a:chOff x="0" y="0"/>
          <a:chExt cx="0" cy="0"/>
        </a:xfrm>
      </p:grpSpPr>
      <p:pic>
        <p:nvPicPr>
          <p:cNvPr id="32" name="Picture 31" descr="Looking up view of a tall building with glass windows&#10;&#10;Description automatically generated">
            <a:extLst>
              <a:ext uri="{FF2B5EF4-FFF2-40B4-BE49-F238E27FC236}">
                <a16:creationId xmlns:a16="http://schemas.microsoft.com/office/drawing/2014/main" id="{B3DA20F2-2D53-3AEB-2E52-5879AB1D3B2C}"/>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1829993" y="0"/>
            <a:ext cx="10358832" cy="6858000"/>
          </a:xfrm>
          <a:prstGeom prst="rect">
            <a:avLst/>
          </a:prstGeom>
        </p:spPr>
      </p:pic>
      <p:sp>
        <p:nvSpPr>
          <p:cNvPr id="9" name="Rectangle 8">
            <a:extLst>
              <a:ext uri="{FF2B5EF4-FFF2-40B4-BE49-F238E27FC236}">
                <a16:creationId xmlns:a16="http://schemas.microsoft.com/office/drawing/2014/main" id="{39644796-3BE2-09B0-F95D-F4AB56E62FD2}"/>
              </a:ext>
            </a:extLst>
          </p:cNvPr>
          <p:cNvSpPr/>
          <p:nvPr/>
        </p:nvSpPr>
        <p:spPr>
          <a:xfrm>
            <a:off x="0" y="0"/>
            <a:ext cx="12182348" cy="6858000"/>
          </a:xfrm>
          <a:prstGeom prst="rect">
            <a:avLst/>
          </a:prstGeom>
          <a:gradFill>
            <a:gsLst>
              <a:gs pos="59553">
                <a:srgbClr val="FFFFFF">
                  <a:alpha val="0"/>
                </a:srgbClr>
              </a:gs>
              <a:gs pos="35000">
                <a:srgbClr val="FFFFFF"/>
              </a:gs>
              <a:gs pos="78000">
                <a:srgbClr val="FFFFFF">
                  <a:alpha val="0"/>
                </a:srgbClr>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Freeform: Shape 9">
            <a:extLst>
              <a:ext uri="{FF2B5EF4-FFF2-40B4-BE49-F238E27FC236}">
                <a16:creationId xmlns:a16="http://schemas.microsoft.com/office/drawing/2014/main" id="{6DAA0A2E-4B76-3DD4-CF2D-B4E2E491F351}"/>
              </a:ext>
            </a:extLst>
          </p:cNvPr>
          <p:cNvSpPr/>
          <p:nvPr/>
        </p:nvSpPr>
        <p:spPr>
          <a:xfrm>
            <a:off x="6477"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2"/>
              </a:gs>
            </a:gsLst>
            <a:lin ang="0" scaled="1"/>
          </a:gradFill>
          <a:ln w="0" cap="flat">
            <a:noFill/>
            <a:prstDash val="solid"/>
            <a:miter/>
          </a:ln>
        </p:spPr>
        <p:txBody>
          <a:bodyPr rtlCol="0" anchor="ctr"/>
          <a:lstStyle/>
          <a:p>
            <a:endParaRPr lang="en-US" dirty="0"/>
          </a:p>
        </p:txBody>
      </p:sp>
      <p:sp>
        <p:nvSpPr>
          <p:cNvPr id="3" name="TextBox 2">
            <a:extLst>
              <a:ext uri="{FF2B5EF4-FFF2-40B4-BE49-F238E27FC236}">
                <a16:creationId xmlns:a16="http://schemas.microsoft.com/office/drawing/2014/main" id="{BACD6F3E-7865-E329-FB61-00E1B7D783BB}"/>
              </a:ext>
            </a:extLst>
          </p:cNvPr>
          <p:cNvSpPr txBox="1"/>
          <p:nvPr/>
        </p:nvSpPr>
        <p:spPr>
          <a:xfrm>
            <a:off x="1645084" y="6461498"/>
            <a:ext cx="2806859" cy="125484"/>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Broadcom Proprietary and Confidential. Copyright © 2024 Broadcom.  </a:t>
            </a:r>
          </a:p>
        </p:txBody>
      </p:sp>
      <p:grpSp>
        <p:nvGrpSpPr>
          <p:cNvPr id="5" name="Graphic 8">
            <a:extLst>
              <a:ext uri="{FF2B5EF4-FFF2-40B4-BE49-F238E27FC236}">
                <a16:creationId xmlns:a16="http://schemas.microsoft.com/office/drawing/2014/main" id="{3E09CBA6-627D-2768-152C-A25B87CF790A}"/>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685DA75B-DA1C-13EF-F3C8-ACEE2C668A7F}"/>
                </a:ext>
              </a:extLst>
            </p:cNvPr>
            <p:cNvGrpSpPr/>
            <p:nvPr/>
          </p:nvGrpSpPr>
          <p:grpSpPr>
            <a:xfrm>
              <a:off x="745455" y="6594444"/>
              <a:ext cx="722662" cy="98475"/>
              <a:chOff x="745455" y="6594444"/>
              <a:chExt cx="722662" cy="98475"/>
            </a:xfrm>
            <a:solidFill>
              <a:srgbClr val="000000"/>
            </a:solidFill>
          </p:grpSpPr>
          <p:sp>
            <p:nvSpPr>
              <p:cNvPr id="21" name="Freeform 20">
                <a:extLst>
                  <a:ext uri="{FF2B5EF4-FFF2-40B4-BE49-F238E27FC236}">
                    <a16:creationId xmlns:a16="http://schemas.microsoft.com/office/drawing/2014/main" id="{6E43D9EF-A9B1-97EC-9CAB-0367B664C9D0}"/>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5B127822-510F-D59E-2401-DACD4D6BA07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F3E9315B-DD78-18E2-9951-D8120BAD916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E2AF63A1-86BF-B1C3-A3F5-517003C7A96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0AC22223-58F9-DB0C-9D61-94D7B8E8C1F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1114E784-D17D-A2C2-757A-7B991282486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DF09BAA7-F77F-FEDC-A8A8-F10B9350FFF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A1F18F3-D078-404B-FFBA-A4E33B8147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0DA5E4E2-82BF-54FB-780E-193386E0F47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1295929-CD29-6FBF-CE14-3BC84AB4A1F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E1BC8CC5-030B-A124-A179-FC1B1CB93618}"/>
                </a:ext>
              </a:extLst>
            </p:cNvPr>
            <p:cNvGrpSpPr/>
            <p:nvPr/>
          </p:nvGrpSpPr>
          <p:grpSpPr>
            <a:xfrm>
              <a:off x="265625" y="6323271"/>
              <a:ext cx="1249223" cy="190348"/>
              <a:chOff x="265625" y="6323271"/>
              <a:chExt cx="1249223" cy="190348"/>
            </a:xfrm>
            <a:solidFill>
              <a:srgbClr val="000000"/>
            </a:solidFill>
          </p:grpSpPr>
          <p:sp>
            <p:nvSpPr>
              <p:cNvPr id="12" name="Freeform 11">
                <a:extLst>
                  <a:ext uri="{FF2B5EF4-FFF2-40B4-BE49-F238E27FC236}">
                    <a16:creationId xmlns:a16="http://schemas.microsoft.com/office/drawing/2014/main" id="{8263E9E0-CE6D-2469-4DAA-AAD461690F95}"/>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54E7CD3B-64B1-7447-7A83-5830224748C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3C5659AD-F571-B436-FA9E-F3EB0D45050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6775BD55-89FE-BF4D-F689-E5F5188D101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80CF7C26-1A1F-1F80-46D4-8309C39F0CA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C0E1496F-2BE6-5149-BE29-0376ABD59D6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4C0A74FC-F5C6-E572-32D2-2A39D4551EA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8" name="Text Placeholder 7">
            <a:extLst>
              <a:ext uri="{FF2B5EF4-FFF2-40B4-BE49-F238E27FC236}">
                <a16:creationId xmlns:a16="http://schemas.microsoft.com/office/drawing/2014/main" id="{B6C21BA7-C6D2-446E-8FD2-266107E90C49}"/>
              </a:ext>
            </a:extLst>
          </p:cNvPr>
          <p:cNvSpPr>
            <a:spLocks noGrp="1"/>
          </p:cNvSpPr>
          <p:nvPr>
            <p:ph type="body" sz="quarter" idx="16" hasCustomPrompt="1"/>
          </p:nvPr>
        </p:nvSpPr>
        <p:spPr>
          <a:xfrm>
            <a:off x="438912" y="1600200"/>
            <a:ext cx="4754880" cy="3200400"/>
          </a:xfrm>
        </p:spPr>
        <p:txBody>
          <a:bodyPr anchor="b"/>
          <a:lstStyle>
            <a:lvl1pPr marL="169863" indent="-169863">
              <a:buClrTx/>
              <a:buSzPct val="100000"/>
              <a:buFont typeface="Arial" panose="020B0604020202020204" pitchFamily="34" charset="0"/>
              <a:buChar char="“"/>
              <a:defRPr sz="2800">
                <a:solidFill>
                  <a:schemeClr val="accent2"/>
                </a:solidFill>
              </a:defRPr>
            </a:lvl1pPr>
            <a:lvl2pPr marL="457200" indent="-184150">
              <a:buClrTx/>
              <a:buFont typeface="Arial" panose="020B0604020202020204" pitchFamily="34" charset="0"/>
              <a:buChar char="“"/>
              <a:defRPr>
                <a:solidFill>
                  <a:schemeClr val="bg1"/>
                </a:solidFill>
              </a:defRPr>
            </a:lvl2pPr>
            <a:lvl3pPr marL="744538" indent="-169863">
              <a:buClrTx/>
              <a:buFont typeface="Arial" panose="020B0604020202020204" pitchFamily="34" charset="0"/>
              <a:buChar char="“"/>
              <a:defRPr>
                <a:solidFill>
                  <a:schemeClr val="bg1"/>
                </a:solidFill>
              </a:defRPr>
            </a:lvl3pPr>
            <a:lvl4pPr marL="969963" indent="-166688">
              <a:buClrTx/>
              <a:buFont typeface="Arial" panose="020B0604020202020204" pitchFamily="34" charset="0"/>
              <a:buChar char="“"/>
              <a:defRPr>
                <a:solidFill>
                  <a:schemeClr val="bg1"/>
                </a:solidFill>
              </a:defRPr>
            </a:lvl4pPr>
            <a:lvl5pPr marL="1143000" indent="-138113">
              <a:buClrTx/>
              <a:buFont typeface="Arial" panose="020B0604020202020204" pitchFamily="34" charset="0"/>
              <a:buChar char="“"/>
              <a:defRPr>
                <a:solidFill>
                  <a:schemeClr val="bg1"/>
                </a:solidFill>
              </a:defRPr>
            </a:lvl5pPr>
          </a:lstStyle>
          <a:p>
            <a:pPr lvl="0"/>
            <a:r>
              <a:rPr lang="en-US"/>
              <a:t>Quote page with photo showing a building. Click to replace text.”</a:t>
            </a:r>
          </a:p>
        </p:txBody>
      </p:sp>
      <p:sp>
        <p:nvSpPr>
          <p:cNvPr id="11" name="Text Placeholder 10">
            <a:extLst>
              <a:ext uri="{FF2B5EF4-FFF2-40B4-BE49-F238E27FC236}">
                <a16:creationId xmlns:a16="http://schemas.microsoft.com/office/drawing/2014/main" id="{0762CBDD-60C2-443D-88B5-C596896049D8}"/>
              </a:ext>
            </a:extLst>
          </p:cNvPr>
          <p:cNvSpPr>
            <a:spLocks noGrp="1"/>
          </p:cNvSpPr>
          <p:nvPr>
            <p:ph type="body" sz="quarter" idx="17" hasCustomPrompt="1"/>
          </p:nvPr>
        </p:nvSpPr>
        <p:spPr>
          <a:xfrm>
            <a:off x="612648" y="5065776"/>
            <a:ext cx="3591052" cy="674624"/>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5" name="page number">
            <a:extLst>
              <a:ext uri="{FF2B5EF4-FFF2-40B4-BE49-F238E27FC236}">
                <a16:creationId xmlns:a16="http://schemas.microsoft.com/office/drawing/2014/main" id="{65B8D505-D55C-B546-9B33-22157CD80DE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pic>
        <p:nvPicPr>
          <p:cNvPr id="31" name="Picture 30" descr="Looking up view of a tall building with glass windows&#10;&#10;Description automatically generated">
            <a:extLst>
              <a:ext uri="{FF2B5EF4-FFF2-40B4-BE49-F238E27FC236}">
                <a16:creationId xmlns:a16="http://schemas.microsoft.com/office/drawing/2014/main" id="{B3DA20F2-2D53-3AEB-2E52-5879AB1D3B2C}"/>
              </a:ext>
            </a:extLst>
          </p:cNvPr>
          <p:cNvPicPr>
            <a:picLocks noChangeAspect="1"/>
          </p:cNvPicPr>
          <p:nvPr userDrawn="1"/>
        </p:nvPicPr>
        <p:blipFill rotWithShape="1">
          <a:blip r:embed="rId2" cstate="screen">
            <a:alphaModFix/>
            <a:extLst>
              <a:ext uri="{28A0092B-C50C-407E-A947-70E740481C1C}">
                <a14:useLocalDpi xmlns:a14="http://schemas.microsoft.com/office/drawing/2010/main"/>
              </a:ext>
            </a:extLst>
          </a:blip>
          <a:srcRect/>
          <a:stretch/>
        </p:blipFill>
        <p:spPr>
          <a:xfrm>
            <a:off x="1829993" y="0"/>
            <a:ext cx="10358832" cy="6858000"/>
          </a:xfrm>
          <a:prstGeom prst="rect">
            <a:avLst/>
          </a:prstGeom>
        </p:spPr>
      </p:pic>
      <p:sp>
        <p:nvSpPr>
          <p:cNvPr id="33" name="Rectangle 32">
            <a:extLst>
              <a:ext uri="{FF2B5EF4-FFF2-40B4-BE49-F238E27FC236}">
                <a16:creationId xmlns:a16="http://schemas.microsoft.com/office/drawing/2014/main" id="{39644796-3BE2-09B0-F95D-F4AB56E62FD2}"/>
              </a:ext>
            </a:extLst>
          </p:cNvPr>
          <p:cNvSpPr/>
          <p:nvPr userDrawn="1"/>
        </p:nvSpPr>
        <p:spPr>
          <a:xfrm>
            <a:off x="0" y="0"/>
            <a:ext cx="12182348" cy="6858000"/>
          </a:xfrm>
          <a:prstGeom prst="rect">
            <a:avLst/>
          </a:prstGeom>
          <a:gradFill>
            <a:gsLst>
              <a:gs pos="59553">
                <a:srgbClr val="FFFFFF">
                  <a:alpha val="0"/>
                </a:srgbClr>
              </a:gs>
              <a:gs pos="35000">
                <a:srgbClr val="FFFFFF"/>
              </a:gs>
              <a:gs pos="78000">
                <a:srgbClr val="FFFFFF">
                  <a:alpha val="0"/>
                </a:srgbClr>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4" name="Freeform: Shape 9">
            <a:extLst>
              <a:ext uri="{FF2B5EF4-FFF2-40B4-BE49-F238E27FC236}">
                <a16:creationId xmlns:a16="http://schemas.microsoft.com/office/drawing/2014/main" id="{6DAA0A2E-4B76-3DD4-CF2D-B4E2E491F351}"/>
              </a:ext>
            </a:extLst>
          </p:cNvPr>
          <p:cNvSpPr/>
          <p:nvPr userDrawn="1"/>
        </p:nvSpPr>
        <p:spPr>
          <a:xfrm>
            <a:off x="0"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2"/>
              </a:gs>
            </a:gsLst>
            <a:lin ang="0" scaled="1"/>
          </a:gradFill>
          <a:ln w="0" cap="flat">
            <a:noFill/>
            <a:prstDash val="solid"/>
            <a:miter/>
          </a:ln>
        </p:spPr>
        <p:txBody>
          <a:bodyPr rtlCol="0" anchor="ctr"/>
          <a:lstStyle/>
          <a:p>
            <a:endParaRPr lang="en-US" dirty="0"/>
          </a:p>
        </p:txBody>
      </p:sp>
      <p:grpSp>
        <p:nvGrpSpPr>
          <p:cNvPr id="37" name="Graphic 8">
            <a:extLst>
              <a:ext uri="{FF2B5EF4-FFF2-40B4-BE49-F238E27FC236}">
                <a16:creationId xmlns:a16="http://schemas.microsoft.com/office/drawing/2014/main" id="{3E09CBA6-627D-2768-152C-A25B87CF790A}"/>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685DA75B-DA1C-13EF-F3C8-ACEE2C668A7F}"/>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6E43D9EF-A9B1-97EC-9CAB-0367B664C9D0}"/>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5B127822-510F-D59E-2401-DACD4D6BA07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F3E9315B-DD78-18E2-9951-D8120BAD916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2AF63A1-86BF-B1C3-A3F5-517003C7A96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0AC22223-58F9-DB0C-9D61-94D7B8E8C1F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1114E784-D17D-A2C2-757A-7B991282486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DF09BAA7-F77F-FEDC-A8A8-F10B9350FFF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0A1F18F3-D078-404B-FFBA-A4E33B8147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0DA5E4E2-82BF-54FB-780E-193386E0F47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61295929-CD29-6FBF-CE14-3BC84AB4A1F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E1BC8CC5-030B-A124-A179-FC1B1CB93618}"/>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8263E9E0-CE6D-2469-4DAA-AAD461690F95}"/>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54E7CD3B-64B1-7447-7A83-5830224748C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C5659AD-F571-B436-FA9E-F3EB0D45050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775BD55-89FE-BF4D-F689-E5F5188D101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80CF7C26-1A1F-1F80-46D4-8309C39F0CA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C0E1496F-2BE6-5149-BE29-0376ABD59D6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4C0A74FC-F5C6-E572-32D2-2A39D4551EA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7" name="page number">
            <a:extLst>
              <a:ext uri="{FF2B5EF4-FFF2-40B4-BE49-F238E27FC236}">
                <a16:creationId xmlns:a16="http://schemas.microsoft.com/office/drawing/2014/main" id="{65B8D505-D55C-B546-9B33-22157CD80DE2}"/>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17" name="TextBox 16">
            <a:extLst>
              <a:ext uri="{FF2B5EF4-FFF2-40B4-BE49-F238E27FC236}">
                <a16:creationId xmlns:a16="http://schemas.microsoft.com/office/drawing/2014/main" id="{0D3A3CDD-4D8E-3CB0-B95C-B4DE8B5B02E4}"/>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17870003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4"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993477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784025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4E83-0498-4D8B-94A0-3FF7CDD8F127}"/>
              </a:ext>
            </a:extLst>
          </p:cNvPr>
          <p:cNvSpPr>
            <a:spLocks noGrp="1"/>
          </p:cNvSpPr>
          <p:nvPr>
            <p:ph type="title" hasCustomPrompt="1"/>
          </p:nvPr>
        </p:nvSpPr>
        <p:spPr/>
        <p:txBody>
          <a:bodyPr/>
          <a:lstStyle>
            <a:lvl1pPr>
              <a:defRPr>
                <a:solidFill>
                  <a:schemeClr val="accent2"/>
                </a:solidFill>
              </a:defRPr>
            </a:lvl1pPr>
          </a:lstStyle>
          <a:p>
            <a:r>
              <a:rPr lang="en-US"/>
              <a:t>Single Content Layout Click to Add One Line Title</a:t>
            </a:r>
          </a:p>
        </p:txBody>
      </p:sp>
      <p:sp>
        <p:nvSpPr>
          <p:cNvPr id="8" name="Subtitle 2">
            <a:extLst>
              <a:ext uri="{FF2B5EF4-FFF2-40B4-BE49-F238E27FC236}">
                <a16:creationId xmlns:a16="http://schemas.microsoft.com/office/drawing/2014/main" id="{216D2F66-BB7F-4F0E-A224-A105F87676EF}"/>
              </a:ext>
            </a:extLst>
          </p:cNvPr>
          <p:cNvSpPr>
            <a:spLocks noGrp="1"/>
          </p:cNvSpPr>
          <p:nvPr>
            <p:ph type="subTitle" idx="10" hasCustomPrompt="1"/>
          </p:nvPr>
        </p:nvSpPr>
        <p:spPr>
          <a:xfrm>
            <a:off x="592866" y="811830"/>
            <a:ext cx="1098794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a:xfrm>
            <a:off x="616505" y="1600201"/>
            <a:ext cx="10972800" cy="4572000"/>
          </a:xfrm>
        </p:spPr>
        <p:txBody>
          <a:bodyPr/>
          <a:lstStyle>
            <a:lvl1pPr>
              <a:spcBef>
                <a:spcPts val="0"/>
              </a:spcBef>
              <a:defRPr>
                <a:solidFill>
                  <a:schemeClr val="tx1"/>
                </a:solidFill>
              </a:defRPr>
            </a:lvl1pPr>
            <a:lvl2pPr>
              <a:spcBef>
                <a:spcPts val="0"/>
              </a:spcBef>
              <a:buClr>
                <a:schemeClr val="bg2">
                  <a:lumMod val="25000"/>
                </a:schemeClr>
              </a:buClr>
              <a:defRPr>
                <a:solidFill>
                  <a:schemeClr val="tx1"/>
                </a:solidFill>
              </a:defRPr>
            </a:lvl2pPr>
            <a:lvl3pPr>
              <a:spcBef>
                <a:spcPts val="0"/>
              </a:spcBef>
              <a:buClr>
                <a:schemeClr val="bg2">
                  <a:lumMod val="25000"/>
                </a:schemeClr>
              </a:buClr>
              <a:defRPr>
                <a:solidFill>
                  <a:schemeClr val="tx1"/>
                </a:solidFill>
              </a:defRPr>
            </a:lvl3pPr>
            <a:lvl4pPr>
              <a:spcBef>
                <a:spcPts val="0"/>
              </a:spcBef>
              <a:buClr>
                <a:schemeClr val="bg2">
                  <a:lumMod val="25000"/>
                </a:schemeClr>
              </a:buClr>
              <a:defRPr>
                <a:solidFill>
                  <a:schemeClr val="tx1"/>
                </a:solidFill>
              </a:defRPr>
            </a:lvl4pPr>
            <a:lvl5pPr>
              <a:spcBef>
                <a:spcPts val="0"/>
              </a:spcBef>
              <a:buClr>
                <a:schemeClr val="bg2">
                  <a:lumMod val="25000"/>
                </a:schemeClr>
              </a:buClr>
              <a:defRPr>
                <a:solidFill>
                  <a:schemeClr val="tx1"/>
                </a:solidFill>
              </a:defRPr>
            </a:lvl5pPr>
            <a:lvl6pPr>
              <a:buClr>
                <a:schemeClr val="bg2">
                  <a:lumMod val="25000"/>
                </a:schemeClr>
              </a:buClr>
              <a:defRPr>
                <a:solidFill>
                  <a:schemeClr val="bg2">
                    <a:lumMod val="25000"/>
                  </a:schemeClr>
                </a:solidFill>
              </a:defRPr>
            </a:lvl6pPr>
            <a:lvl7pPr>
              <a:defRPr/>
            </a:lvl7pPr>
            <a:lvl8pPr>
              <a:defRPr/>
            </a:lvl8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age number">
            <a:extLst>
              <a:ext uri="{FF2B5EF4-FFF2-40B4-BE49-F238E27FC236}">
                <a16:creationId xmlns:a16="http://schemas.microsoft.com/office/drawing/2014/main" id="{175B5FDB-839C-A941-B264-01387F31F00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6" name="page number">
            <a:extLst>
              <a:ext uri="{FF2B5EF4-FFF2-40B4-BE49-F238E27FC236}">
                <a16:creationId xmlns:a16="http://schemas.microsoft.com/office/drawing/2014/main" id="{175B5FDB-839C-A941-B264-01387F31F00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038780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Content Balance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Click to Add One Line Title</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Content Placeholder 3">
            <a:extLst>
              <a:ext uri="{FF2B5EF4-FFF2-40B4-BE49-F238E27FC236}">
                <a16:creationId xmlns:a16="http://schemas.microsoft.com/office/drawing/2014/main" id="{87AF420A-ED2C-4AD1-A28B-EB26178557DE}"/>
              </a:ext>
            </a:extLst>
          </p:cNvPr>
          <p:cNvSpPr>
            <a:spLocks noGrp="1"/>
          </p:cNvSpPr>
          <p:nvPr>
            <p:ph sz="quarter" idx="17" hasCustomPrompt="1"/>
          </p:nvPr>
        </p:nvSpPr>
        <p:spPr>
          <a:xfrm>
            <a:off x="608013"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2" name="Content Placeholder 3">
            <a:extLst>
              <a:ext uri="{FF2B5EF4-FFF2-40B4-BE49-F238E27FC236}">
                <a16:creationId xmlns:a16="http://schemas.microsoft.com/office/drawing/2014/main" id="{CD860A49-A98C-4F0E-AB34-4E13B89D5EBC}"/>
              </a:ext>
            </a:extLst>
          </p:cNvPr>
          <p:cNvSpPr>
            <a:spLocks noGrp="1"/>
          </p:cNvSpPr>
          <p:nvPr>
            <p:ph sz="quarter" idx="18" hasCustomPrompt="1"/>
          </p:nvPr>
        </p:nvSpPr>
        <p:spPr>
          <a:xfrm>
            <a:off x="6321287"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306FFEC8-099C-484D-841A-7FCB225B189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9" name="page number">
            <a:extLst>
              <a:ext uri="{FF2B5EF4-FFF2-40B4-BE49-F238E27FC236}">
                <a16:creationId xmlns:a16="http://schemas.microsoft.com/office/drawing/2014/main" id="{306FFEC8-099C-484D-841A-7FCB225B189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704919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wo-Content Balanced Color on Right">
    <p:spTree>
      <p:nvGrpSpPr>
        <p:cNvPr id="1" name=""/>
        <p:cNvGrpSpPr/>
        <p:nvPr/>
      </p:nvGrpSpPr>
      <p:grpSpPr>
        <a:xfrm>
          <a:off x="0" y="0"/>
          <a:ext cx="0" cy="0"/>
          <a:chOff x="0" y="0"/>
          <a:chExt cx="0" cy="0"/>
        </a:xfrm>
      </p:grpSpPr>
      <p:sp>
        <p:nvSpPr>
          <p:cNvPr id="72" name="Content Placeholder 17">
            <a:extLst>
              <a:ext uri="{FF2B5EF4-FFF2-40B4-BE49-F238E27FC236}">
                <a16:creationId xmlns:a16="http://schemas.microsoft.com/office/drawing/2014/main" id="{A0456ED3-FDC5-4E29-B939-E35EA08477CA}"/>
              </a:ext>
            </a:extLst>
          </p:cNvPr>
          <p:cNvSpPr>
            <a:spLocks noGrp="1"/>
          </p:cNvSpPr>
          <p:nvPr>
            <p:ph sz="quarter" idx="16" hasCustomPrompt="1"/>
          </p:nvPr>
        </p:nvSpPr>
        <p:spPr bwMode="ltGray">
          <a:xfrm>
            <a:off x="6323381" y="1600201"/>
            <a:ext cx="5865445" cy="4572000"/>
          </a:xfrm>
          <a:solidFill>
            <a:srgbClr val="F4F8FA"/>
          </a:solid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Graphic on Left, Text on Right - Click to Edit</a:t>
            </a:r>
          </a:p>
        </p:txBody>
      </p:sp>
      <p:sp>
        <p:nvSpPr>
          <p:cNvPr id="7" name="page number">
            <a:extLst>
              <a:ext uri="{FF2B5EF4-FFF2-40B4-BE49-F238E27FC236}">
                <a16:creationId xmlns:a16="http://schemas.microsoft.com/office/drawing/2014/main" id="{1727F760-24DE-9A42-B7E9-356D8DC2BDA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CC3C30A-44C0-E837-19B2-6A2DFD1C7D7F}"/>
              </a:ext>
            </a:extLst>
          </p:cNvPr>
          <p:cNvSpPr>
            <a:spLocks noGrp="1"/>
          </p:cNvSpPr>
          <p:nvPr>
            <p:ph sz="quarter" idx="17" hasCustomPrompt="1"/>
          </p:nvPr>
        </p:nvSpPr>
        <p:spPr bwMode="ltGray">
          <a:xfrm>
            <a:off x="0" y="1600201"/>
            <a:ext cx="5893593" cy="4572000"/>
          </a:xfrm>
          <a:no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9" name="page number">
            <a:extLst>
              <a:ext uri="{FF2B5EF4-FFF2-40B4-BE49-F238E27FC236}">
                <a16:creationId xmlns:a16="http://schemas.microsoft.com/office/drawing/2014/main" id="{1727F760-24DE-9A42-B7E9-356D8DC2BDA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627359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wo-Content Balanced Color on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Text on Left, Graphic on Right - Click to Edit</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page number">
            <a:extLst>
              <a:ext uri="{FF2B5EF4-FFF2-40B4-BE49-F238E27FC236}">
                <a16:creationId xmlns:a16="http://schemas.microsoft.com/office/drawing/2014/main" id="{4FD1F5D3-21E9-5341-B48A-48F1E4CF33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7F87D5F-EABF-6E97-FCBB-22D4040C1B63}"/>
              </a:ext>
            </a:extLst>
          </p:cNvPr>
          <p:cNvSpPr>
            <a:spLocks noGrp="1"/>
          </p:cNvSpPr>
          <p:nvPr>
            <p:ph sz="quarter" idx="16" hasCustomPrompt="1"/>
          </p:nvPr>
        </p:nvSpPr>
        <p:spPr bwMode="ltGray">
          <a:xfrm>
            <a:off x="6323381" y="1600201"/>
            <a:ext cx="5865445" cy="4572000"/>
          </a:xfrm>
          <a:no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4" name="Content Placeholder 17">
            <a:extLst>
              <a:ext uri="{FF2B5EF4-FFF2-40B4-BE49-F238E27FC236}">
                <a16:creationId xmlns:a16="http://schemas.microsoft.com/office/drawing/2014/main" id="{CA8AC63D-F94C-D60E-8AB3-9211BDCC455C}"/>
              </a:ext>
            </a:extLst>
          </p:cNvPr>
          <p:cNvSpPr>
            <a:spLocks noGrp="1"/>
          </p:cNvSpPr>
          <p:nvPr>
            <p:ph sz="quarter" idx="17" hasCustomPrompt="1"/>
          </p:nvPr>
        </p:nvSpPr>
        <p:spPr bwMode="ltGray">
          <a:xfrm>
            <a:off x="0" y="1600201"/>
            <a:ext cx="5893593" cy="4572000"/>
          </a:xfrm>
          <a:solidFill>
            <a:srgbClr val="F4F8FA"/>
          </a:solid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4FD1F5D3-21E9-5341-B48A-48F1E4CF33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822712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A1FE0B-90B1-4BED-9AA5-6DC9F6424E67}"/>
              </a:ext>
            </a:extLst>
          </p:cNvPr>
          <p:cNvSpPr>
            <a:spLocks noGrp="1"/>
          </p:cNvSpPr>
          <p:nvPr>
            <p:ph type="title" hasCustomPrompt="1"/>
          </p:nvPr>
        </p:nvSpPr>
        <p:spPr/>
        <p:txBody>
          <a:bodyPr/>
          <a:lstStyle>
            <a:lvl1pPr>
              <a:defRPr>
                <a:solidFill>
                  <a:schemeClr val="accent2"/>
                </a:solidFill>
              </a:defRPr>
            </a:lvl1pPr>
          </a:lstStyle>
          <a:p>
            <a:r>
              <a:rPr lang="en-US"/>
              <a:t>Two-content Text Comparison Layout</a:t>
            </a:r>
          </a:p>
        </p:txBody>
      </p:sp>
      <p:sp>
        <p:nvSpPr>
          <p:cNvPr id="13" name="Subtitle 2">
            <a:extLst>
              <a:ext uri="{FF2B5EF4-FFF2-40B4-BE49-F238E27FC236}">
                <a16:creationId xmlns:a16="http://schemas.microsoft.com/office/drawing/2014/main" id="{D541C7AA-97CA-4F96-9506-F144DA2CD8E2}"/>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1" name="Text Placeholder 4">
            <a:extLst>
              <a:ext uri="{FF2B5EF4-FFF2-40B4-BE49-F238E27FC236}">
                <a16:creationId xmlns:a16="http://schemas.microsoft.com/office/drawing/2014/main" id="{9E550D89-51A7-894E-88FB-394F3178F2EC}"/>
              </a:ext>
            </a:extLst>
          </p:cNvPr>
          <p:cNvSpPr>
            <a:spLocks noGrp="1"/>
          </p:cNvSpPr>
          <p:nvPr>
            <p:ph type="body" sz="quarter" idx="17" hasCustomPrompt="1"/>
          </p:nvPr>
        </p:nvSpPr>
        <p:spPr bwMode="gray">
          <a:xfrm>
            <a:off x="592866" y="1600202"/>
            <a:ext cx="5287234" cy="875370"/>
          </a:xfrm>
          <a:noFill/>
        </p:spPr>
        <p:txBody>
          <a:bodyPr vert="horz" lIns="0" tIns="91440" rIns="457200" bIns="91440" rtlCol="0" anchor="b">
            <a:noAutofit/>
          </a:bodyPr>
          <a:lstStyle>
            <a:lvl1pPr>
              <a:defRPr lang="en-US" dirty="0">
                <a:solidFill>
                  <a:schemeClr val="accent2"/>
                </a:solidFill>
              </a:defRPr>
            </a:lvl1pPr>
          </a:lstStyle>
          <a:p>
            <a:pPr lvl="0"/>
            <a:r>
              <a:rPr lang="en-US"/>
              <a:t>Click to add header </a:t>
            </a:r>
          </a:p>
        </p:txBody>
      </p:sp>
      <p:sp>
        <p:nvSpPr>
          <p:cNvPr id="14" name="Rectangle 13">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Content Placeholder 17">
            <a:extLst>
              <a:ext uri="{FF2B5EF4-FFF2-40B4-BE49-F238E27FC236}">
                <a16:creationId xmlns:a16="http://schemas.microsoft.com/office/drawing/2014/main" id="{0170DFD5-97D2-3349-AE52-EB22861A6880}"/>
              </a:ext>
            </a:extLst>
          </p:cNvPr>
          <p:cNvSpPr>
            <a:spLocks noGrp="1"/>
          </p:cNvSpPr>
          <p:nvPr>
            <p:ph sz="quarter" idx="14" hasCustomPrompt="1"/>
          </p:nvPr>
        </p:nvSpPr>
        <p:spPr bwMode="gray">
          <a:xfrm>
            <a:off x="592865" y="2621020"/>
            <a:ext cx="5315794" cy="3544027"/>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a:extLst>
              <a:ext uri="{FF2B5EF4-FFF2-40B4-BE49-F238E27FC236}">
                <a16:creationId xmlns:a16="http://schemas.microsoft.com/office/drawing/2014/main" id="{961E082F-F30B-BC46-BB99-CA9B65C08128}"/>
              </a:ext>
            </a:extLst>
          </p:cNvPr>
          <p:cNvSpPr>
            <a:spLocks noGrp="1"/>
          </p:cNvSpPr>
          <p:nvPr>
            <p:ph type="body" sz="quarter" idx="18" hasCustomPrompt="1"/>
          </p:nvPr>
        </p:nvSpPr>
        <p:spPr bwMode="gray">
          <a:xfrm>
            <a:off x="6308726" y="1600202"/>
            <a:ext cx="5287234" cy="875370"/>
          </a:xfrm>
          <a:noFill/>
        </p:spPr>
        <p:txBody>
          <a:bodyPr vert="horz" lIns="0" tIns="91440" rIns="457200" bIns="91440" rtlCol="0" anchor="b">
            <a:noAutofit/>
          </a:bodyPr>
          <a:lstStyle>
            <a:lvl1pPr>
              <a:defRPr lang="en-US" sz="2000">
                <a:solidFill>
                  <a:schemeClr val="accent4"/>
                </a:solidFill>
              </a:defRPr>
            </a:lvl1pPr>
          </a:lstStyle>
          <a:p>
            <a:pPr lvl="0"/>
            <a:r>
              <a:rPr lang="en-US"/>
              <a:t>Click to add header </a:t>
            </a:r>
          </a:p>
        </p:txBody>
      </p:sp>
      <p:sp>
        <p:nvSpPr>
          <p:cNvPr id="16" name="Rectangle 15">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9" name="Content Placeholder 17">
            <a:extLst>
              <a:ext uri="{FF2B5EF4-FFF2-40B4-BE49-F238E27FC236}">
                <a16:creationId xmlns:a16="http://schemas.microsoft.com/office/drawing/2014/main" id="{3EE56D9F-2DF2-4F43-A13A-4844DFE465AC}"/>
              </a:ext>
            </a:extLst>
          </p:cNvPr>
          <p:cNvSpPr>
            <a:spLocks noGrp="1"/>
          </p:cNvSpPr>
          <p:nvPr>
            <p:ph sz="quarter" idx="16" hasCustomPrompt="1"/>
          </p:nvPr>
        </p:nvSpPr>
        <p:spPr bwMode="gray">
          <a:xfrm>
            <a:off x="6308143" y="2621280"/>
            <a:ext cx="5287234" cy="3575124"/>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2" name="page number">
            <a:extLst>
              <a:ext uri="{FF2B5EF4-FFF2-40B4-BE49-F238E27FC236}">
                <a16:creationId xmlns:a16="http://schemas.microsoft.com/office/drawing/2014/main" id="{3E816477-50B7-9248-BE5F-B9062610CEE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7" name="Rectangle 16">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userDrawn="1"/>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8" name="Rectangle 17">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userDrawn="1"/>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9" name="page number">
            <a:extLst>
              <a:ext uri="{FF2B5EF4-FFF2-40B4-BE49-F238E27FC236}">
                <a16:creationId xmlns:a16="http://schemas.microsoft.com/office/drawing/2014/main" id="{3E816477-50B7-9248-BE5F-B9062610CEE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84458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hree-Content 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F2C94F-DA57-4BDB-8E5C-E4A0C7522314}"/>
              </a:ext>
            </a:extLst>
          </p:cNvPr>
          <p:cNvSpPr>
            <a:spLocks noGrp="1"/>
          </p:cNvSpPr>
          <p:nvPr>
            <p:ph type="title" hasCustomPrompt="1"/>
          </p:nvPr>
        </p:nvSpPr>
        <p:spPr/>
        <p:txBody>
          <a:bodyPr/>
          <a:lstStyle>
            <a:lvl1pPr>
              <a:defRPr>
                <a:solidFill>
                  <a:schemeClr val="accent2"/>
                </a:solidFill>
              </a:defRPr>
            </a:lvl1pPr>
          </a:lstStyle>
          <a:p>
            <a:r>
              <a:rPr lang="en-US"/>
              <a:t>Three-content Layout – Three Horizontal Text Boxes</a:t>
            </a:r>
          </a:p>
        </p:txBody>
      </p:sp>
      <p:sp>
        <p:nvSpPr>
          <p:cNvPr id="13" name="Subtitle 2">
            <a:extLst>
              <a:ext uri="{FF2B5EF4-FFF2-40B4-BE49-F238E27FC236}">
                <a16:creationId xmlns:a16="http://schemas.microsoft.com/office/drawing/2014/main" id="{FC59F98B-A991-4DEC-A409-289E778CB84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4" name="Text Placeholder 3">
            <a:extLst>
              <a:ext uri="{FF2B5EF4-FFF2-40B4-BE49-F238E27FC236}">
                <a16:creationId xmlns:a16="http://schemas.microsoft.com/office/drawing/2014/main" id="{E0956C27-3D46-7745-A4A9-42842784C100}"/>
              </a:ext>
            </a:extLst>
          </p:cNvPr>
          <p:cNvSpPr>
            <a:spLocks noGrp="1"/>
          </p:cNvSpPr>
          <p:nvPr>
            <p:ph type="body" sz="quarter" idx="28" hasCustomPrompt="1"/>
          </p:nvPr>
        </p:nvSpPr>
        <p:spPr>
          <a:xfrm>
            <a:off x="592866" y="1600200"/>
            <a:ext cx="3593592" cy="914400"/>
          </a:xfrm>
          <a:noFill/>
        </p:spPr>
        <p:txBody>
          <a:bodyPr lIns="0" tIns="91440" rIns="182880" bIns="91440" anchor="b"/>
          <a:lstStyle>
            <a:lvl1pPr>
              <a:defRPr sz="1800">
                <a:solidFill>
                  <a:schemeClr val="accent2"/>
                </a:solidFill>
              </a:defRPr>
            </a:lvl1pPr>
            <a:lvl2pPr marL="0" indent="0">
              <a:buFont typeface="Arial" panose="020B0604020202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7" name="Rectangle 26">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Text Placeholder 3">
            <a:extLst>
              <a:ext uri="{FF2B5EF4-FFF2-40B4-BE49-F238E27FC236}">
                <a16:creationId xmlns:a16="http://schemas.microsoft.com/office/drawing/2014/main" id="{88975597-2DC5-4748-87A2-37C22D522B0B}"/>
              </a:ext>
            </a:extLst>
          </p:cNvPr>
          <p:cNvSpPr>
            <a:spLocks noGrp="1"/>
          </p:cNvSpPr>
          <p:nvPr>
            <p:ph type="body" sz="quarter" idx="26" hasCustomPrompt="1"/>
          </p:nvPr>
        </p:nvSpPr>
        <p:spPr>
          <a:xfrm>
            <a:off x="4297616" y="1600200"/>
            <a:ext cx="3593592" cy="914400"/>
          </a:xfrm>
          <a:noFill/>
        </p:spPr>
        <p:txBody>
          <a:bodyPr lIns="0" tIns="91440" rIns="182880" bIns="91440" anchor="b"/>
          <a:lstStyle>
            <a:lvl1pPr>
              <a:defRPr sz="1800">
                <a:solidFill>
                  <a:schemeClr val="accent3"/>
                </a:solidFill>
              </a:defRPr>
            </a:lvl1pPr>
            <a:lvl2pPr marL="0" indent="0">
              <a:buFont typeface="Arial" panose="020B0604020202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5" name="Text Placeholder 3">
            <a:extLst>
              <a:ext uri="{FF2B5EF4-FFF2-40B4-BE49-F238E27FC236}">
                <a16:creationId xmlns:a16="http://schemas.microsoft.com/office/drawing/2014/main" id="{F48BF931-C509-8F46-8576-3656F9F4BA19}"/>
              </a:ext>
            </a:extLst>
          </p:cNvPr>
          <p:cNvSpPr>
            <a:spLocks noGrp="1"/>
          </p:cNvSpPr>
          <p:nvPr>
            <p:ph type="body" sz="quarter" idx="23" hasCustomPrompt="1"/>
          </p:nvPr>
        </p:nvSpPr>
        <p:spPr>
          <a:xfrm>
            <a:off x="8001859" y="1600200"/>
            <a:ext cx="3593592" cy="914400"/>
          </a:xfrm>
          <a:noFill/>
        </p:spPr>
        <p:txBody>
          <a:bodyPr lIns="0" tIns="91440" rIns="182880" bIns="91440" anchor="b"/>
          <a:lstStyle>
            <a:lvl1pPr>
              <a:defRPr sz="1800">
                <a:solidFill>
                  <a:schemeClr val="accent4"/>
                </a:solidFill>
              </a:defRPr>
            </a:lvl1pPr>
            <a:lvl2pPr marL="0" indent="0">
              <a:buFont typeface="Arial" panose="020B0604020202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9" name="Rectangle 28">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page number">
            <a:extLst>
              <a:ext uri="{FF2B5EF4-FFF2-40B4-BE49-F238E27FC236}">
                <a16:creationId xmlns:a16="http://schemas.microsoft.com/office/drawing/2014/main" id="{7788490C-B63E-8E46-A9C1-9CF865F7FA57}"/>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Text Placeholder 6">
            <a:extLst>
              <a:ext uri="{FF2B5EF4-FFF2-40B4-BE49-F238E27FC236}">
                <a16:creationId xmlns:a16="http://schemas.microsoft.com/office/drawing/2014/main" id="{34AF0ECF-E71C-8AC9-36B9-29CB570B16D7}"/>
              </a:ext>
            </a:extLst>
          </p:cNvPr>
          <p:cNvSpPr>
            <a:spLocks noGrp="1"/>
          </p:cNvSpPr>
          <p:nvPr>
            <p:ph type="body" sz="quarter" idx="29"/>
          </p:nvPr>
        </p:nvSpPr>
        <p:spPr>
          <a:xfrm>
            <a:off x="59286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6">
            <a:extLst>
              <a:ext uri="{FF2B5EF4-FFF2-40B4-BE49-F238E27FC236}">
                <a16:creationId xmlns:a16="http://schemas.microsoft.com/office/drawing/2014/main" id="{D43B6B0E-4AB9-6144-29E4-820FC763DE97}"/>
              </a:ext>
            </a:extLst>
          </p:cNvPr>
          <p:cNvSpPr>
            <a:spLocks noGrp="1"/>
          </p:cNvSpPr>
          <p:nvPr>
            <p:ph type="body" sz="quarter" idx="30"/>
          </p:nvPr>
        </p:nvSpPr>
        <p:spPr>
          <a:xfrm>
            <a:off x="429761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FEE5625D-A2F8-6592-7C13-07EAF5CBBC33}"/>
              </a:ext>
            </a:extLst>
          </p:cNvPr>
          <p:cNvSpPr>
            <a:spLocks noGrp="1"/>
          </p:cNvSpPr>
          <p:nvPr>
            <p:ph type="body" sz="quarter" idx="31"/>
          </p:nvPr>
        </p:nvSpPr>
        <p:spPr>
          <a:xfrm>
            <a:off x="8001859"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userDrawn="1"/>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6" name="Rectangle 15">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userDrawn="1"/>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7" name="page number">
            <a:extLst>
              <a:ext uri="{FF2B5EF4-FFF2-40B4-BE49-F238E27FC236}">
                <a16:creationId xmlns:a16="http://schemas.microsoft.com/office/drawing/2014/main" id="{7788490C-B63E-8E46-A9C1-9CF865F7FA57}"/>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8" name="Rectangle 17">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userDrawn="1"/>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1880597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wo Content Dynamic –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46AD2E-9306-49E7-A98B-7D26E458C2B2}"/>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Left, Text/Graphic on Right</a:t>
            </a:r>
          </a:p>
        </p:txBody>
      </p:sp>
      <p:sp>
        <p:nvSpPr>
          <p:cNvPr id="14" name="Subtitle 2">
            <a:extLst>
              <a:ext uri="{FF2B5EF4-FFF2-40B4-BE49-F238E27FC236}">
                <a16:creationId xmlns:a16="http://schemas.microsoft.com/office/drawing/2014/main" id="{551435C2-3F7C-4835-8DB0-71E2C00537CF}"/>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Rectangle 6">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830FD232-93CB-4B54-A933-93C11B099F7A}"/>
              </a:ext>
            </a:extLst>
          </p:cNvPr>
          <p:cNvSpPr>
            <a:spLocks noGrp="1"/>
          </p:cNvSpPr>
          <p:nvPr>
            <p:ph type="body" sz="quarter" idx="20" hasCustomPrompt="1"/>
          </p:nvPr>
        </p:nvSpPr>
        <p:spPr>
          <a:xfrm>
            <a:off x="0"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577AE2CA-1B34-4F04-BD7F-F624F20E94FB}"/>
              </a:ext>
            </a:extLst>
          </p:cNvPr>
          <p:cNvSpPr>
            <a:spLocks noGrp="1"/>
          </p:cNvSpPr>
          <p:nvPr>
            <p:ph sz="quarter" idx="19" hasCustomPrompt="1"/>
          </p:nvPr>
        </p:nvSpPr>
        <p:spPr>
          <a:xfrm>
            <a:off x="3351213" y="1609531"/>
            <a:ext cx="8229600" cy="4572000"/>
          </a:xfrm>
        </p:spPr>
        <p:txBody>
          <a:bodyPr vert="horz" lIns="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1A93E906-C928-C345-B032-1F5C677FAEDD}"/>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9" name="Rectangle 8">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userDrawn="1"/>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1A93E906-C928-C345-B032-1F5C677FAEDD}"/>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364695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wo Content Dynamic –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2A934A-AC6B-460C-9C93-B13CF6B6263F}"/>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Right, Text/Graphic on Left</a:t>
            </a:r>
          </a:p>
        </p:txBody>
      </p:sp>
      <p:sp>
        <p:nvSpPr>
          <p:cNvPr id="14" name="Subtitle 2">
            <a:extLst>
              <a:ext uri="{FF2B5EF4-FFF2-40B4-BE49-F238E27FC236}">
                <a16:creationId xmlns:a16="http://schemas.microsoft.com/office/drawing/2014/main" id="{F6F5131D-84AE-4294-83A1-243FE1C81A8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page number">
            <a:extLst>
              <a:ext uri="{FF2B5EF4-FFF2-40B4-BE49-F238E27FC236}">
                <a16:creationId xmlns:a16="http://schemas.microsoft.com/office/drawing/2014/main" id="{EA3FFB13-8625-D245-BD64-AAC7CCCB5B6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CEB93DEE-AB9E-C81E-DF9C-D1BE09F22E09}"/>
              </a:ext>
            </a:extLst>
          </p:cNvPr>
          <p:cNvSpPr>
            <a:spLocks noGrp="1"/>
          </p:cNvSpPr>
          <p:nvPr>
            <p:ph type="body" sz="quarter" idx="20" hasCustomPrompt="1"/>
          </p:nvPr>
        </p:nvSpPr>
        <p:spPr>
          <a:xfrm>
            <a:off x="9294812"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10">
            <a:extLst>
              <a:ext uri="{FF2B5EF4-FFF2-40B4-BE49-F238E27FC236}">
                <a16:creationId xmlns:a16="http://schemas.microsoft.com/office/drawing/2014/main" id="{DC18C6BC-2416-B51C-F45A-9BCC874B47ED}"/>
              </a:ext>
            </a:extLst>
          </p:cNvPr>
          <p:cNvSpPr>
            <a:spLocks noGrp="1"/>
          </p:cNvSpPr>
          <p:nvPr>
            <p:ph sz="quarter" idx="19" hasCustomPrompt="1"/>
          </p:nvPr>
        </p:nvSpPr>
        <p:spPr>
          <a:xfrm>
            <a:off x="579809" y="1607465"/>
            <a:ext cx="8229600" cy="4572000"/>
          </a:xfrm>
        </p:spPr>
        <p:txBody>
          <a:bodyPr vert="horz" lIns="59436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EA3FFB13-8625-D245-BD64-AAC7CCCB5B6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0" name="Rectangle 9">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userDrawn="1"/>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2136262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Diagram with Content on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57BCD9-063B-4ED4-B68C-092EC2C342E6}"/>
              </a:ext>
            </a:extLst>
          </p:cNvPr>
          <p:cNvSpPr>
            <a:spLocks noGrp="1"/>
          </p:cNvSpPr>
          <p:nvPr>
            <p:ph type="title" hasCustomPrompt="1"/>
          </p:nvPr>
        </p:nvSpPr>
        <p:spPr/>
        <p:txBody>
          <a:bodyPr wrap="none"/>
          <a:lstStyle>
            <a:lvl1pPr>
              <a:defRPr>
                <a:solidFill>
                  <a:schemeClr val="accent2"/>
                </a:solidFill>
              </a:defRPr>
            </a:lvl1pPr>
          </a:lstStyle>
          <a:p>
            <a:r>
              <a:rPr lang="en-US"/>
              <a:t>Diagram with Content</a:t>
            </a:r>
          </a:p>
        </p:txBody>
      </p:sp>
      <p:sp>
        <p:nvSpPr>
          <p:cNvPr id="9" name="Subtitle 2">
            <a:extLst>
              <a:ext uri="{FF2B5EF4-FFF2-40B4-BE49-F238E27FC236}">
                <a16:creationId xmlns:a16="http://schemas.microsoft.com/office/drawing/2014/main" id="{A0D276D7-17CD-46AB-99B2-97FD34FEEFF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7" name="Rectangle 6">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5" name="Text Placeholder 4">
            <a:extLst>
              <a:ext uri="{FF2B5EF4-FFF2-40B4-BE49-F238E27FC236}">
                <a16:creationId xmlns:a16="http://schemas.microsoft.com/office/drawing/2014/main" id="{7F7496CC-9DD2-4299-850C-005958FB65CC}"/>
              </a:ext>
            </a:extLst>
          </p:cNvPr>
          <p:cNvSpPr>
            <a:spLocks noGrp="1"/>
          </p:cNvSpPr>
          <p:nvPr>
            <p:ph type="body" sz="quarter" idx="17" hasCustomPrompt="1"/>
          </p:nvPr>
        </p:nvSpPr>
        <p:spPr>
          <a:xfrm>
            <a:off x="8380413" y="1600200"/>
            <a:ext cx="3808412" cy="4572000"/>
          </a:xfrm>
        </p:spPr>
        <p:txBody>
          <a:bodyPr tIns="457200" rIns="594360" bIns="457200"/>
          <a:lstStyle>
            <a:lvl1pPr>
              <a:defRPr sz="1600">
                <a:solidFill>
                  <a:schemeClr val="accent2"/>
                </a:solidFill>
              </a:defRPr>
            </a:lvl1pPr>
            <a:lvl2pPr>
              <a:buClr>
                <a:schemeClr val="accent2"/>
              </a:buClr>
              <a:defRPr sz="1400">
                <a:solidFill>
                  <a:schemeClr val="accent2"/>
                </a:solidFill>
              </a:defRPr>
            </a:lvl2pPr>
            <a:lvl3pPr>
              <a:buClr>
                <a:schemeClr val="accent2"/>
              </a:buClr>
              <a:defRPr sz="1200">
                <a:solidFill>
                  <a:schemeClr val="accent2"/>
                </a:solidFill>
              </a:defRPr>
            </a:lvl3pPr>
            <a:lvl4pPr>
              <a:buClr>
                <a:schemeClr val="accent2"/>
              </a:buClr>
              <a:defRPr sz="1100">
                <a:solidFill>
                  <a:schemeClr val="accent2"/>
                </a:solidFill>
              </a:defRPr>
            </a:lvl4pPr>
            <a:lvl5pPr>
              <a:buClr>
                <a:schemeClr val="accent2"/>
              </a:buClr>
              <a:defRPr sz="1100">
                <a:solidFill>
                  <a:schemeClr val="accent2"/>
                </a:solidFill>
              </a:defRPr>
            </a:lvl5pPr>
            <a:lvl6pPr>
              <a:buClr>
                <a:schemeClr val="accent2"/>
              </a:buClr>
              <a:defRPr sz="1100">
                <a:solidFill>
                  <a:schemeClr val="accent2"/>
                </a:solidFill>
              </a:defRPr>
            </a:lvl6pPr>
            <a:lvl7pPr>
              <a:buClr>
                <a:schemeClr val="accent2"/>
              </a:buClr>
              <a:defRPr sz="1100">
                <a:solidFill>
                  <a:schemeClr val="accent2"/>
                </a:solidFill>
              </a:defRPr>
            </a:lvl7pPr>
            <a:lvl8pPr>
              <a:buClr>
                <a:schemeClr val="accent2"/>
              </a:buClr>
              <a:defRPr sz="1100">
                <a:solidFill>
                  <a:schemeClr val="accent2"/>
                </a:solidFill>
              </a:defRPr>
            </a:lvl8pPr>
            <a:lvl9pPr>
              <a:buClr>
                <a:schemeClr val="accent2"/>
              </a:buClr>
              <a:defRPr sz="1100">
                <a:solidFill>
                  <a:schemeClr val="accent2"/>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1" name="page number">
            <a:extLst>
              <a:ext uri="{FF2B5EF4-FFF2-40B4-BE49-F238E27FC236}">
                <a16:creationId xmlns:a16="http://schemas.microsoft.com/office/drawing/2014/main" id="{0D34A4A0-0C07-994F-9539-A07F4B06F18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C05F02B7-B99F-8424-E971-B7478FAB40DE}"/>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dirty="0"/>
              <a:t>NOTE: This is intended for a diagram only.</a:t>
            </a:r>
            <a:br>
              <a:rPr lang="en-US" dirty="0"/>
            </a:br>
            <a:r>
              <a:rPr lang="en-US" dirty="0"/>
              <a:t>Not recommended to add text here, as it’s not formatted for it. </a:t>
            </a:r>
          </a:p>
        </p:txBody>
      </p:sp>
      <p:sp>
        <p:nvSpPr>
          <p:cNvPr id="8" name="Rectangle 7">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userDrawn="1"/>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0D34A4A0-0C07-994F-9539-A07F4B06F18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187675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iagram with Outcome, Benefi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15888C-CFB4-4BEC-9B94-46E698DFC481}"/>
              </a:ext>
            </a:extLst>
          </p:cNvPr>
          <p:cNvSpPr>
            <a:spLocks noGrp="1"/>
          </p:cNvSpPr>
          <p:nvPr>
            <p:ph type="title" hasCustomPrompt="1"/>
          </p:nvPr>
        </p:nvSpPr>
        <p:spPr/>
        <p:txBody>
          <a:bodyPr wrap="none"/>
          <a:lstStyle>
            <a:lvl1pPr>
              <a:defRPr>
                <a:solidFill>
                  <a:schemeClr val="accent2"/>
                </a:solidFill>
              </a:defRPr>
            </a:lvl1pPr>
          </a:lstStyle>
          <a:p>
            <a:r>
              <a:rPr lang="en-US"/>
              <a:t>Diagram with Outcome/Benefit Content</a:t>
            </a:r>
          </a:p>
        </p:txBody>
      </p:sp>
      <p:sp>
        <p:nvSpPr>
          <p:cNvPr id="19" name="Subtitle 2">
            <a:extLst>
              <a:ext uri="{FF2B5EF4-FFF2-40B4-BE49-F238E27FC236}">
                <a16:creationId xmlns:a16="http://schemas.microsoft.com/office/drawing/2014/main" id="{E9D6A872-88BD-4DFC-AFFD-1E9BEEB6533B}"/>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38" name="Straight Connector 137">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9005EB21-86C3-42EF-BFE7-549D9EA3645A}"/>
              </a:ext>
            </a:extLst>
          </p:cNvPr>
          <p:cNvSpPr>
            <a:spLocks noGrp="1"/>
          </p:cNvSpPr>
          <p:nvPr>
            <p:ph type="body" sz="quarter" idx="17" hasCustomPrompt="1"/>
          </p:nvPr>
        </p:nvSpPr>
        <p:spPr>
          <a:xfrm>
            <a:off x="8380413" y="1699688"/>
            <a:ext cx="3200400" cy="298450"/>
          </a:xfrm>
        </p:spPr>
        <p:txBody>
          <a:bodyPr anchor="b"/>
          <a:lstStyle>
            <a:lvl1pPr>
              <a:defRPr sz="1800">
                <a:solidFill>
                  <a:schemeClr val="accent2"/>
                </a:solidFill>
              </a:defRPr>
            </a:lvl1pPr>
            <a:lvl5pPr>
              <a:defRPr/>
            </a:lvl5pPr>
          </a:lstStyle>
          <a:p>
            <a:pPr lvl="0"/>
            <a:r>
              <a:rPr lang="en-US"/>
              <a:t>Outcome</a:t>
            </a:r>
          </a:p>
        </p:txBody>
      </p:sp>
      <p:sp>
        <p:nvSpPr>
          <p:cNvPr id="4" name="Text Placeholder 3">
            <a:extLst>
              <a:ext uri="{FF2B5EF4-FFF2-40B4-BE49-F238E27FC236}">
                <a16:creationId xmlns:a16="http://schemas.microsoft.com/office/drawing/2014/main" id="{A8781D19-2DDB-4D83-983D-3D159A7DE7C0}"/>
              </a:ext>
            </a:extLst>
          </p:cNvPr>
          <p:cNvSpPr>
            <a:spLocks noGrp="1"/>
          </p:cNvSpPr>
          <p:nvPr>
            <p:ph type="body" sz="quarter" idx="20" hasCustomPrompt="1"/>
          </p:nvPr>
        </p:nvSpPr>
        <p:spPr>
          <a:xfrm>
            <a:off x="8378825" y="2063048"/>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dirty="0"/>
              <a:t>Click to add text</a:t>
            </a:r>
          </a:p>
          <a:p>
            <a:pPr lvl="1"/>
            <a:r>
              <a:rPr lang="en-US" dirty="0"/>
              <a:t>Second level</a:t>
            </a:r>
          </a:p>
          <a:p>
            <a:pPr lvl="2"/>
            <a:r>
              <a:rPr lang="en-US" dirty="0"/>
              <a:t>Third level</a:t>
            </a:r>
          </a:p>
        </p:txBody>
      </p:sp>
      <p:cxnSp>
        <p:nvCxnSpPr>
          <p:cNvPr id="75" name="Straight Connector 74">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Text Placeholder 6">
            <a:extLst>
              <a:ext uri="{FF2B5EF4-FFF2-40B4-BE49-F238E27FC236}">
                <a16:creationId xmlns:a16="http://schemas.microsoft.com/office/drawing/2014/main" id="{0D0977FA-A4CA-4F1F-8109-D7498D165EDD}"/>
              </a:ext>
            </a:extLst>
          </p:cNvPr>
          <p:cNvSpPr>
            <a:spLocks noGrp="1"/>
          </p:cNvSpPr>
          <p:nvPr>
            <p:ph type="body" sz="quarter" idx="19" hasCustomPrompt="1"/>
          </p:nvPr>
        </p:nvSpPr>
        <p:spPr>
          <a:xfrm>
            <a:off x="8380413" y="3972469"/>
            <a:ext cx="3200400" cy="298450"/>
          </a:xfrm>
        </p:spPr>
        <p:txBody>
          <a:bodyPr anchor="b"/>
          <a:lstStyle>
            <a:lvl1pPr>
              <a:defRPr sz="1800">
                <a:solidFill>
                  <a:schemeClr val="accent4"/>
                </a:solidFill>
              </a:defRPr>
            </a:lvl1pPr>
            <a:lvl5pPr>
              <a:defRPr/>
            </a:lvl5pPr>
          </a:lstStyle>
          <a:p>
            <a:pPr lvl="0"/>
            <a:r>
              <a:rPr lang="en-US"/>
              <a:t>Benefit</a:t>
            </a:r>
          </a:p>
        </p:txBody>
      </p:sp>
      <p:sp>
        <p:nvSpPr>
          <p:cNvPr id="16" name="Text Placeholder 3">
            <a:extLst>
              <a:ext uri="{FF2B5EF4-FFF2-40B4-BE49-F238E27FC236}">
                <a16:creationId xmlns:a16="http://schemas.microsoft.com/office/drawing/2014/main" id="{BB1458BF-96C1-46C6-A67F-AD0FB4B4E5C0}"/>
              </a:ext>
            </a:extLst>
          </p:cNvPr>
          <p:cNvSpPr>
            <a:spLocks noGrp="1"/>
          </p:cNvSpPr>
          <p:nvPr>
            <p:ph type="body" sz="quarter" idx="21" hasCustomPrompt="1"/>
          </p:nvPr>
        </p:nvSpPr>
        <p:spPr>
          <a:xfrm>
            <a:off x="8378825" y="4347904"/>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a:t>Click to add text</a:t>
            </a:r>
          </a:p>
          <a:p>
            <a:pPr lvl="1"/>
            <a:r>
              <a:rPr lang="en-US"/>
              <a:t>Second level</a:t>
            </a:r>
          </a:p>
          <a:p>
            <a:pPr lvl="2"/>
            <a:r>
              <a:rPr lang="en-US"/>
              <a:t>Third level</a:t>
            </a:r>
          </a:p>
        </p:txBody>
      </p:sp>
      <p:sp>
        <p:nvSpPr>
          <p:cNvPr id="13" name="page number">
            <a:extLst>
              <a:ext uri="{FF2B5EF4-FFF2-40B4-BE49-F238E27FC236}">
                <a16:creationId xmlns:a16="http://schemas.microsoft.com/office/drawing/2014/main" id="{2520CB7B-27A1-0749-95BA-681D8A0535D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81258617-CE72-E542-2E67-9B2874ED90B7}"/>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NOTE: This is intended for a diagram only.</a:t>
            </a:r>
            <a:br>
              <a:rPr lang="en-US"/>
            </a:br>
            <a:r>
              <a:rPr lang="en-US"/>
              <a:t>Not recommended to add text here, as it’s not formatted for it. </a:t>
            </a:r>
          </a:p>
        </p:txBody>
      </p:sp>
      <p:cxnSp>
        <p:nvCxnSpPr>
          <p:cNvPr id="12" name="Straight Connector 11">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userDrawn="1"/>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userDrawn="1"/>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page number">
            <a:extLst>
              <a:ext uri="{FF2B5EF4-FFF2-40B4-BE49-F238E27FC236}">
                <a16:creationId xmlns:a16="http://schemas.microsoft.com/office/drawing/2014/main" id="{2520CB7B-27A1-0749-95BA-681D8A0535D2}"/>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545080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ustomer Success">
    <p:spTree>
      <p:nvGrpSpPr>
        <p:cNvPr id="1" name=""/>
        <p:cNvGrpSpPr/>
        <p:nvPr/>
      </p:nvGrpSpPr>
      <p:grpSpPr>
        <a:xfrm>
          <a:off x="0" y="0"/>
          <a:ext cx="0" cy="0"/>
          <a:chOff x="0" y="0"/>
          <a:chExt cx="0" cy="0"/>
        </a:xfrm>
      </p:grpSpPr>
      <p:sp>
        <p:nvSpPr>
          <p:cNvPr id="53" name="Title 1">
            <a:extLst>
              <a:ext uri="{FF2B5EF4-FFF2-40B4-BE49-F238E27FC236}">
                <a16:creationId xmlns:a16="http://schemas.microsoft.com/office/drawing/2014/main" id="{05E46EAA-9D16-0D47-AF18-92C449033DAC}"/>
              </a:ext>
            </a:extLst>
          </p:cNvPr>
          <p:cNvSpPr>
            <a:spLocks noGrp="1"/>
          </p:cNvSpPr>
          <p:nvPr>
            <p:ph type="title" hasCustomPrompt="1"/>
          </p:nvPr>
        </p:nvSpPr>
        <p:spPr>
          <a:xfrm>
            <a:off x="579809" y="412751"/>
            <a:ext cx="11001004" cy="381000"/>
          </a:xfrm>
        </p:spPr>
        <p:txBody>
          <a:bodyPr/>
          <a:lstStyle>
            <a:lvl1pPr>
              <a:defRPr>
                <a:solidFill>
                  <a:schemeClr val="accent2"/>
                </a:solidFill>
              </a:defRPr>
            </a:lvl1pPr>
          </a:lstStyle>
          <a:p>
            <a:r>
              <a:rPr lang="en-US"/>
              <a:t>Customer Success – add Company Name here</a:t>
            </a:r>
          </a:p>
        </p:txBody>
      </p:sp>
      <p:sp>
        <p:nvSpPr>
          <p:cNvPr id="52" name="Subtitle 2">
            <a:extLst>
              <a:ext uri="{FF2B5EF4-FFF2-40B4-BE49-F238E27FC236}">
                <a16:creationId xmlns:a16="http://schemas.microsoft.com/office/drawing/2014/main" id="{CEFD99AC-6466-F04E-8E45-7EEEEA01BA6C}"/>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the highlighted business impact</a:t>
            </a:r>
          </a:p>
        </p:txBody>
      </p:sp>
      <p:cxnSp>
        <p:nvCxnSpPr>
          <p:cNvPr id="30" name="Straight Connector 29">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 name="Content Placeholder 17">
            <a:extLst>
              <a:ext uri="{FF2B5EF4-FFF2-40B4-BE49-F238E27FC236}">
                <a16:creationId xmlns:a16="http://schemas.microsoft.com/office/drawing/2014/main" id="{767C0863-B9D1-344E-A978-CD49E9400F6F}"/>
              </a:ext>
            </a:extLst>
          </p:cNvPr>
          <p:cNvSpPr>
            <a:spLocks noGrp="1"/>
          </p:cNvSpPr>
          <p:nvPr>
            <p:ph sz="quarter" idx="16" hasCustomPrompt="1"/>
          </p:nvPr>
        </p:nvSpPr>
        <p:spPr>
          <a:xfrm>
            <a:off x="611645" y="1901093"/>
            <a:ext cx="3201848" cy="1214595"/>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dirty="0"/>
              <a:t>Click to add text</a:t>
            </a:r>
          </a:p>
          <a:p>
            <a:pPr lvl="1"/>
            <a:r>
              <a:rPr lang="en-US" dirty="0"/>
              <a:t>Second level</a:t>
            </a:r>
          </a:p>
        </p:txBody>
      </p:sp>
      <p:cxnSp>
        <p:nvCxnSpPr>
          <p:cNvPr id="39" name="Straight Connector 38">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Content Placeholder 17">
            <a:extLst>
              <a:ext uri="{FF2B5EF4-FFF2-40B4-BE49-F238E27FC236}">
                <a16:creationId xmlns:a16="http://schemas.microsoft.com/office/drawing/2014/main" id="{A2B343CF-FF49-7E4F-A7C9-0593553254F3}"/>
              </a:ext>
            </a:extLst>
          </p:cNvPr>
          <p:cNvSpPr>
            <a:spLocks noGrp="1"/>
          </p:cNvSpPr>
          <p:nvPr>
            <p:ph sz="quarter" idx="20" hasCustomPrompt="1"/>
          </p:nvPr>
        </p:nvSpPr>
        <p:spPr>
          <a:xfrm>
            <a:off x="4414210" y="1901094"/>
            <a:ext cx="3201848" cy="1225566"/>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31" name="Straight Connector 30">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Content Placeholder 17">
            <a:extLst>
              <a:ext uri="{FF2B5EF4-FFF2-40B4-BE49-F238E27FC236}">
                <a16:creationId xmlns:a16="http://schemas.microsoft.com/office/drawing/2014/main" id="{65BA7F3E-AD8D-A54C-B026-DAA8FC9C0540}"/>
              </a:ext>
            </a:extLst>
          </p:cNvPr>
          <p:cNvSpPr>
            <a:spLocks noGrp="1"/>
          </p:cNvSpPr>
          <p:nvPr>
            <p:ph sz="quarter" idx="18" hasCustomPrompt="1"/>
          </p:nvPr>
        </p:nvSpPr>
        <p:spPr>
          <a:xfrm>
            <a:off x="611645" y="3693430"/>
            <a:ext cx="3201848" cy="1110049"/>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40" name="Straight Connector 39">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6" name="Content Placeholder 17">
            <a:extLst>
              <a:ext uri="{FF2B5EF4-FFF2-40B4-BE49-F238E27FC236}">
                <a16:creationId xmlns:a16="http://schemas.microsoft.com/office/drawing/2014/main" id="{3265790D-1104-8D4D-A8C6-F7A7E77F664C}"/>
              </a:ext>
            </a:extLst>
          </p:cNvPr>
          <p:cNvSpPr>
            <a:spLocks noGrp="1"/>
          </p:cNvSpPr>
          <p:nvPr>
            <p:ph sz="quarter" idx="22" hasCustomPrompt="1"/>
          </p:nvPr>
        </p:nvSpPr>
        <p:spPr>
          <a:xfrm>
            <a:off x="4414210" y="3693430"/>
            <a:ext cx="3201848" cy="1132351"/>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55" name="Straight Connector 54">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Text Placeholder 6">
            <a:extLst>
              <a:ext uri="{FF2B5EF4-FFF2-40B4-BE49-F238E27FC236}">
                <a16:creationId xmlns:a16="http://schemas.microsoft.com/office/drawing/2014/main" id="{F0EFE66F-363C-804E-BABD-F54C3E33FDEA}"/>
              </a:ext>
            </a:extLst>
          </p:cNvPr>
          <p:cNvSpPr>
            <a:spLocks noGrp="1"/>
          </p:cNvSpPr>
          <p:nvPr>
            <p:ph type="body" sz="quarter" idx="31" hasCustomPrompt="1"/>
          </p:nvPr>
        </p:nvSpPr>
        <p:spPr>
          <a:xfrm>
            <a:off x="613093" y="5327336"/>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One</a:t>
            </a:r>
          </a:p>
        </p:txBody>
      </p:sp>
      <p:sp>
        <p:nvSpPr>
          <p:cNvPr id="57" name="Text Placeholder 6">
            <a:extLst>
              <a:ext uri="{FF2B5EF4-FFF2-40B4-BE49-F238E27FC236}">
                <a16:creationId xmlns:a16="http://schemas.microsoft.com/office/drawing/2014/main" id="{0166C751-50F5-8B4F-9A97-B83901E78B00}"/>
              </a:ext>
            </a:extLst>
          </p:cNvPr>
          <p:cNvSpPr>
            <a:spLocks noGrp="1"/>
          </p:cNvSpPr>
          <p:nvPr>
            <p:ph type="body" sz="quarter" idx="33" hasCustomPrompt="1"/>
          </p:nvPr>
        </p:nvSpPr>
        <p:spPr>
          <a:xfrm>
            <a:off x="613093" y="5593624"/>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Two</a:t>
            </a:r>
          </a:p>
        </p:txBody>
      </p:sp>
      <p:sp>
        <p:nvSpPr>
          <p:cNvPr id="58" name="Text Placeholder 6">
            <a:extLst>
              <a:ext uri="{FF2B5EF4-FFF2-40B4-BE49-F238E27FC236}">
                <a16:creationId xmlns:a16="http://schemas.microsoft.com/office/drawing/2014/main" id="{0D57825D-E522-644D-8F4A-0B77A7036EBF}"/>
              </a:ext>
            </a:extLst>
          </p:cNvPr>
          <p:cNvSpPr>
            <a:spLocks noGrp="1"/>
          </p:cNvSpPr>
          <p:nvPr>
            <p:ph type="body" sz="quarter" idx="35" hasCustomPrompt="1"/>
          </p:nvPr>
        </p:nvSpPr>
        <p:spPr>
          <a:xfrm>
            <a:off x="613093" y="5859911"/>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Three</a:t>
            </a:r>
          </a:p>
        </p:txBody>
      </p:sp>
      <p:sp>
        <p:nvSpPr>
          <p:cNvPr id="61" name="Text Placeholder 6">
            <a:extLst>
              <a:ext uri="{FF2B5EF4-FFF2-40B4-BE49-F238E27FC236}">
                <a16:creationId xmlns:a16="http://schemas.microsoft.com/office/drawing/2014/main" id="{EBAAD5C6-0007-A84B-A2C2-FCC2F00B4295}"/>
              </a:ext>
            </a:extLst>
          </p:cNvPr>
          <p:cNvSpPr>
            <a:spLocks noGrp="1"/>
          </p:cNvSpPr>
          <p:nvPr>
            <p:ph type="body" sz="quarter" idx="36" hasCustomPrompt="1"/>
          </p:nvPr>
        </p:nvSpPr>
        <p:spPr>
          <a:xfrm>
            <a:off x="4400790" y="5327336"/>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One</a:t>
            </a:r>
          </a:p>
        </p:txBody>
      </p:sp>
      <p:sp>
        <p:nvSpPr>
          <p:cNvPr id="62" name="Text Placeholder 6">
            <a:extLst>
              <a:ext uri="{FF2B5EF4-FFF2-40B4-BE49-F238E27FC236}">
                <a16:creationId xmlns:a16="http://schemas.microsoft.com/office/drawing/2014/main" id="{A8B7A6ED-D85B-2E4C-BCD6-D130232A3F76}"/>
              </a:ext>
            </a:extLst>
          </p:cNvPr>
          <p:cNvSpPr>
            <a:spLocks noGrp="1"/>
          </p:cNvSpPr>
          <p:nvPr>
            <p:ph type="body" sz="quarter" idx="37" hasCustomPrompt="1"/>
          </p:nvPr>
        </p:nvSpPr>
        <p:spPr>
          <a:xfrm>
            <a:off x="4400790" y="5593624"/>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Two</a:t>
            </a:r>
          </a:p>
        </p:txBody>
      </p:sp>
      <p:sp>
        <p:nvSpPr>
          <p:cNvPr id="63" name="Text Placeholder 6">
            <a:extLst>
              <a:ext uri="{FF2B5EF4-FFF2-40B4-BE49-F238E27FC236}">
                <a16:creationId xmlns:a16="http://schemas.microsoft.com/office/drawing/2014/main" id="{C507BC1F-4225-8C48-9110-5D75D900FFC0}"/>
              </a:ext>
            </a:extLst>
          </p:cNvPr>
          <p:cNvSpPr>
            <a:spLocks noGrp="1"/>
          </p:cNvSpPr>
          <p:nvPr>
            <p:ph type="body" sz="quarter" idx="38" hasCustomPrompt="1"/>
          </p:nvPr>
        </p:nvSpPr>
        <p:spPr>
          <a:xfrm>
            <a:off x="4400790" y="5859911"/>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Three</a:t>
            </a:r>
          </a:p>
        </p:txBody>
      </p:sp>
      <p:sp>
        <p:nvSpPr>
          <p:cNvPr id="45" name="Picture Placeholder 8">
            <a:extLst>
              <a:ext uri="{FF2B5EF4-FFF2-40B4-BE49-F238E27FC236}">
                <a16:creationId xmlns:a16="http://schemas.microsoft.com/office/drawing/2014/main" id="{231A51E8-5046-A444-8DFA-A0B8E647C4F2}"/>
              </a:ext>
            </a:extLst>
          </p:cNvPr>
          <p:cNvSpPr>
            <a:spLocks noGrp="1"/>
          </p:cNvSpPr>
          <p:nvPr>
            <p:ph type="pic" sz="quarter" idx="25" hasCustomPrompt="1"/>
          </p:nvPr>
        </p:nvSpPr>
        <p:spPr>
          <a:xfrm>
            <a:off x="9207965" y="1600200"/>
            <a:ext cx="1841500" cy="660399"/>
          </a:xfrm>
        </p:spPr>
        <p:txBody>
          <a:bodyPr anchor="ctr"/>
          <a:lstStyle>
            <a:lvl1pPr algn="ctr">
              <a:lnSpc>
                <a:spcPct val="100000"/>
              </a:lnSpc>
              <a:spcBef>
                <a:spcPts val="0"/>
              </a:spcBef>
              <a:defRPr>
                <a:solidFill>
                  <a:schemeClr val="tx1"/>
                </a:solidFill>
              </a:defRPr>
            </a:lvl1pPr>
          </a:lstStyle>
          <a:p>
            <a:r>
              <a:rPr lang="en-US" dirty="0"/>
              <a:t>Insert Logo here</a:t>
            </a:r>
          </a:p>
        </p:txBody>
      </p:sp>
      <p:sp>
        <p:nvSpPr>
          <p:cNvPr id="44" name="Text Placeholder 10">
            <a:extLst>
              <a:ext uri="{FF2B5EF4-FFF2-40B4-BE49-F238E27FC236}">
                <a16:creationId xmlns:a16="http://schemas.microsoft.com/office/drawing/2014/main" id="{81E8E56D-8554-4E46-BBBC-E98827D1EE1F}"/>
              </a:ext>
            </a:extLst>
          </p:cNvPr>
          <p:cNvSpPr>
            <a:spLocks noGrp="1"/>
          </p:cNvSpPr>
          <p:nvPr>
            <p:ph type="body" sz="quarter" idx="27" hasCustomPrompt="1"/>
          </p:nvPr>
        </p:nvSpPr>
        <p:spPr>
          <a:xfrm>
            <a:off x="8509465" y="2347933"/>
            <a:ext cx="3206750" cy="241300"/>
          </a:xfrm>
        </p:spPr>
        <p:txBody>
          <a:bodyPr anchor="ctr"/>
          <a:lstStyle>
            <a:lvl1pPr algn="ctr">
              <a:lnSpc>
                <a:spcPct val="100000"/>
              </a:lnSpc>
              <a:spcBef>
                <a:spcPts val="0"/>
              </a:spcBef>
              <a:defRPr sz="1200">
                <a:solidFill>
                  <a:schemeClr val="tx1"/>
                </a:solidFill>
              </a:defRPr>
            </a:lvl1pPr>
            <a:lvl2pPr marL="0" indent="0" algn="ctr">
              <a:buFont typeface="Arial" panose="020B0604020202020204" pitchFamily="34" charset="0"/>
              <a:buChar char="​"/>
              <a:defRPr sz="1200">
                <a:solidFill>
                  <a:schemeClr val="accent1"/>
                </a:solidFill>
              </a:defRPr>
            </a:lvl2pPr>
            <a:lvl3pPr marL="0" indent="0" algn="ctr">
              <a:buFont typeface="Arial" panose="020B0604020202020204" pitchFamily="34" charset="0"/>
              <a:buChar char="​"/>
              <a:defRPr sz="1200">
                <a:solidFill>
                  <a:schemeClr val="accent1"/>
                </a:solidFill>
              </a:defRPr>
            </a:lvl3pPr>
            <a:lvl4pPr marL="0" indent="0" algn="ctr">
              <a:buFont typeface="Arial" panose="020B0604020202020204" pitchFamily="34" charset="0"/>
              <a:buChar char="​"/>
              <a:defRPr sz="1200">
                <a:solidFill>
                  <a:schemeClr val="accent1"/>
                </a:solidFill>
              </a:defRPr>
            </a:lvl4pPr>
            <a:lvl5pPr marL="0" indent="0" algn="ctr">
              <a:buFont typeface="Arial" panose="020B0604020202020204" pitchFamily="34" charset="0"/>
              <a:buChar char="​"/>
              <a:defRPr sz="1200">
                <a:solidFill>
                  <a:schemeClr val="accent1"/>
                </a:solidFill>
              </a:defRPr>
            </a:lvl5pPr>
          </a:lstStyle>
          <a:p>
            <a:pPr lvl="0"/>
            <a:r>
              <a:rPr lang="en-US"/>
              <a:t>Location</a:t>
            </a:r>
          </a:p>
        </p:txBody>
      </p:sp>
      <p:sp>
        <p:nvSpPr>
          <p:cNvPr id="43" name="Text Placeholder 10">
            <a:extLst>
              <a:ext uri="{FF2B5EF4-FFF2-40B4-BE49-F238E27FC236}">
                <a16:creationId xmlns:a16="http://schemas.microsoft.com/office/drawing/2014/main" id="{59903D24-0D11-174E-9765-B2914D00A88C}"/>
              </a:ext>
            </a:extLst>
          </p:cNvPr>
          <p:cNvSpPr>
            <a:spLocks noGrp="1"/>
          </p:cNvSpPr>
          <p:nvPr>
            <p:ph type="body" sz="quarter" idx="28" hasCustomPrompt="1"/>
          </p:nvPr>
        </p:nvSpPr>
        <p:spPr>
          <a:xfrm>
            <a:off x="8509465" y="2647290"/>
            <a:ext cx="3206750" cy="241300"/>
          </a:xfrm>
        </p:spPr>
        <p:txBody>
          <a:bodyPr anchor="ctr"/>
          <a:lstStyle>
            <a:lvl1pPr algn="ctr">
              <a:lnSpc>
                <a:spcPct val="100000"/>
              </a:lnSpc>
              <a:spcBef>
                <a:spcPts val="0"/>
              </a:spcBef>
              <a:defRPr sz="1200">
                <a:solidFill>
                  <a:schemeClr val="tx1"/>
                </a:solidFill>
              </a:defRPr>
            </a:lvl1pPr>
            <a:lvl2pPr marL="0" indent="0" algn="ctr">
              <a:buFont typeface="Arial" panose="020B0604020202020204" pitchFamily="34" charset="0"/>
              <a:buChar char="​"/>
              <a:defRPr sz="1200">
                <a:solidFill>
                  <a:schemeClr val="accent1"/>
                </a:solidFill>
              </a:defRPr>
            </a:lvl2pPr>
            <a:lvl3pPr marL="0" indent="0" algn="ctr">
              <a:buFont typeface="Arial" panose="020B0604020202020204" pitchFamily="34" charset="0"/>
              <a:buChar char="​"/>
              <a:defRPr sz="1200">
                <a:solidFill>
                  <a:schemeClr val="accent1"/>
                </a:solidFill>
              </a:defRPr>
            </a:lvl3pPr>
            <a:lvl4pPr marL="0" indent="0" algn="ctr">
              <a:buFont typeface="Arial" panose="020B0604020202020204" pitchFamily="34" charset="0"/>
              <a:buChar char="​"/>
              <a:defRPr sz="1200">
                <a:solidFill>
                  <a:schemeClr val="accent1"/>
                </a:solidFill>
              </a:defRPr>
            </a:lvl4pPr>
            <a:lvl5pPr marL="0" indent="0" algn="ctr">
              <a:buFont typeface="Arial" panose="020B0604020202020204" pitchFamily="34" charset="0"/>
              <a:buChar char="​"/>
              <a:defRPr sz="1200">
                <a:solidFill>
                  <a:schemeClr val="accent1"/>
                </a:solidFill>
              </a:defRPr>
            </a:lvl5pPr>
          </a:lstStyle>
          <a:p>
            <a:pPr lvl="0"/>
            <a:r>
              <a:rPr lang="en-US"/>
              <a:t>Industry</a:t>
            </a:r>
          </a:p>
        </p:txBody>
      </p:sp>
      <p:sp>
        <p:nvSpPr>
          <p:cNvPr id="42" name="Picture Placeholder 5">
            <a:extLst>
              <a:ext uri="{FF2B5EF4-FFF2-40B4-BE49-F238E27FC236}">
                <a16:creationId xmlns:a16="http://schemas.microsoft.com/office/drawing/2014/main" id="{2EDE5296-3D34-0C47-A404-38FF5A22C6D8}"/>
              </a:ext>
            </a:extLst>
          </p:cNvPr>
          <p:cNvSpPr>
            <a:spLocks noGrp="1"/>
          </p:cNvSpPr>
          <p:nvPr>
            <p:ph type="pic" sz="quarter" idx="24"/>
          </p:nvPr>
        </p:nvSpPr>
        <p:spPr>
          <a:xfrm>
            <a:off x="8515815" y="2971800"/>
            <a:ext cx="3194050" cy="1828800"/>
          </a:xfrm>
        </p:spPr>
        <p:txBody>
          <a:bodyPr/>
          <a:lstStyle>
            <a:lvl1pPr>
              <a:lnSpc>
                <a:spcPct val="100000"/>
              </a:lnSpc>
              <a:spcBef>
                <a:spcPts val="0"/>
              </a:spcBef>
              <a:defRPr>
                <a:solidFill>
                  <a:schemeClr val="tx1"/>
                </a:solidFill>
              </a:defRPr>
            </a:lvl1pPr>
          </a:lstStyle>
          <a:p>
            <a:r>
              <a:rPr lang="en-US"/>
              <a:t>Click icon to add picture</a:t>
            </a:r>
            <a:endParaRPr lang="en-US" dirty="0"/>
          </a:p>
        </p:txBody>
      </p:sp>
      <p:sp>
        <p:nvSpPr>
          <p:cNvPr id="41" name="Text Placeholder 10">
            <a:extLst>
              <a:ext uri="{FF2B5EF4-FFF2-40B4-BE49-F238E27FC236}">
                <a16:creationId xmlns:a16="http://schemas.microsoft.com/office/drawing/2014/main" id="{C7B1EDB8-ADF5-9C41-B4C4-26AA9C0B9D24}"/>
              </a:ext>
            </a:extLst>
          </p:cNvPr>
          <p:cNvSpPr>
            <a:spLocks noGrp="1"/>
          </p:cNvSpPr>
          <p:nvPr>
            <p:ph type="body" sz="quarter" idx="26" hasCustomPrompt="1"/>
          </p:nvPr>
        </p:nvSpPr>
        <p:spPr>
          <a:xfrm>
            <a:off x="8515815" y="5022214"/>
            <a:ext cx="3200400" cy="1153795"/>
          </a:xfrm>
        </p:spPr>
        <p:txBody>
          <a:bodyPr/>
          <a:lstStyle>
            <a:lvl1pPr algn="ctr">
              <a:lnSpc>
                <a:spcPct val="100000"/>
              </a:lnSpc>
              <a:spcBef>
                <a:spcPts val="0"/>
              </a:spcBef>
              <a:defRPr sz="1400">
                <a:solidFill>
                  <a:schemeClr val="tx1"/>
                </a:solidFill>
              </a:defRPr>
            </a:lvl1pPr>
            <a:lvl2pPr marL="0" indent="0" algn="ctr">
              <a:lnSpc>
                <a:spcPct val="100000"/>
              </a:lnSpc>
              <a:spcBef>
                <a:spcPts val="0"/>
              </a:spcBef>
              <a:buFont typeface="Arial" panose="020B0604020202020204" pitchFamily="34" charset="0"/>
              <a:buChar char="​"/>
              <a:defRPr sz="1200">
                <a:solidFill>
                  <a:schemeClr val="tx1"/>
                </a:solidFill>
              </a:defRPr>
            </a:lvl2pPr>
            <a:lvl3pPr marL="0" indent="0" algn="ctr">
              <a:buFont typeface="Arial" panose="020B0604020202020204" pitchFamily="34" charset="0"/>
              <a:buNone/>
              <a:defRPr sz="1200">
                <a:solidFill>
                  <a:schemeClr val="accent1"/>
                </a:solidFill>
              </a:defRPr>
            </a:lvl3pPr>
            <a:lvl4pPr marL="0" indent="0" algn="ctr">
              <a:buFont typeface="Arial" panose="020B0604020202020204" pitchFamily="34" charset="0"/>
              <a:buChar char="​"/>
              <a:defRPr sz="1200">
                <a:solidFill>
                  <a:schemeClr val="accent1"/>
                </a:solidFill>
              </a:defRPr>
            </a:lvl4pPr>
            <a:lvl5pPr marL="0" indent="0" algn="ctr">
              <a:buFont typeface="Arial" panose="020B0604020202020204" pitchFamily="34" charset="0"/>
              <a:buChar char="​"/>
              <a:defRPr sz="1200">
                <a:solidFill>
                  <a:schemeClr val="accent1"/>
                </a:solidFill>
              </a:defRPr>
            </a:lvl5pPr>
          </a:lstStyle>
          <a:p>
            <a:pPr lvl="0"/>
            <a:r>
              <a:rPr lang="en-US"/>
              <a:t>Click to add text</a:t>
            </a:r>
          </a:p>
          <a:p>
            <a:pPr lvl="1"/>
            <a:r>
              <a:rPr lang="en-US"/>
              <a:t>Second level</a:t>
            </a:r>
          </a:p>
        </p:txBody>
      </p:sp>
      <p:sp>
        <p:nvSpPr>
          <p:cNvPr id="33" name="page number">
            <a:extLst>
              <a:ext uri="{FF2B5EF4-FFF2-40B4-BE49-F238E27FC236}">
                <a16:creationId xmlns:a16="http://schemas.microsoft.com/office/drawing/2014/main" id="{CB20449E-0760-3743-8E7C-7D6BA7165F7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cxnSp>
        <p:nvCxnSpPr>
          <p:cNvPr id="2" name="Straight Connector 1">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2906119E-8D41-BF4A-7D53-2FBB71F653C6}"/>
              </a:ext>
            </a:extLst>
          </p:cNvPr>
          <p:cNvSpPr>
            <a:spLocks noGrp="1"/>
          </p:cNvSpPr>
          <p:nvPr>
            <p:ph type="body" sz="quarter" idx="41" hasCustomPrompt="1"/>
          </p:nvPr>
        </p:nvSpPr>
        <p:spPr>
          <a:xfrm>
            <a:off x="608013" y="1552575"/>
            <a:ext cx="3201987" cy="219075"/>
          </a:xfrm>
        </p:spPr>
        <p:txBody>
          <a:bodyPr anchor="b" anchorCtr="0"/>
          <a:lstStyle>
            <a:lvl1pPr>
              <a:defRPr sz="1200" cap="all" baseline="0">
                <a:solidFill>
                  <a:schemeClr val="accent2"/>
                </a:solidFill>
              </a:defRPr>
            </a:lvl1pPr>
          </a:lstStyle>
          <a:p>
            <a:pPr lvl="0"/>
            <a:r>
              <a:rPr lang="en-US" dirty="0"/>
              <a:t>About</a:t>
            </a:r>
          </a:p>
        </p:txBody>
      </p:sp>
      <p:sp>
        <p:nvSpPr>
          <p:cNvPr id="18" name="Text Placeholder 17">
            <a:extLst>
              <a:ext uri="{FF2B5EF4-FFF2-40B4-BE49-F238E27FC236}">
                <a16:creationId xmlns:a16="http://schemas.microsoft.com/office/drawing/2014/main" id="{D52D6E64-9DD1-43CD-C247-B83E374482F5}"/>
              </a:ext>
            </a:extLst>
          </p:cNvPr>
          <p:cNvSpPr>
            <a:spLocks noGrp="1"/>
          </p:cNvSpPr>
          <p:nvPr>
            <p:ph type="body" sz="quarter" idx="42" hasCustomPrompt="1"/>
          </p:nvPr>
        </p:nvSpPr>
        <p:spPr>
          <a:xfrm>
            <a:off x="4411663" y="1552575"/>
            <a:ext cx="3201987" cy="219075"/>
          </a:xfrm>
        </p:spPr>
        <p:txBody>
          <a:bodyPr anchor="b" anchorCtr="0"/>
          <a:lstStyle>
            <a:lvl1pPr>
              <a:defRPr sz="1200" cap="all" baseline="0">
                <a:solidFill>
                  <a:schemeClr val="accent2"/>
                </a:solidFill>
              </a:defRPr>
            </a:lvl1pPr>
          </a:lstStyle>
          <a:p>
            <a:pPr lvl="0"/>
            <a:r>
              <a:rPr lang="en-US" dirty="0"/>
              <a:t>solution</a:t>
            </a:r>
          </a:p>
        </p:txBody>
      </p:sp>
      <p:sp>
        <p:nvSpPr>
          <p:cNvPr id="20" name="Text Placeholder 19">
            <a:extLst>
              <a:ext uri="{FF2B5EF4-FFF2-40B4-BE49-F238E27FC236}">
                <a16:creationId xmlns:a16="http://schemas.microsoft.com/office/drawing/2014/main" id="{D02A9C0F-4D4C-0EEC-0E20-65368D11774B}"/>
              </a:ext>
            </a:extLst>
          </p:cNvPr>
          <p:cNvSpPr>
            <a:spLocks noGrp="1"/>
          </p:cNvSpPr>
          <p:nvPr>
            <p:ph type="body" sz="quarter" idx="43" hasCustomPrompt="1"/>
          </p:nvPr>
        </p:nvSpPr>
        <p:spPr>
          <a:xfrm>
            <a:off x="608013" y="3338514"/>
            <a:ext cx="3201987" cy="219075"/>
          </a:xfrm>
        </p:spPr>
        <p:txBody>
          <a:bodyPr anchor="b" anchorCtr="0"/>
          <a:lstStyle>
            <a:lvl1pPr>
              <a:defRPr sz="1200" cap="all" baseline="0">
                <a:solidFill>
                  <a:schemeClr val="accent3"/>
                </a:solidFill>
              </a:defRPr>
            </a:lvl1pPr>
          </a:lstStyle>
          <a:p>
            <a:pPr lvl="0"/>
            <a:r>
              <a:rPr lang="en-US" dirty="0"/>
              <a:t>challenges</a:t>
            </a:r>
          </a:p>
        </p:txBody>
      </p:sp>
      <p:sp>
        <p:nvSpPr>
          <p:cNvPr id="22" name="Text Placeholder 21">
            <a:extLst>
              <a:ext uri="{FF2B5EF4-FFF2-40B4-BE49-F238E27FC236}">
                <a16:creationId xmlns:a16="http://schemas.microsoft.com/office/drawing/2014/main" id="{1DEF5052-BBAD-A22B-0D68-BBBFD706375E}"/>
              </a:ext>
            </a:extLst>
          </p:cNvPr>
          <p:cNvSpPr>
            <a:spLocks noGrp="1"/>
          </p:cNvSpPr>
          <p:nvPr>
            <p:ph type="body" sz="quarter" idx="44" hasCustomPrompt="1"/>
          </p:nvPr>
        </p:nvSpPr>
        <p:spPr>
          <a:xfrm>
            <a:off x="4427538" y="3338514"/>
            <a:ext cx="3201987" cy="219075"/>
          </a:xfrm>
        </p:spPr>
        <p:txBody>
          <a:bodyPr anchor="b" anchorCtr="0"/>
          <a:lstStyle>
            <a:lvl1pPr>
              <a:defRPr sz="1200" cap="all" baseline="0">
                <a:solidFill>
                  <a:schemeClr val="accent3"/>
                </a:solidFill>
              </a:defRPr>
            </a:lvl1pPr>
          </a:lstStyle>
          <a:p>
            <a:pPr lvl="0"/>
            <a:r>
              <a:rPr lang="en-US"/>
              <a:t>impact</a:t>
            </a:r>
          </a:p>
        </p:txBody>
      </p:sp>
      <p:sp>
        <p:nvSpPr>
          <p:cNvPr id="24" name="Text Placeholder 23">
            <a:extLst>
              <a:ext uri="{FF2B5EF4-FFF2-40B4-BE49-F238E27FC236}">
                <a16:creationId xmlns:a16="http://schemas.microsoft.com/office/drawing/2014/main" id="{9FFF9CD2-0893-33FB-480A-506C7095C2FA}"/>
              </a:ext>
            </a:extLst>
          </p:cNvPr>
          <p:cNvSpPr>
            <a:spLocks noGrp="1"/>
          </p:cNvSpPr>
          <p:nvPr>
            <p:ph type="body" sz="quarter" idx="45" hasCustomPrompt="1"/>
          </p:nvPr>
        </p:nvSpPr>
        <p:spPr>
          <a:xfrm>
            <a:off x="608013" y="5022850"/>
            <a:ext cx="3200400" cy="227013"/>
          </a:xfrm>
        </p:spPr>
        <p:txBody>
          <a:bodyPr anchor="b" anchorCtr="0"/>
          <a:lstStyle>
            <a:lvl1pPr>
              <a:defRPr sz="1200" cap="all" baseline="0">
                <a:solidFill>
                  <a:schemeClr val="accent4"/>
                </a:solidFill>
              </a:defRPr>
            </a:lvl1pPr>
          </a:lstStyle>
          <a:p>
            <a:pPr lvl="0"/>
            <a:r>
              <a:rPr lang="en-US"/>
              <a:t>products</a:t>
            </a:r>
          </a:p>
        </p:txBody>
      </p:sp>
      <p:sp>
        <p:nvSpPr>
          <p:cNvPr id="26" name="Text Placeholder 25">
            <a:extLst>
              <a:ext uri="{FF2B5EF4-FFF2-40B4-BE49-F238E27FC236}">
                <a16:creationId xmlns:a16="http://schemas.microsoft.com/office/drawing/2014/main" id="{F2B49FE0-BA78-9DF9-AB7D-9F52651E93AD}"/>
              </a:ext>
            </a:extLst>
          </p:cNvPr>
          <p:cNvSpPr>
            <a:spLocks noGrp="1"/>
          </p:cNvSpPr>
          <p:nvPr>
            <p:ph type="body" sz="quarter" idx="46" hasCustomPrompt="1"/>
          </p:nvPr>
        </p:nvSpPr>
        <p:spPr>
          <a:xfrm>
            <a:off x="4427538" y="5022850"/>
            <a:ext cx="3200400" cy="227013"/>
          </a:xfrm>
        </p:spPr>
        <p:txBody>
          <a:bodyPr anchor="b" anchorCtr="0"/>
          <a:lstStyle>
            <a:lvl1pPr>
              <a:defRPr sz="1200" cap="all" baseline="0">
                <a:solidFill>
                  <a:schemeClr val="accent4"/>
                </a:solidFill>
              </a:defRPr>
            </a:lvl1pPr>
          </a:lstStyle>
          <a:p>
            <a:pPr lvl="0"/>
            <a:r>
              <a:rPr lang="en-US"/>
              <a:t>Strategic priorities</a:t>
            </a:r>
          </a:p>
        </p:txBody>
      </p:sp>
      <p:cxnSp>
        <p:nvCxnSpPr>
          <p:cNvPr id="32" name="Straight Connector 31">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userDrawn="1"/>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userDrawn="1"/>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userDrawn="1"/>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userDrawn="1"/>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userDrawn="1"/>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page number">
            <a:extLst>
              <a:ext uri="{FF2B5EF4-FFF2-40B4-BE49-F238E27FC236}">
                <a16:creationId xmlns:a16="http://schemas.microsoft.com/office/drawing/2014/main" id="{CB20449E-0760-3743-8E7C-7D6BA7165F7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cxnSp>
        <p:nvCxnSpPr>
          <p:cNvPr id="49" name="Straight Connector 48">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userDrawn="1"/>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7219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hre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2"/>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4"/>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8" name="Oval 17">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userDrawn="1"/>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0" name="Oval 19">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userDrawn="1"/>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4" name="Oval 23">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userDrawn="1"/>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5" name="page number">
            <a:extLst>
              <a:ext uri="{FF2B5EF4-FFF2-40B4-BE49-F238E27FC236}">
                <a16:creationId xmlns:a16="http://schemas.microsoft.com/office/drawing/2014/main" id="{6122FC91-666D-7A42-9D21-9800CF4E370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563020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Icon - Fancy">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601F6BC8-890F-E2DA-3AF7-13EDFB2F57AD}"/>
              </a:ext>
            </a:extLst>
          </p:cNvPr>
          <p:cNvSpPr>
            <a:spLocks/>
          </p:cNvSpPr>
          <p:nvPr userDrawn="1"/>
        </p:nvSpPr>
        <p:spPr>
          <a:xfrm>
            <a:off x="8226351" y="1899065"/>
            <a:ext cx="2141686" cy="2141686"/>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5" name="Oval 4">
            <a:extLst>
              <a:ext uri="{FF2B5EF4-FFF2-40B4-BE49-F238E27FC236}">
                <a16:creationId xmlns:a16="http://schemas.microsoft.com/office/drawing/2014/main" id="{CAD2CE7C-A738-5DAC-E359-C64BB0405D4D}"/>
              </a:ext>
            </a:extLst>
          </p:cNvPr>
          <p:cNvSpPr>
            <a:spLocks/>
          </p:cNvSpPr>
          <p:nvPr userDrawn="1"/>
        </p:nvSpPr>
        <p:spPr>
          <a:xfrm>
            <a:off x="5023569" y="1899065"/>
            <a:ext cx="2141686" cy="2141686"/>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Oval 1">
            <a:extLst>
              <a:ext uri="{FF2B5EF4-FFF2-40B4-BE49-F238E27FC236}">
                <a16:creationId xmlns:a16="http://schemas.microsoft.com/office/drawing/2014/main" id="{D8410044-EE97-EC7C-9316-78E9B303D358}"/>
              </a:ext>
            </a:extLst>
          </p:cNvPr>
          <p:cNvSpPr>
            <a:spLocks/>
          </p:cNvSpPr>
          <p:nvPr userDrawn="1"/>
        </p:nvSpPr>
        <p:spPr>
          <a:xfrm>
            <a:off x="1820788" y="1899065"/>
            <a:ext cx="2141686" cy="2141686"/>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2"/>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userDrawn="1"/>
        </p:nvSpPr>
        <p:spPr bwMode="gray">
          <a:xfrm>
            <a:off x="1981877" y="2055429"/>
            <a:ext cx="1828959" cy="1828959"/>
          </a:xfrm>
          <a:prstGeom prst="ellipse">
            <a:avLst/>
          </a:prstGeom>
          <a:solidFill>
            <a:schemeClr val="bg1"/>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4"/>
              </a:solidFill>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4"/>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userDrawn="1"/>
        </p:nvSpPr>
        <p:spPr bwMode="gray">
          <a:xfrm>
            <a:off x="5184924" y="2055429"/>
            <a:ext cx="1828959" cy="1828959"/>
          </a:xfrm>
          <a:prstGeom prst="ellipse">
            <a:avLst/>
          </a:prstGeom>
          <a:solidFill>
            <a:schemeClr val="bg1"/>
          </a:solid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userDrawn="1"/>
        </p:nvSpPr>
        <p:spPr bwMode="gray">
          <a:xfrm>
            <a:off x="8389301" y="2055429"/>
            <a:ext cx="1828959" cy="1828959"/>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Tree>
    <p:extLst>
      <p:ext uri="{BB962C8B-B14F-4D97-AF65-F5344CB8AC3E}">
        <p14:creationId xmlns:p14="http://schemas.microsoft.com/office/powerpoint/2010/main" val="3977105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Icon - Fancy - RBLF">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601F6BC8-890F-E2DA-3AF7-13EDFB2F57AD}"/>
              </a:ext>
            </a:extLst>
          </p:cNvPr>
          <p:cNvSpPr>
            <a:spLocks/>
          </p:cNvSpPr>
          <p:nvPr userDrawn="1"/>
        </p:nvSpPr>
        <p:spPr>
          <a:xfrm>
            <a:off x="8226351" y="1899065"/>
            <a:ext cx="2141686" cy="2141686"/>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5" name="Oval 4">
            <a:extLst>
              <a:ext uri="{FF2B5EF4-FFF2-40B4-BE49-F238E27FC236}">
                <a16:creationId xmlns:a16="http://schemas.microsoft.com/office/drawing/2014/main" id="{CAD2CE7C-A738-5DAC-E359-C64BB0405D4D}"/>
              </a:ext>
            </a:extLst>
          </p:cNvPr>
          <p:cNvSpPr>
            <a:spLocks/>
          </p:cNvSpPr>
          <p:nvPr userDrawn="1"/>
        </p:nvSpPr>
        <p:spPr>
          <a:xfrm>
            <a:off x="5023569" y="1899065"/>
            <a:ext cx="2141686" cy="2141686"/>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2" name="Oval 1">
            <a:extLst>
              <a:ext uri="{FF2B5EF4-FFF2-40B4-BE49-F238E27FC236}">
                <a16:creationId xmlns:a16="http://schemas.microsoft.com/office/drawing/2014/main" id="{D8410044-EE97-EC7C-9316-78E9B303D358}"/>
              </a:ext>
            </a:extLst>
          </p:cNvPr>
          <p:cNvSpPr>
            <a:spLocks/>
          </p:cNvSpPr>
          <p:nvPr userDrawn="1"/>
        </p:nvSpPr>
        <p:spPr>
          <a:xfrm>
            <a:off x="1820788" y="1899065"/>
            <a:ext cx="2141686" cy="2141686"/>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2"/>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userDrawn="1"/>
        </p:nvSpPr>
        <p:spPr bwMode="gray">
          <a:xfrm>
            <a:off x="1981877" y="2055429"/>
            <a:ext cx="1828959" cy="1828959"/>
          </a:xfrm>
          <a:prstGeom prst="ellipse">
            <a:avLst/>
          </a:prstGeom>
          <a:solidFill>
            <a:schemeClr val="accent4"/>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latin typeface="Arial" panose="020B0604020202020204" pitchFamily="34" charset="0"/>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4"/>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userDrawn="1"/>
        </p:nvSpPr>
        <p:spPr bwMode="gray">
          <a:xfrm>
            <a:off x="5184924" y="2055429"/>
            <a:ext cx="1828959" cy="1828959"/>
          </a:xfrm>
          <a:prstGeom prst="ellipse">
            <a:avLst/>
          </a:prstGeom>
          <a:solidFill>
            <a:schemeClr val="accent3"/>
          </a:solid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Arial" panose="020B0604020202020204" pitchFamily="34" charset="0"/>
            </a:endParaRPr>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Arial" panose="020B0604020202020204" pitchFamily="34" charset="0"/>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userDrawn="1"/>
        </p:nvSpPr>
        <p:spPr bwMode="gray">
          <a:xfrm>
            <a:off x="8389301" y="2055429"/>
            <a:ext cx="1828959" cy="1828959"/>
          </a:xfrm>
          <a:prstGeom prst="ellipse">
            <a:avLst/>
          </a:prstGeom>
          <a:solidFill>
            <a:schemeClr val="accent2"/>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Arial" panose="020B0604020202020204" pitchFamily="34" charset="0"/>
            </a:endParaRPr>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Arial" panose="020B0604020202020204" pitchFamily="34" charset="0"/>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latin typeface="Arial" panose="020B0604020202020204" pitchFamily="34" charset="0"/>
              </a:rPr>
              <a:pPr lvl="0" algn="r"/>
              <a:t>‹#›</a:t>
            </a:fld>
            <a:endParaRPr lang="en-US" dirty="0">
              <a:latin typeface="Arial" panose="020B0604020202020204" pitchFamily="34" charset="0"/>
            </a:endParaRPr>
          </a:p>
        </p:txBody>
      </p:sp>
    </p:spTree>
    <p:extLst>
      <p:ext uri="{BB962C8B-B14F-4D97-AF65-F5344CB8AC3E}">
        <p14:creationId xmlns:p14="http://schemas.microsoft.com/office/powerpoint/2010/main" val="1979464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Four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accent2"/>
                </a:solidFill>
              </a:defRPr>
            </a:lvl1pPr>
          </a:lstStyle>
          <a:p>
            <a:r>
              <a:rPr lang="en-US"/>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accent4"/>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accent5"/>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0" name="page number">
            <a:extLst>
              <a:ext uri="{FF2B5EF4-FFF2-40B4-BE49-F238E27FC236}">
                <a16:creationId xmlns:a16="http://schemas.microsoft.com/office/drawing/2014/main" id="{1D45AB97-9B77-2244-B7BA-E18EA4CD43E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9" name="Oval 18">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userDrawn="1"/>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4" name="Oval 23">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userDrawn="1"/>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5" name="Oval 24">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userDrawn="1"/>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6" name="Oval 25">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userDrawn="1"/>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page number">
            <a:extLst>
              <a:ext uri="{FF2B5EF4-FFF2-40B4-BE49-F238E27FC236}">
                <a16:creationId xmlns:a16="http://schemas.microsoft.com/office/drawing/2014/main" id="{1D45AB97-9B77-2244-B7BA-E18EA4CD43E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989959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Icon - Fancy">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2402A473-8BC9-DDE2-85BB-4816BB586A4F}"/>
              </a:ext>
            </a:extLst>
          </p:cNvPr>
          <p:cNvSpPr>
            <a:spLocks/>
          </p:cNvSpPr>
          <p:nvPr userDrawn="1"/>
        </p:nvSpPr>
        <p:spPr>
          <a:xfrm>
            <a:off x="9150335" y="1904508"/>
            <a:ext cx="2141686" cy="2141686"/>
          </a:xfrm>
          <a:prstGeom prst="ellipse">
            <a:avLst/>
          </a:prstGeom>
          <a:solidFill>
            <a:schemeClr val="accent5">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5" name="Oval 4">
            <a:extLst>
              <a:ext uri="{FF2B5EF4-FFF2-40B4-BE49-F238E27FC236}">
                <a16:creationId xmlns:a16="http://schemas.microsoft.com/office/drawing/2014/main" id="{FA97217A-AFD7-3E8C-4060-5AB913DCA2AE}"/>
              </a:ext>
            </a:extLst>
          </p:cNvPr>
          <p:cNvSpPr>
            <a:spLocks/>
          </p:cNvSpPr>
          <p:nvPr userDrawn="1"/>
        </p:nvSpPr>
        <p:spPr>
          <a:xfrm>
            <a:off x="6405736" y="1904508"/>
            <a:ext cx="2141686" cy="2141686"/>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4" name="Oval 3">
            <a:extLst>
              <a:ext uri="{FF2B5EF4-FFF2-40B4-BE49-F238E27FC236}">
                <a16:creationId xmlns:a16="http://schemas.microsoft.com/office/drawing/2014/main" id="{39063D4E-CA79-47A5-E4AA-D23B0DA056E1}"/>
              </a:ext>
            </a:extLst>
          </p:cNvPr>
          <p:cNvSpPr>
            <a:spLocks/>
          </p:cNvSpPr>
          <p:nvPr userDrawn="1"/>
        </p:nvSpPr>
        <p:spPr>
          <a:xfrm>
            <a:off x="3650568" y="1905843"/>
            <a:ext cx="2141686" cy="2141686"/>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Oval 1">
            <a:extLst>
              <a:ext uri="{FF2B5EF4-FFF2-40B4-BE49-F238E27FC236}">
                <a16:creationId xmlns:a16="http://schemas.microsoft.com/office/drawing/2014/main" id="{EF24F155-BFA1-D04C-7B9C-42080999EDC5}"/>
              </a:ext>
            </a:extLst>
          </p:cNvPr>
          <p:cNvSpPr>
            <a:spLocks/>
          </p:cNvSpPr>
          <p:nvPr userDrawn="1"/>
        </p:nvSpPr>
        <p:spPr>
          <a:xfrm>
            <a:off x="909385" y="1904508"/>
            <a:ext cx="2141686" cy="2141686"/>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accent2"/>
                </a:solidFill>
              </a:defRPr>
            </a:lvl1pPr>
          </a:lstStyle>
          <a:p>
            <a:r>
              <a:rPr lang="en-US"/>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userDrawn="1"/>
        </p:nvSpPr>
        <p:spPr bwMode="gray">
          <a:xfrm>
            <a:off x="1065749" y="2060872"/>
            <a:ext cx="1828959" cy="1828959"/>
          </a:xfrm>
          <a:prstGeom prst="ellipse">
            <a:avLst/>
          </a:prstGeom>
          <a:solidFill>
            <a:schemeClr val="bg1"/>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4"/>
              </a:solidFill>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accent4"/>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userDrawn="1"/>
        </p:nvSpPr>
        <p:spPr bwMode="gray">
          <a:xfrm>
            <a:off x="3806932" y="2060872"/>
            <a:ext cx="1828959" cy="1828959"/>
          </a:xfrm>
          <a:prstGeom prst="ellipse">
            <a:avLst/>
          </a:prstGeom>
          <a:solidFill>
            <a:schemeClr val="bg1"/>
          </a:solid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userDrawn="1"/>
        </p:nvSpPr>
        <p:spPr bwMode="gray">
          <a:xfrm>
            <a:off x="6562100" y="2060872"/>
            <a:ext cx="1828959" cy="1828959"/>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userDrawn="1"/>
        </p:nvSpPr>
        <p:spPr bwMode="gray">
          <a:xfrm>
            <a:off x="9302132" y="2060872"/>
            <a:ext cx="1828959" cy="1828959"/>
          </a:xfrm>
          <a:prstGeom prst="ellipse">
            <a:avLst/>
          </a:prstGeom>
          <a:solidFill>
            <a:schemeClr val="bg1"/>
          </a:solid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accent5"/>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0" name="page number">
            <a:extLst>
              <a:ext uri="{FF2B5EF4-FFF2-40B4-BE49-F238E27FC236}">
                <a16:creationId xmlns:a16="http://schemas.microsoft.com/office/drawing/2014/main" id="{1D45AB97-9B77-2244-B7BA-E18EA4CD43E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Tree>
    <p:extLst>
      <p:ext uri="{BB962C8B-B14F-4D97-AF65-F5344CB8AC3E}">
        <p14:creationId xmlns:p14="http://schemas.microsoft.com/office/powerpoint/2010/main" val="399957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Four Icon - Fancy - RBLF">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2402A473-8BC9-DDE2-85BB-4816BB586A4F}"/>
              </a:ext>
            </a:extLst>
          </p:cNvPr>
          <p:cNvSpPr>
            <a:spLocks/>
          </p:cNvSpPr>
          <p:nvPr userDrawn="1"/>
        </p:nvSpPr>
        <p:spPr>
          <a:xfrm>
            <a:off x="9150335" y="1904508"/>
            <a:ext cx="2141686" cy="2141686"/>
          </a:xfrm>
          <a:prstGeom prst="ellipse">
            <a:avLst/>
          </a:prstGeom>
          <a:solidFill>
            <a:schemeClr val="accent5">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5" name="Oval 4">
            <a:extLst>
              <a:ext uri="{FF2B5EF4-FFF2-40B4-BE49-F238E27FC236}">
                <a16:creationId xmlns:a16="http://schemas.microsoft.com/office/drawing/2014/main" id="{FA97217A-AFD7-3E8C-4060-5AB913DCA2AE}"/>
              </a:ext>
            </a:extLst>
          </p:cNvPr>
          <p:cNvSpPr>
            <a:spLocks/>
          </p:cNvSpPr>
          <p:nvPr userDrawn="1"/>
        </p:nvSpPr>
        <p:spPr>
          <a:xfrm>
            <a:off x="6405736" y="1904508"/>
            <a:ext cx="2141686" cy="2141686"/>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4" name="Oval 3">
            <a:extLst>
              <a:ext uri="{FF2B5EF4-FFF2-40B4-BE49-F238E27FC236}">
                <a16:creationId xmlns:a16="http://schemas.microsoft.com/office/drawing/2014/main" id="{39063D4E-CA79-47A5-E4AA-D23B0DA056E1}"/>
              </a:ext>
            </a:extLst>
          </p:cNvPr>
          <p:cNvSpPr>
            <a:spLocks/>
          </p:cNvSpPr>
          <p:nvPr userDrawn="1"/>
        </p:nvSpPr>
        <p:spPr>
          <a:xfrm>
            <a:off x="3650568" y="1905843"/>
            <a:ext cx="2141686" cy="2141686"/>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2" name="Oval 1">
            <a:extLst>
              <a:ext uri="{FF2B5EF4-FFF2-40B4-BE49-F238E27FC236}">
                <a16:creationId xmlns:a16="http://schemas.microsoft.com/office/drawing/2014/main" id="{EF24F155-BFA1-D04C-7B9C-42080999EDC5}"/>
              </a:ext>
            </a:extLst>
          </p:cNvPr>
          <p:cNvSpPr>
            <a:spLocks/>
          </p:cNvSpPr>
          <p:nvPr userDrawn="1"/>
        </p:nvSpPr>
        <p:spPr>
          <a:xfrm>
            <a:off x="909385" y="1904508"/>
            <a:ext cx="2141686" cy="2141686"/>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accent2"/>
                </a:solidFill>
              </a:defRPr>
            </a:lvl1pPr>
          </a:lstStyle>
          <a:p>
            <a:r>
              <a:rPr lang="en-US"/>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userDrawn="1"/>
        </p:nvSpPr>
        <p:spPr bwMode="gray">
          <a:xfrm>
            <a:off x="1065749" y="2060872"/>
            <a:ext cx="1828959" cy="1828959"/>
          </a:xfrm>
          <a:prstGeom prst="ellipse">
            <a:avLst/>
          </a:prstGeom>
          <a:solidFill>
            <a:schemeClr val="accent4"/>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latin typeface="Arial" panose="020B0604020202020204" pitchFamily="34" charset="0"/>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accent4"/>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Arial" panose="020B0604020202020204" pitchFamily="34" charset="0"/>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userDrawn="1"/>
        </p:nvSpPr>
        <p:spPr bwMode="gray">
          <a:xfrm>
            <a:off x="3806932" y="2060872"/>
            <a:ext cx="1828959" cy="1828959"/>
          </a:xfrm>
          <a:prstGeom prst="ellipse">
            <a:avLst/>
          </a:prstGeom>
          <a:solidFill>
            <a:schemeClr val="accent3"/>
          </a:solid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latin typeface="Arial" panose="020B0604020202020204" pitchFamily="34" charset="0"/>
            </a:endParaRPr>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Arial" panose="020B0604020202020204" pitchFamily="34" charset="0"/>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userDrawn="1"/>
        </p:nvSpPr>
        <p:spPr bwMode="gray">
          <a:xfrm>
            <a:off x="6562100" y="2060872"/>
            <a:ext cx="1828959" cy="1828959"/>
          </a:xfrm>
          <a:prstGeom prst="ellipse">
            <a:avLst/>
          </a:prstGeom>
          <a:solidFill>
            <a:schemeClr val="accent2"/>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latin typeface="Arial" panose="020B0604020202020204" pitchFamily="34" charset="0"/>
            </a:endParaRPr>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Arial" panose="020B0604020202020204" pitchFamily="34" charset="0"/>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userDrawn="1"/>
        </p:nvSpPr>
        <p:spPr bwMode="gray">
          <a:xfrm>
            <a:off x="9302132" y="2060872"/>
            <a:ext cx="1828959" cy="1828959"/>
          </a:xfrm>
          <a:prstGeom prst="ellipse">
            <a:avLst/>
          </a:prstGeom>
          <a:solidFill>
            <a:schemeClr val="accent5"/>
          </a:solid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Arial" panose="020B0604020202020204" pitchFamily="34" charset="0"/>
            </a:endParaRPr>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accent5"/>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Arial" panose="020B0604020202020204" pitchFamily="34" charset="0"/>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0" name="page number">
            <a:extLst>
              <a:ext uri="{FF2B5EF4-FFF2-40B4-BE49-F238E27FC236}">
                <a16:creationId xmlns:a16="http://schemas.microsoft.com/office/drawing/2014/main" id="{1D45AB97-9B77-2244-B7BA-E18EA4CD43E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latin typeface="Arial" panose="020B0604020202020204" pitchFamily="34" charset="0"/>
              </a:rPr>
              <a:pPr lvl="0" algn="r"/>
              <a:t>‹#›</a:t>
            </a:fld>
            <a:endParaRPr lang="en-US" dirty="0">
              <a:latin typeface="Arial" panose="020B0604020202020204" pitchFamily="34" charset="0"/>
            </a:endParaRPr>
          </a:p>
        </p:txBody>
      </p:sp>
    </p:spTree>
    <p:extLst>
      <p:ext uri="{BB962C8B-B14F-4D97-AF65-F5344CB8AC3E}">
        <p14:creationId xmlns:p14="http://schemas.microsoft.com/office/powerpoint/2010/main" val="4120559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Fiv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accent4"/>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dirty="0"/>
              <a:t>Click to add text</a:t>
            </a:r>
          </a:p>
          <a:p>
            <a:pPr lvl="1"/>
            <a:r>
              <a:rPr lang="en-US" dirty="0"/>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p:nvSpPr>
        <p:spPr bwMode="gray">
          <a:xfrm>
            <a:off x="2892452" y="2064663"/>
            <a:ext cx="1828959" cy="1828959"/>
          </a:xfrm>
          <a:prstGeom prst="ellipse">
            <a:avLst/>
          </a:prstGeom>
          <a:noFill/>
          <a:ln w="38100">
            <a:solidFill>
              <a:schemeClr val="accent3"/>
            </a:solidFill>
          </a:ln>
          <a:effectLst/>
        </p:spPr>
        <p:txBody>
          <a:bodyPr vert="horz" wrap="square" lIns="0" tIns="0" rIns="0" bIns="0" numCol="1" anchor="ctr" anchorCtr="0" compatLnSpc="1">
            <a:prstTxWarp prst="textNoShape">
              <a:avLst/>
            </a:prstTxWarp>
          </a:bodyPr>
          <a:lstStyle/>
          <a:p>
            <a:pPr lvl="0" algn="ctr"/>
            <a:endParaRPr lang="en-US" dirty="0">
              <a:solidFill>
                <a:schemeClr val="bg1"/>
              </a:solidFill>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3110473" y="2428884"/>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4282873"/>
            <a:ext cx="1828800" cy="1458912"/>
          </a:xfrm>
        </p:spPr>
        <p:txBody>
          <a:bodyPr/>
          <a:lstStyle>
            <a:lvl1pPr algn="ctr">
              <a:lnSpc>
                <a:spcPct val="100000"/>
              </a:lnSpc>
              <a:spcBef>
                <a:spcPts val="600"/>
              </a:spcBef>
              <a:defRPr sz="2000">
                <a:solidFill>
                  <a:schemeClr val="accent3"/>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5412658" y="2428884"/>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4282873"/>
            <a:ext cx="1828800" cy="1458912"/>
          </a:xfrm>
        </p:spPr>
        <p:txBody>
          <a:bodyPr/>
          <a:lstStyle>
            <a:lvl1pPr algn="ctr">
              <a:lnSpc>
                <a:spcPct val="100000"/>
              </a:lnSpc>
              <a:spcBef>
                <a:spcPts val="600"/>
              </a:spcBef>
              <a:defRPr sz="2000">
                <a:solidFill>
                  <a:schemeClr val="accent2"/>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accent5"/>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bg2">
                    <a:lumMod val="25000"/>
                  </a:schemeClr>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bg2">
                    <a:lumMod val="25000"/>
                  </a:schemeClr>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7" name="page number">
            <a:extLst>
              <a:ext uri="{FF2B5EF4-FFF2-40B4-BE49-F238E27FC236}">
                <a16:creationId xmlns:a16="http://schemas.microsoft.com/office/drawing/2014/main" id="{6D94DD40-25D8-6A48-98B5-B2B0FB64FD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6" name="Oval 25">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userDrawn="1"/>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31" name="Oval 30">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userDrawn="1"/>
        </p:nvSpPr>
        <p:spPr bwMode="gray">
          <a:xfrm>
            <a:off x="2892452" y="2064663"/>
            <a:ext cx="1828959" cy="1828959"/>
          </a:xfrm>
          <a:prstGeom prst="ellipse">
            <a:avLst/>
          </a:prstGeom>
          <a:noFill/>
          <a:ln w="38100">
            <a:solidFill>
              <a:schemeClr val="accent3"/>
            </a:solidFill>
          </a:ln>
          <a:effectLst/>
        </p:spPr>
        <p:txBody>
          <a:bodyPr vert="horz" wrap="square" lIns="91440" tIns="45720" rIns="91440" bIns="45720" numCol="1" anchor="ctr" anchorCtr="0" compatLnSpc="1">
            <a:prstTxWarp prst="textNoShape">
              <a:avLst/>
            </a:prstTxWarp>
          </a:bodyPr>
          <a:lstStyle/>
          <a:p>
            <a:pPr lvl="0" algn="ctr"/>
            <a:endParaRPr lang="en-US" dirty="0">
              <a:solidFill>
                <a:schemeClr val="bg1"/>
              </a:solidFill>
            </a:endParaRPr>
          </a:p>
        </p:txBody>
      </p:sp>
      <p:sp>
        <p:nvSpPr>
          <p:cNvPr id="33" name="Oval 32">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userDrawn="1"/>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34" name="Oval 33">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userDrawn="1"/>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35" name="Oval 34">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userDrawn="1"/>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36" name="page number">
            <a:extLst>
              <a:ext uri="{FF2B5EF4-FFF2-40B4-BE49-F238E27FC236}">
                <a16:creationId xmlns:a16="http://schemas.microsoft.com/office/drawing/2014/main" id="{6D94DD40-25D8-6A48-98B5-B2B0FB64FD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783593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ive Icon - Fancy">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BAFC2F25-50FC-743D-8875-82EAA4EE6453}"/>
              </a:ext>
            </a:extLst>
          </p:cNvPr>
          <p:cNvSpPr>
            <a:spLocks/>
          </p:cNvSpPr>
          <p:nvPr userDrawn="1"/>
        </p:nvSpPr>
        <p:spPr>
          <a:xfrm>
            <a:off x="9588109" y="1908299"/>
            <a:ext cx="2141686" cy="2141686"/>
          </a:xfrm>
          <a:prstGeom prst="ellipse">
            <a:avLst/>
          </a:prstGeom>
          <a:solidFill>
            <a:schemeClr val="tx1">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Oval 1">
            <a:extLst>
              <a:ext uri="{FF2B5EF4-FFF2-40B4-BE49-F238E27FC236}">
                <a16:creationId xmlns:a16="http://schemas.microsoft.com/office/drawing/2014/main" id="{829618C8-6897-46A8-C683-D147469A957A}"/>
              </a:ext>
            </a:extLst>
          </p:cNvPr>
          <p:cNvSpPr>
            <a:spLocks/>
          </p:cNvSpPr>
          <p:nvPr userDrawn="1"/>
        </p:nvSpPr>
        <p:spPr>
          <a:xfrm>
            <a:off x="7311052" y="1908299"/>
            <a:ext cx="2141686" cy="2141686"/>
          </a:xfrm>
          <a:prstGeom prst="ellipse">
            <a:avLst/>
          </a:prstGeom>
          <a:solidFill>
            <a:schemeClr val="accent5">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4" name="Oval 3">
            <a:extLst>
              <a:ext uri="{FF2B5EF4-FFF2-40B4-BE49-F238E27FC236}">
                <a16:creationId xmlns:a16="http://schemas.microsoft.com/office/drawing/2014/main" id="{CA840E68-C57E-DCBB-945A-6A62A45F1D8F}"/>
              </a:ext>
            </a:extLst>
          </p:cNvPr>
          <p:cNvSpPr>
            <a:spLocks/>
          </p:cNvSpPr>
          <p:nvPr userDrawn="1"/>
        </p:nvSpPr>
        <p:spPr>
          <a:xfrm>
            <a:off x="5040149" y="1908299"/>
            <a:ext cx="2141686" cy="2141686"/>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5" name="Oval 4">
            <a:extLst>
              <a:ext uri="{FF2B5EF4-FFF2-40B4-BE49-F238E27FC236}">
                <a16:creationId xmlns:a16="http://schemas.microsoft.com/office/drawing/2014/main" id="{31E2F662-6415-4B32-A3E4-6440423BAEF3}"/>
              </a:ext>
            </a:extLst>
          </p:cNvPr>
          <p:cNvSpPr>
            <a:spLocks/>
          </p:cNvSpPr>
          <p:nvPr userDrawn="1"/>
        </p:nvSpPr>
        <p:spPr>
          <a:xfrm>
            <a:off x="2736088" y="1908299"/>
            <a:ext cx="2141686" cy="2141686"/>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6" name="Oval 5">
            <a:extLst>
              <a:ext uri="{FF2B5EF4-FFF2-40B4-BE49-F238E27FC236}">
                <a16:creationId xmlns:a16="http://schemas.microsoft.com/office/drawing/2014/main" id="{C4D5E98A-14B2-2162-5BA1-BD39CFF7A3DB}"/>
              </a:ext>
            </a:extLst>
          </p:cNvPr>
          <p:cNvSpPr>
            <a:spLocks/>
          </p:cNvSpPr>
          <p:nvPr userDrawn="1"/>
        </p:nvSpPr>
        <p:spPr>
          <a:xfrm>
            <a:off x="454407" y="1908299"/>
            <a:ext cx="2141686" cy="2141686"/>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userDrawn="1"/>
        </p:nvSpPr>
        <p:spPr bwMode="gray">
          <a:xfrm>
            <a:off x="609800" y="2064663"/>
            <a:ext cx="1828959" cy="1828959"/>
          </a:xfrm>
          <a:prstGeom prst="ellipse">
            <a:avLst/>
          </a:prstGeom>
          <a:solidFill>
            <a:schemeClr val="bg1"/>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4"/>
              </a:solidFill>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accent4"/>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dirty="0"/>
              <a:t>Click to add text</a:t>
            </a:r>
          </a:p>
          <a:p>
            <a:pPr lvl="1"/>
            <a:r>
              <a:rPr lang="en-US" dirty="0"/>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userDrawn="1"/>
        </p:nvSpPr>
        <p:spPr bwMode="gray">
          <a:xfrm>
            <a:off x="2892452" y="2064663"/>
            <a:ext cx="1828959" cy="1828959"/>
          </a:xfrm>
          <a:prstGeom prst="ellipse">
            <a:avLst/>
          </a:prstGeom>
          <a:solidFill>
            <a:schemeClr val="bg1"/>
          </a:solidFill>
          <a:ln w="38100">
            <a:solidFill>
              <a:schemeClr val="accent3"/>
            </a:solidFill>
          </a:ln>
          <a:effectLst/>
        </p:spPr>
        <p:txBody>
          <a:bodyPr vert="horz" wrap="square" lIns="0" tIns="0" rIns="0" bIns="0" numCol="1" anchor="ctr" anchorCtr="0" compatLnSpc="1">
            <a:prstTxWarp prst="textNoShape">
              <a:avLst/>
            </a:prstTxWarp>
          </a:bodyPr>
          <a:lstStyle/>
          <a:p>
            <a:pPr lvl="0" algn="ctr"/>
            <a:endParaRPr lang="en-US">
              <a:solidFill>
                <a:schemeClr val="bg1"/>
              </a:solidFill>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3110473" y="2428884"/>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4282873"/>
            <a:ext cx="1828800" cy="1458912"/>
          </a:xfrm>
        </p:spPr>
        <p:txBody>
          <a:bodyPr/>
          <a:lstStyle>
            <a:lvl1pPr algn="ctr">
              <a:lnSpc>
                <a:spcPct val="100000"/>
              </a:lnSpc>
              <a:spcBef>
                <a:spcPts val="600"/>
              </a:spcBef>
              <a:defRPr sz="2000">
                <a:solidFill>
                  <a:schemeClr val="accent3"/>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userDrawn="1"/>
        </p:nvSpPr>
        <p:spPr bwMode="gray">
          <a:xfrm>
            <a:off x="5201380" y="2064663"/>
            <a:ext cx="1828959" cy="1828959"/>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5412658" y="2428884"/>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4282873"/>
            <a:ext cx="1828800" cy="1458912"/>
          </a:xfrm>
        </p:spPr>
        <p:txBody>
          <a:bodyPr/>
          <a:lstStyle>
            <a:lvl1pPr algn="ctr">
              <a:lnSpc>
                <a:spcPct val="100000"/>
              </a:lnSpc>
              <a:spcBef>
                <a:spcPts val="600"/>
              </a:spcBef>
              <a:defRPr sz="2000">
                <a:solidFill>
                  <a:schemeClr val="accent2"/>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userDrawn="1"/>
        </p:nvSpPr>
        <p:spPr bwMode="gray">
          <a:xfrm>
            <a:off x="7464921" y="2064663"/>
            <a:ext cx="1828959" cy="1828959"/>
          </a:xfrm>
          <a:prstGeom prst="ellipse">
            <a:avLst/>
          </a:prstGeom>
          <a:solidFill>
            <a:schemeClr val="bg1"/>
          </a:solid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lt1"/>
              </a:solidFill>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accent5"/>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userDrawn="1"/>
        </p:nvSpPr>
        <p:spPr bwMode="gray">
          <a:xfrm>
            <a:off x="9744473" y="2064663"/>
            <a:ext cx="1828959" cy="1828959"/>
          </a:xfrm>
          <a:prstGeom prst="ellipse">
            <a:avLst/>
          </a:prstGeom>
          <a:solidFill>
            <a:schemeClr val="bg1"/>
          </a:solid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6"/>
              </a:solidFill>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bg2">
                    <a:lumMod val="25000"/>
                  </a:schemeClr>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bg2">
                    <a:lumMod val="25000"/>
                  </a:schemeClr>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7" name="page number">
            <a:extLst>
              <a:ext uri="{FF2B5EF4-FFF2-40B4-BE49-F238E27FC236}">
                <a16:creationId xmlns:a16="http://schemas.microsoft.com/office/drawing/2014/main" id="{6D94DD40-25D8-6A48-98B5-B2B0FB64FD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Tree>
    <p:extLst>
      <p:ext uri="{BB962C8B-B14F-4D97-AF65-F5344CB8AC3E}">
        <p14:creationId xmlns:p14="http://schemas.microsoft.com/office/powerpoint/2010/main" val="184755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Five Icon - Fancy - RBLF">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BAFC2F25-50FC-743D-8875-82EAA4EE6453}"/>
              </a:ext>
            </a:extLst>
          </p:cNvPr>
          <p:cNvSpPr>
            <a:spLocks/>
          </p:cNvSpPr>
          <p:nvPr userDrawn="1"/>
        </p:nvSpPr>
        <p:spPr>
          <a:xfrm>
            <a:off x="9588109" y="1908299"/>
            <a:ext cx="2141686" cy="2141686"/>
          </a:xfrm>
          <a:prstGeom prst="ellipse">
            <a:avLst/>
          </a:prstGeom>
          <a:solidFill>
            <a:schemeClr val="tx1">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Oval 1">
            <a:extLst>
              <a:ext uri="{FF2B5EF4-FFF2-40B4-BE49-F238E27FC236}">
                <a16:creationId xmlns:a16="http://schemas.microsoft.com/office/drawing/2014/main" id="{829618C8-6897-46A8-C683-D147469A957A}"/>
              </a:ext>
            </a:extLst>
          </p:cNvPr>
          <p:cNvSpPr>
            <a:spLocks/>
          </p:cNvSpPr>
          <p:nvPr userDrawn="1"/>
        </p:nvSpPr>
        <p:spPr>
          <a:xfrm>
            <a:off x="7311052" y="1908299"/>
            <a:ext cx="2141686" cy="2141686"/>
          </a:xfrm>
          <a:prstGeom prst="ellipse">
            <a:avLst/>
          </a:prstGeom>
          <a:solidFill>
            <a:schemeClr val="accent5">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4" name="Oval 3">
            <a:extLst>
              <a:ext uri="{FF2B5EF4-FFF2-40B4-BE49-F238E27FC236}">
                <a16:creationId xmlns:a16="http://schemas.microsoft.com/office/drawing/2014/main" id="{CA840E68-C57E-DCBB-945A-6A62A45F1D8F}"/>
              </a:ext>
            </a:extLst>
          </p:cNvPr>
          <p:cNvSpPr>
            <a:spLocks/>
          </p:cNvSpPr>
          <p:nvPr userDrawn="1"/>
        </p:nvSpPr>
        <p:spPr>
          <a:xfrm>
            <a:off x="5040149" y="1908299"/>
            <a:ext cx="2141686" cy="2141686"/>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5" name="Oval 4">
            <a:extLst>
              <a:ext uri="{FF2B5EF4-FFF2-40B4-BE49-F238E27FC236}">
                <a16:creationId xmlns:a16="http://schemas.microsoft.com/office/drawing/2014/main" id="{31E2F662-6415-4B32-A3E4-6440423BAEF3}"/>
              </a:ext>
            </a:extLst>
          </p:cNvPr>
          <p:cNvSpPr>
            <a:spLocks/>
          </p:cNvSpPr>
          <p:nvPr userDrawn="1"/>
        </p:nvSpPr>
        <p:spPr>
          <a:xfrm>
            <a:off x="2736088" y="1908299"/>
            <a:ext cx="2141686" cy="2141686"/>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6" name="Oval 5">
            <a:extLst>
              <a:ext uri="{FF2B5EF4-FFF2-40B4-BE49-F238E27FC236}">
                <a16:creationId xmlns:a16="http://schemas.microsoft.com/office/drawing/2014/main" id="{C4D5E98A-14B2-2162-5BA1-BD39CFF7A3DB}"/>
              </a:ext>
            </a:extLst>
          </p:cNvPr>
          <p:cNvSpPr>
            <a:spLocks/>
          </p:cNvSpPr>
          <p:nvPr userDrawn="1"/>
        </p:nvSpPr>
        <p:spPr>
          <a:xfrm>
            <a:off x="454407" y="1908299"/>
            <a:ext cx="2141686" cy="2141686"/>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userDrawn="1"/>
        </p:nvSpPr>
        <p:spPr bwMode="gray">
          <a:xfrm>
            <a:off x="609800" y="2064663"/>
            <a:ext cx="1828959" cy="1828959"/>
          </a:xfrm>
          <a:prstGeom prst="ellipse">
            <a:avLst/>
          </a:prstGeom>
          <a:solidFill>
            <a:schemeClr val="accent4"/>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4"/>
              </a:solidFill>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accent4"/>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dirty="0"/>
              <a:t>Click to add text</a:t>
            </a:r>
          </a:p>
          <a:p>
            <a:pPr lvl="1"/>
            <a:r>
              <a:rPr lang="en-US" dirty="0"/>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userDrawn="1"/>
        </p:nvSpPr>
        <p:spPr bwMode="gray">
          <a:xfrm>
            <a:off x="2892452" y="2064663"/>
            <a:ext cx="1828959" cy="1828959"/>
          </a:xfrm>
          <a:prstGeom prst="ellipse">
            <a:avLst/>
          </a:prstGeom>
          <a:solidFill>
            <a:schemeClr val="accent3"/>
          </a:solidFill>
          <a:ln w="38100">
            <a:solidFill>
              <a:schemeClr val="accent3"/>
            </a:solidFill>
          </a:ln>
          <a:effectLst/>
        </p:spPr>
        <p:txBody>
          <a:bodyPr vert="horz" wrap="square" lIns="0" tIns="0" rIns="0" bIns="0" numCol="1" anchor="ctr" anchorCtr="0" compatLnSpc="1">
            <a:prstTxWarp prst="textNoShape">
              <a:avLst/>
            </a:prstTxWarp>
          </a:bodyPr>
          <a:lstStyle/>
          <a:p>
            <a:pPr lvl="0" algn="ctr"/>
            <a:endParaRPr lang="en-US">
              <a:solidFill>
                <a:schemeClr val="bg1"/>
              </a:solidFill>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3110473" y="2428884"/>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4282873"/>
            <a:ext cx="1828800" cy="1458912"/>
          </a:xfrm>
        </p:spPr>
        <p:txBody>
          <a:bodyPr/>
          <a:lstStyle>
            <a:lvl1pPr algn="ctr">
              <a:lnSpc>
                <a:spcPct val="100000"/>
              </a:lnSpc>
              <a:spcBef>
                <a:spcPts val="600"/>
              </a:spcBef>
              <a:defRPr sz="2000">
                <a:solidFill>
                  <a:schemeClr val="accent3"/>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userDrawn="1"/>
        </p:nvSpPr>
        <p:spPr bwMode="gray">
          <a:xfrm>
            <a:off x="5201380" y="2064663"/>
            <a:ext cx="1828959" cy="1828959"/>
          </a:xfrm>
          <a:prstGeom prst="ellipse">
            <a:avLst/>
          </a:prstGeom>
          <a:solidFill>
            <a:schemeClr val="accent2"/>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5412658" y="2428884"/>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4282873"/>
            <a:ext cx="1828800" cy="1458912"/>
          </a:xfrm>
        </p:spPr>
        <p:txBody>
          <a:bodyPr/>
          <a:lstStyle>
            <a:lvl1pPr algn="ctr">
              <a:lnSpc>
                <a:spcPct val="100000"/>
              </a:lnSpc>
              <a:spcBef>
                <a:spcPts val="600"/>
              </a:spcBef>
              <a:defRPr sz="2000">
                <a:solidFill>
                  <a:schemeClr val="accent2"/>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userDrawn="1"/>
        </p:nvSpPr>
        <p:spPr bwMode="gray">
          <a:xfrm>
            <a:off x="7464921" y="2064663"/>
            <a:ext cx="1828959" cy="1828959"/>
          </a:xfrm>
          <a:prstGeom prst="ellipse">
            <a:avLst/>
          </a:prstGeom>
          <a:solidFill>
            <a:schemeClr val="accent5"/>
          </a:solid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lt1"/>
              </a:solidFill>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accent5"/>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userDrawn="1"/>
        </p:nvSpPr>
        <p:spPr bwMode="gray">
          <a:xfrm>
            <a:off x="9744473" y="2064663"/>
            <a:ext cx="1828959" cy="1828959"/>
          </a:xfrm>
          <a:prstGeom prst="ellipse">
            <a:avLst/>
          </a:prstGeom>
          <a:solidFill>
            <a:schemeClr val="tx2"/>
          </a:solidFill>
          <a:ln w="38100">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6"/>
              </a:solidFill>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bg2">
                    <a:lumMod val="25000"/>
                  </a:schemeClr>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7" name="page number">
            <a:extLst>
              <a:ext uri="{FF2B5EF4-FFF2-40B4-BE49-F238E27FC236}">
                <a16:creationId xmlns:a16="http://schemas.microsoft.com/office/drawing/2014/main" id="{6D94DD40-25D8-6A48-98B5-B2B0FB64FD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Tree>
    <p:extLst>
      <p:ext uri="{BB962C8B-B14F-4D97-AF65-F5344CB8AC3E}">
        <p14:creationId xmlns:p14="http://schemas.microsoft.com/office/powerpoint/2010/main" val="1948656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Four Square 1">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B7B2E889-83BD-B9A4-9C03-75723757127C}"/>
              </a:ext>
            </a:extLst>
          </p:cNvPr>
          <p:cNvGrpSpPr/>
          <p:nvPr/>
        </p:nvGrpSpPr>
        <p:grpSpPr>
          <a:xfrm>
            <a:off x="3815292" y="1126212"/>
            <a:ext cx="2141686" cy="2141686"/>
            <a:chOff x="6739684" y="1484266"/>
            <a:chExt cx="3889468" cy="3889468"/>
          </a:xfrm>
        </p:grpSpPr>
        <p:sp>
          <p:nvSpPr>
            <p:cNvPr id="19" name="Oval 18">
              <a:extLst>
                <a:ext uri="{FF2B5EF4-FFF2-40B4-BE49-F238E27FC236}">
                  <a16:creationId xmlns:a16="http://schemas.microsoft.com/office/drawing/2014/main" id="{832CB124-2963-808E-2CA1-D49EC254E642}"/>
                </a:ext>
              </a:extLst>
            </p:cNvPr>
            <p:cNvSpPr>
              <a:spLocks/>
            </p:cNvSpPr>
            <p:nvPr/>
          </p:nvSpPr>
          <p:spPr>
            <a:xfrm>
              <a:off x="6739684" y="1484266"/>
              <a:ext cx="3889468" cy="3889468"/>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0" name="Oval 19">
              <a:extLst>
                <a:ext uri="{FF2B5EF4-FFF2-40B4-BE49-F238E27FC236}">
                  <a16:creationId xmlns:a16="http://schemas.microsoft.com/office/drawing/2014/main" id="{3D6A054A-2791-FFE0-A116-15F8B8309CFA}"/>
                </a:ext>
              </a:extLst>
            </p:cNvPr>
            <p:cNvSpPr/>
            <p:nvPr/>
          </p:nvSpPr>
          <p:spPr>
            <a:xfrm flipV="1">
              <a:off x="7108410" y="1852992"/>
              <a:ext cx="3152006" cy="3152006"/>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1799">
                <a:solidFill>
                  <a:schemeClr val="lt1"/>
                </a:solidFill>
              </a:endParaRPr>
            </a:p>
          </p:txBody>
        </p:sp>
      </p:grpSp>
      <p:grpSp>
        <p:nvGrpSpPr>
          <p:cNvPr id="22" name="Group 21">
            <a:extLst>
              <a:ext uri="{FF2B5EF4-FFF2-40B4-BE49-F238E27FC236}">
                <a16:creationId xmlns:a16="http://schemas.microsoft.com/office/drawing/2014/main" id="{3AB9BEE9-522A-9893-8F17-7A00C60FFE9A}"/>
              </a:ext>
            </a:extLst>
          </p:cNvPr>
          <p:cNvGrpSpPr/>
          <p:nvPr/>
        </p:nvGrpSpPr>
        <p:grpSpPr>
          <a:xfrm>
            <a:off x="3815292" y="3522366"/>
            <a:ext cx="2141686" cy="2141686"/>
            <a:chOff x="6739684" y="1484266"/>
            <a:chExt cx="3889468" cy="3889468"/>
          </a:xfrm>
        </p:grpSpPr>
        <p:sp>
          <p:nvSpPr>
            <p:cNvPr id="42" name="Oval 41">
              <a:extLst>
                <a:ext uri="{FF2B5EF4-FFF2-40B4-BE49-F238E27FC236}">
                  <a16:creationId xmlns:a16="http://schemas.microsoft.com/office/drawing/2014/main" id="{E1475D01-F0AD-EC50-B844-D36567E8C461}"/>
                </a:ext>
              </a:extLst>
            </p:cNvPr>
            <p:cNvSpPr>
              <a:spLocks/>
            </p:cNvSpPr>
            <p:nvPr/>
          </p:nvSpPr>
          <p:spPr>
            <a:xfrm>
              <a:off x="6739684" y="1484266"/>
              <a:ext cx="3889468" cy="3889468"/>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43" name="Oval 42">
              <a:extLst>
                <a:ext uri="{FF2B5EF4-FFF2-40B4-BE49-F238E27FC236}">
                  <a16:creationId xmlns:a16="http://schemas.microsoft.com/office/drawing/2014/main" id="{8609B93B-68E8-6F87-C28D-9D04961728F5}"/>
                </a:ext>
              </a:extLst>
            </p:cNvPr>
            <p:cNvSpPr/>
            <p:nvPr/>
          </p:nvSpPr>
          <p:spPr>
            <a:xfrm flipV="1">
              <a:off x="7108410" y="1852992"/>
              <a:ext cx="3152006" cy="3152006"/>
            </a:xfrm>
            <a:prstGeom prst="ellipse">
              <a:avLst/>
            </a:prstGeom>
            <a:solidFill>
              <a:schemeClr val="bg1"/>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1799">
                <a:solidFill>
                  <a:schemeClr val="lt1"/>
                </a:solidFill>
              </a:endParaRPr>
            </a:p>
          </p:txBody>
        </p:sp>
      </p:grpSp>
      <p:grpSp>
        <p:nvGrpSpPr>
          <p:cNvPr id="45" name="Group 44">
            <a:extLst>
              <a:ext uri="{FF2B5EF4-FFF2-40B4-BE49-F238E27FC236}">
                <a16:creationId xmlns:a16="http://schemas.microsoft.com/office/drawing/2014/main" id="{C3F2C21C-9E87-1B63-D3BF-0006EB660260}"/>
              </a:ext>
            </a:extLst>
          </p:cNvPr>
          <p:cNvGrpSpPr/>
          <p:nvPr userDrawn="1"/>
        </p:nvGrpSpPr>
        <p:grpSpPr>
          <a:xfrm>
            <a:off x="6231847" y="1126212"/>
            <a:ext cx="2141686" cy="2141686"/>
            <a:chOff x="6739684" y="1484266"/>
            <a:chExt cx="3889468" cy="3889468"/>
          </a:xfrm>
        </p:grpSpPr>
        <p:sp>
          <p:nvSpPr>
            <p:cNvPr id="49" name="Oval 48">
              <a:extLst>
                <a:ext uri="{FF2B5EF4-FFF2-40B4-BE49-F238E27FC236}">
                  <a16:creationId xmlns:a16="http://schemas.microsoft.com/office/drawing/2014/main" id="{E7803037-5F81-499A-D3F1-6264D7836524}"/>
                </a:ext>
              </a:extLst>
            </p:cNvPr>
            <p:cNvSpPr>
              <a:spLocks/>
            </p:cNvSpPr>
            <p:nvPr/>
          </p:nvSpPr>
          <p:spPr>
            <a:xfrm>
              <a:off x="6739684" y="1484266"/>
              <a:ext cx="3889468" cy="3889468"/>
            </a:xfrm>
            <a:prstGeom prst="ellipse">
              <a:avLst/>
            </a:prstGeom>
            <a:solidFill>
              <a:schemeClr val="accent5">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50" name="Oval 49">
              <a:extLst>
                <a:ext uri="{FF2B5EF4-FFF2-40B4-BE49-F238E27FC236}">
                  <a16:creationId xmlns:a16="http://schemas.microsoft.com/office/drawing/2014/main" id="{E2EA1895-20D5-1303-1C00-85FD90DC8915}"/>
                </a:ext>
              </a:extLst>
            </p:cNvPr>
            <p:cNvSpPr/>
            <p:nvPr/>
          </p:nvSpPr>
          <p:spPr>
            <a:xfrm flipV="1">
              <a:off x="7108410" y="1852992"/>
              <a:ext cx="3152006" cy="3152006"/>
            </a:xfrm>
            <a:prstGeom prst="ellipse">
              <a:avLst/>
            </a:prstGeom>
            <a:solidFill>
              <a:schemeClr val="bg1"/>
            </a:solid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1799">
                <a:solidFill>
                  <a:schemeClr val="lt1"/>
                </a:solidFill>
              </a:endParaRPr>
            </a:p>
          </p:txBody>
        </p:sp>
      </p:grpSp>
      <p:grpSp>
        <p:nvGrpSpPr>
          <p:cNvPr id="52" name="Group 51">
            <a:extLst>
              <a:ext uri="{FF2B5EF4-FFF2-40B4-BE49-F238E27FC236}">
                <a16:creationId xmlns:a16="http://schemas.microsoft.com/office/drawing/2014/main" id="{93AD8C21-63B3-EEB8-75E0-EFD9E9E3281C}"/>
              </a:ext>
            </a:extLst>
          </p:cNvPr>
          <p:cNvGrpSpPr/>
          <p:nvPr userDrawn="1"/>
        </p:nvGrpSpPr>
        <p:grpSpPr>
          <a:xfrm>
            <a:off x="6231847" y="3522366"/>
            <a:ext cx="2141686" cy="2141686"/>
            <a:chOff x="6739684" y="1484266"/>
            <a:chExt cx="3889468" cy="3889468"/>
          </a:xfrm>
        </p:grpSpPr>
        <p:sp>
          <p:nvSpPr>
            <p:cNvPr id="79" name="Oval 78">
              <a:extLst>
                <a:ext uri="{FF2B5EF4-FFF2-40B4-BE49-F238E27FC236}">
                  <a16:creationId xmlns:a16="http://schemas.microsoft.com/office/drawing/2014/main" id="{18450753-5DFC-BADD-F912-C2AE22FE43DA}"/>
                </a:ext>
              </a:extLst>
            </p:cNvPr>
            <p:cNvSpPr>
              <a:spLocks/>
            </p:cNvSpPr>
            <p:nvPr/>
          </p:nvSpPr>
          <p:spPr>
            <a:xfrm>
              <a:off x="6739684" y="1484266"/>
              <a:ext cx="3889468" cy="3889468"/>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80" name="Oval 79">
              <a:extLst>
                <a:ext uri="{FF2B5EF4-FFF2-40B4-BE49-F238E27FC236}">
                  <a16:creationId xmlns:a16="http://schemas.microsoft.com/office/drawing/2014/main" id="{474F314F-1C6D-0DF8-B35D-FD918115C7FC}"/>
                </a:ext>
              </a:extLst>
            </p:cNvPr>
            <p:cNvSpPr/>
            <p:nvPr/>
          </p:nvSpPr>
          <p:spPr>
            <a:xfrm flipV="1">
              <a:off x="7108410" y="1852992"/>
              <a:ext cx="3152006" cy="3152006"/>
            </a:xfrm>
            <a:prstGeom prst="ellipse">
              <a:avLst/>
            </a:prstGeom>
            <a:solidFill>
              <a:schemeClr val="bg1"/>
            </a:solid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1799">
                <a:solidFill>
                  <a:schemeClr val="lt1"/>
                </a:solidFill>
              </a:endParaRPr>
            </a:p>
          </p:txBody>
        </p:sp>
      </p:grpSp>
      <p:sp>
        <p:nvSpPr>
          <p:cNvPr id="84" name="page number">
            <a:extLst>
              <a:ext uri="{FF2B5EF4-FFF2-40B4-BE49-F238E27FC236}">
                <a16:creationId xmlns:a16="http://schemas.microsoft.com/office/drawing/2014/main" id="{EC157D86-03E9-43E1-3857-8F60F298D26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87" name="Content Placeholder 85">
            <a:extLst>
              <a:ext uri="{FF2B5EF4-FFF2-40B4-BE49-F238E27FC236}">
                <a16:creationId xmlns:a16="http://schemas.microsoft.com/office/drawing/2014/main" id="{CA3964CB-7FC7-3A4B-6A0C-B3F23E15A213}"/>
              </a:ext>
            </a:extLst>
          </p:cNvPr>
          <p:cNvSpPr>
            <a:spLocks noGrp="1"/>
          </p:cNvSpPr>
          <p:nvPr userDrawn="1">
            <p:ph sz="quarter" idx="12"/>
          </p:nvPr>
        </p:nvSpPr>
        <p:spPr>
          <a:xfrm>
            <a:off x="722611" y="1282655"/>
            <a:ext cx="2817812" cy="1782203"/>
          </a:xfrm>
        </p:spPr>
        <p:txBody>
          <a:bodyPr anchor="ctr"/>
          <a:lstStyle>
            <a:lvl1pPr algn="r">
              <a:defRPr/>
            </a:lvl1pPr>
            <a:lvl2pPr marL="273050" indent="0">
              <a:buNone/>
              <a:defRPr/>
            </a:lvl2pPr>
          </a:lstStyle>
          <a:p>
            <a:pPr lvl="0"/>
            <a:r>
              <a:rPr lang="en-GB"/>
              <a:t>Click to edit Master text styles</a:t>
            </a:r>
          </a:p>
        </p:txBody>
      </p:sp>
      <p:sp>
        <p:nvSpPr>
          <p:cNvPr id="90" name="Content Placeholder 85">
            <a:extLst>
              <a:ext uri="{FF2B5EF4-FFF2-40B4-BE49-F238E27FC236}">
                <a16:creationId xmlns:a16="http://schemas.microsoft.com/office/drawing/2014/main" id="{85D7AC42-E32C-5776-89C3-92892E6BE9C3}"/>
              </a:ext>
            </a:extLst>
          </p:cNvPr>
          <p:cNvSpPr>
            <a:spLocks noGrp="1"/>
          </p:cNvSpPr>
          <p:nvPr userDrawn="1">
            <p:ph sz="quarter" idx="13"/>
          </p:nvPr>
        </p:nvSpPr>
        <p:spPr>
          <a:xfrm>
            <a:off x="8648402" y="1282655"/>
            <a:ext cx="2817812" cy="1782203"/>
          </a:xfrm>
        </p:spPr>
        <p:txBody>
          <a:bodyPr anchor="ctr"/>
          <a:lstStyle>
            <a:lvl1pPr algn="l">
              <a:defRPr/>
            </a:lvl1pPr>
            <a:lvl2pPr marL="273050" indent="0">
              <a:buNone/>
              <a:defRPr/>
            </a:lvl2pPr>
          </a:lstStyle>
          <a:p>
            <a:pPr lvl="0"/>
            <a:r>
              <a:rPr lang="en-GB"/>
              <a:t>Click to edit Master text styles</a:t>
            </a:r>
          </a:p>
        </p:txBody>
      </p:sp>
      <p:sp>
        <p:nvSpPr>
          <p:cNvPr id="92" name="Content Placeholder 85">
            <a:extLst>
              <a:ext uri="{FF2B5EF4-FFF2-40B4-BE49-F238E27FC236}">
                <a16:creationId xmlns:a16="http://schemas.microsoft.com/office/drawing/2014/main" id="{40488B02-541B-4537-2C4B-1D28947B215E}"/>
              </a:ext>
            </a:extLst>
          </p:cNvPr>
          <p:cNvSpPr>
            <a:spLocks noGrp="1"/>
          </p:cNvSpPr>
          <p:nvPr userDrawn="1">
            <p:ph sz="quarter" idx="14"/>
          </p:nvPr>
        </p:nvSpPr>
        <p:spPr>
          <a:xfrm>
            <a:off x="722611" y="3702104"/>
            <a:ext cx="2817812" cy="1782203"/>
          </a:xfrm>
        </p:spPr>
        <p:txBody>
          <a:bodyPr anchor="ctr"/>
          <a:lstStyle>
            <a:lvl1pPr algn="r">
              <a:defRPr/>
            </a:lvl1pPr>
            <a:lvl2pPr marL="273050" indent="0">
              <a:buNone/>
              <a:defRPr/>
            </a:lvl2pPr>
          </a:lstStyle>
          <a:p>
            <a:pPr lvl="0"/>
            <a:r>
              <a:rPr lang="en-GB"/>
              <a:t>Click to edit Master text styles</a:t>
            </a:r>
          </a:p>
        </p:txBody>
      </p:sp>
      <p:sp>
        <p:nvSpPr>
          <p:cNvPr id="94" name="Content Placeholder 85">
            <a:extLst>
              <a:ext uri="{FF2B5EF4-FFF2-40B4-BE49-F238E27FC236}">
                <a16:creationId xmlns:a16="http://schemas.microsoft.com/office/drawing/2014/main" id="{CD0DF2F0-EE44-A3A5-ECA8-62C510C2EADC}"/>
              </a:ext>
            </a:extLst>
          </p:cNvPr>
          <p:cNvSpPr>
            <a:spLocks noGrp="1"/>
          </p:cNvSpPr>
          <p:nvPr userDrawn="1">
            <p:ph sz="quarter" idx="15"/>
          </p:nvPr>
        </p:nvSpPr>
        <p:spPr>
          <a:xfrm>
            <a:off x="8648402" y="3702104"/>
            <a:ext cx="2817812" cy="1782203"/>
          </a:xfrm>
        </p:spPr>
        <p:txBody>
          <a:bodyPr anchor="ctr"/>
          <a:lstStyle>
            <a:lvl1pPr algn="l">
              <a:defRPr/>
            </a:lvl1pPr>
            <a:lvl2pPr marL="273050" indent="0">
              <a:buNone/>
              <a:defRPr/>
            </a:lvl2pPr>
          </a:lstStyle>
          <a:p>
            <a:pPr lvl="0"/>
            <a:r>
              <a:rPr lang="en-GB"/>
              <a:t>Click to edit Master text styles</a:t>
            </a:r>
          </a:p>
        </p:txBody>
      </p:sp>
      <p:sp>
        <p:nvSpPr>
          <p:cNvPr id="2" name="Rectangle 1">
            <a:extLst>
              <a:ext uri="{FF2B5EF4-FFF2-40B4-BE49-F238E27FC236}">
                <a16:creationId xmlns:a16="http://schemas.microsoft.com/office/drawing/2014/main" id="{C0BA8351-BD18-88BA-D983-7A58F5A42D1F}"/>
              </a:ext>
            </a:extLst>
          </p:cNvPr>
          <p:cNvSpPr/>
          <p:nvPr userDrawn="1"/>
        </p:nvSpPr>
        <p:spPr>
          <a:xfrm>
            <a:off x="0" y="0"/>
            <a:ext cx="12188825" cy="25101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pic>
        <p:nvPicPr>
          <p:cNvPr id="5" name="Picture 4" descr="A green and blue arrow&#10;&#10;Description automatically generated">
            <a:extLst>
              <a:ext uri="{FF2B5EF4-FFF2-40B4-BE49-F238E27FC236}">
                <a16:creationId xmlns:a16="http://schemas.microsoft.com/office/drawing/2014/main" id="{1037025F-BC06-846C-0197-1D91D7FA2FD4}"/>
              </a:ext>
            </a:extLst>
          </p:cNvPr>
          <p:cNvPicPr>
            <a:picLocks noChangeAspect="1"/>
          </p:cNvPicPr>
          <p:nvPr userDrawn="1"/>
        </p:nvPicPr>
        <p:blipFill rotWithShape="1">
          <a:blip r:embed="rId2"/>
          <a:srcRect b="97344"/>
          <a:stretch/>
        </p:blipFill>
        <p:spPr>
          <a:xfrm>
            <a:off x="0" y="-494"/>
            <a:ext cx="12187946" cy="182146"/>
          </a:xfrm>
          <a:prstGeom prst="rect">
            <a:avLst/>
          </a:prstGeom>
        </p:spPr>
      </p:pic>
    </p:spTree>
    <p:extLst>
      <p:ext uri="{BB962C8B-B14F-4D97-AF65-F5344CB8AC3E}">
        <p14:creationId xmlns:p14="http://schemas.microsoft.com/office/powerpoint/2010/main" val="670206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Five Numbered ">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EE46A-2B6A-D0CE-D67A-E39C4516F8BB}"/>
              </a:ext>
            </a:extLst>
          </p:cNvPr>
          <p:cNvSpPr/>
          <p:nvPr/>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5" name="Rectangle 4">
            <a:extLst>
              <a:ext uri="{FF2B5EF4-FFF2-40B4-BE49-F238E27FC236}">
                <a16:creationId xmlns:a16="http://schemas.microsoft.com/office/drawing/2014/main" id="{1DC9EA80-9EA8-343E-F517-1CAD885879D6}"/>
              </a:ext>
            </a:extLst>
          </p:cNvPr>
          <p:cNvSpPr/>
          <p:nvPr/>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6" name="Rectangle 5">
            <a:extLst>
              <a:ext uri="{FF2B5EF4-FFF2-40B4-BE49-F238E27FC236}">
                <a16:creationId xmlns:a16="http://schemas.microsoft.com/office/drawing/2014/main" id="{A8D23D95-E4CC-0B03-48A9-0EC81B2368E5}"/>
              </a:ext>
            </a:extLst>
          </p:cNvPr>
          <p:cNvSpPr/>
          <p:nvPr/>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Rectangle 6">
            <a:extLst>
              <a:ext uri="{FF2B5EF4-FFF2-40B4-BE49-F238E27FC236}">
                <a16:creationId xmlns:a16="http://schemas.microsoft.com/office/drawing/2014/main" id="{3737E5D6-04BF-01BC-A221-0F1D603C51D8}"/>
              </a:ext>
            </a:extLst>
          </p:cNvPr>
          <p:cNvSpPr/>
          <p:nvPr/>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 name="Rectangle 1">
            <a:extLst>
              <a:ext uri="{FF2B5EF4-FFF2-40B4-BE49-F238E27FC236}">
                <a16:creationId xmlns:a16="http://schemas.microsoft.com/office/drawing/2014/main" id="{65142366-F01F-D56A-11BB-7D669E9AD2B4}"/>
              </a:ext>
            </a:extLst>
          </p:cNvPr>
          <p:cNvSpPr/>
          <p:nvPr/>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Column Text with Number Icons Click to Add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5" name="Straight Connector 14">
            <a:extLst>
              <a:ext uri="{FF2B5EF4-FFF2-40B4-BE49-F238E27FC236}">
                <a16:creationId xmlns:a16="http://schemas.microsoft.com/office/drawing/2014/main" id="{182EA033-41AE-6148-A260-889FF59E41C9}"/>
              </a:ext>
            </a:extLst>
          </p:cNvPr>
          <p:cNvCxnSpPr/>
          <p:nvPr/>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1" y="2529075"/>
            <a:ext cx="1828800" cy="2871263"/>
          </a:xfrm>
          <a:noFill/>
          <a:ln>
            <a:noFill/>
          </a:ln>
        </p:spPr>
        <p:txBody>
          <a:bodyPr lIns="182880" tIns="548640" rIns="182880" bIns="182880"/>
          <a:lstStyle>
            <a:lvl1pPr algn="ctr">
              <a:lnSpc>
                <a:spcPct val="90000"/>
              </a:lnSpc>
              <a:spcBef>
                <a:spcPts val="600"/>
              </a:spcBef>
              <a:buNone/>
              <a:defRPr sz="2000">
                <a:solidFill>
                  <a:schemeClr val="accent4"/>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dirty="0"/>
              <a:t>Click to add text</a:t>
            </a:r>
          </a:p>
          <a:p>
            <a:pPr lvl="1"/>
            <a:r>
              <a:rPr lang="en-US" dirty="0"/>
              <a:t>Second level</a:t>
            </a:r>
          </a:p>
        </p:txBody>
      </p:sp>
      <p:cxnSp>
        <p:nvCxnSpPr>
          <p:cNvPr id="19" name="Straight Connector 18">
            <a:extLst>
              <a:ext uri="{FF2B5EF4-FFF2-40B4-BE49-F238E27FC236}">
                <a16:creationId xmlns:a16="http://schemas.microsoft.com/office/drawing/2014/main" id="{662FF207-1B75-1940-91E1-2692254C727F}"/>
              </a:ext>
            </a:extLst>
          </p:cNvPr>
          <p:cNvCxnSpPr/>
          <p:nvPr/>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2529075"/>
            <a:ext cx="1828800" cy="2871263"/>
          </a:xfrm>
          <a:noFill/>
          <a:ln>
            <a:noFill/>
          </a:ln>
        </p:spPr>
        <p:txBody>
          <a:bodyPr lIns="182880" tIns="548640" rIns="182880" bIns="182880"/>
          <a:lstStyle>
            <a:lvl1pPr algn="ctr">
              <a:lnSpc>
                <a:spcPct val="90000"/>
              </a:lnSpc>
              <a:spcBef>
                <a:spcPts val="600"/>
              </a:spcBef>
              <a:defRPr sz="2000">
                <a:solidFill>
                  <a:schemeClr val="accent3"/>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cxnSp>
        <p:nvCxnSpPr>
          <p:cNvPr id="18" name="Straight Connector 17">
            <a:extLst>
              <a:ext uri="{FF2B5EF4-FFF2-40B4-BE49-F238E27FC236}">
                <a16:creationId xmlns:a16="http://schemas.microsoft.com/office/drawing/2014/main" id="{903341DC-DE80-5E4C-A4C9-C984D7074760}"/>
              </a:ext>
            </a:extLst>
          </p:cNvPr>
          <p:cNvCxnSpPr/>
          <p:nvPr/>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2529075"/>
            <a:ext cx="1828800" cy="2871263"/>
          </a:xfrm>
          <a:noFill/>
          <a:ln>
            <a:noFill/>
          </a:ln>
        </p:spPr>
        <p:txBody>
          <a:bodyPr lIns="182880" tIns="548640" rIns="182880" bIns="182880"/>
          <a:lstStyle>
            <a:lvl1pPr algn="ctr">
              <a:lnSpc>
                <a:spcPct val="90000"/>
              </a:lnSpc>
              <a:spcBef>
                <a:spcPts val="600"/>
              </a:spcBef>
              <a:buNone/>
              <a:defRPr sz="2000">
                <a:solidFill>
                  <a:schemeClr val="accent2"/>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cxnSp>
        <p:nvCxnSpPr>
          <p:cNvPr id="20" name="Straight Connector 19">
            <a:extLst>
              <a:ext uri="{FF2B5EF4-FFF2-40B4-BE49-F238E27FC236}">
                <a16:creationId xmlns:a16="http://schemas.microsoft.com/office/drawing/2014/main" id="{128E238A-DE09-DD4F-A6F3-2F244E7301C3}"/>
              </a:ext>
            </a:extLst>
          </p:cNvPr>
          <p:cNvCxnSpPr/>
          <p:nvPr/>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2529075"/>
            <a:ext cx="1828800" cy="2871263"/>
          </a:xfrm>
          <a:noFill/>
          <a:ln>
            <a:noFill/>
          </a:ln>
        </p:spPr>
        <p:txBody>
          <a:bodyPr lIns="182880" tIns="548640" rIns="182880" bIns="182880"/>
          <a:lstStyle>
            <a:lvl1pPr algn="ctr">
              <a:lnSpc>
                <a:spcPct val="90000"/>
              </a:lnSpc>
              <a:spcBef>
                <a:spcPts val="600"/>
              </a:spcBef>
              <a:buNone/>
              <a:defRPr sz="2000">
                <a:solidFill>
                  <a:schemeClr val="accent5"/>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cxnSp>
        <p:nvCxnSpPr>
          <p:cNvPr id="21" name="Straight Connector 20">
            <a:extLst>
              <a:ext uri="{FF2B5EF4-FFF2-40B4-BE49-F238E27FC236}">
                <a16:creationId xmlns:a16="http://schemas.microsoft.com/office/drawing/2014/main" id="{E8B64954-CA3A-494E-B70D-3405C9F592D8}"/>
              </a:ext>
            </a:extLst>
          </p:cNvPr>
          <p:cNvCxnSpPr/>
          <p:nvPr/>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2529075"/>
            <a:ext cx="1828800" cy="2871263"/>
          </a:xfrm>
          <a:noFill/>
          <a:ln>
            <a:noFill/>
          </a:ln>
        </p:spPr>
        <p:txBody>
          <a:bodyPr lIns="182880" tIns="548640" rIns="182880" bIns="182880"/>
          <a:lstStyle>
            <a:lvl1pPr algn="ctr">
              <a:lnSpc>
                <a:spcPct val="90000"/>
              </a:lnSpc>
              <a:spcBef>
                <a:spcPts val="600"/>
              </a:spcBef>
              <a:buNone/>
              <a:defRPr sz="2000">
                <a:solidFill>
                  <a:schemeClr val="bg2">
                    <a:lumMod val="25000"/>
                  </a:schemeClr>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3" name="page number">
            <a:extLst>
              <a:ext uri="{FF2B5EF4-FFF2-40B4-BE49-F238E27FC236}">
                <a16:creationId xmlns:a16="http://schemas.microsoft.com/office/drawing/2014/main" id="{778B9E91-325F-BB46-BB33-20219DF70C9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37" name="Oval 36">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39" name="Oval 38">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p:nvSpPr>
        <p:spPr bwMode="gray">
          <a:xfrm>
            <a:off x="3414170" y="2118221"/>
            <a:ext cx="788487" cy="788487"/>
          </a:xfrm>
          <a:prstGeom prst="ellipse">
            <a:avLst/>
          </a:prstGeom>
          <a:solidFill>
            <a:schemeClr val="bg1"/>
          </a:solidFill>
          <a:ln w="25400">
            <a:solidFill>
              <a:schemeClr val="accent3"/>
            </a:solidFill>
          </a:ln>
          <a:effectLst/>
        </p:spPr>
        <p:txBody>
          <a:bodyPr vert="horz" wrap="square" lIns="0" tIns="0" rIns="0" bIns="0" numCol="1" anchor="ctr" anchorCtr="0" compatLnSpc="1">
            <a:prstTxWarp prst="textNoShape">
              <a:avLst/>
            </a:prstTxWarp>
          </a:bodyPr>
          <a:lstStyle/>
          <a:p>
            <a:pPr lvl="0" algn="ctr"/>
            <a:r>
              <a:rPr lang="en-US" dirty="0">
                <a:solidFill>
                  <a:schemeClr val="accent3"/>
                </a:solidFill>
              </a:rPr>
              <a:t>2</a:t>
            </a:r>
          </a:p>
        </p:txBody>
      </p:sp>
      <p:sp>
        <p:nvSpPr>
          <p:cNvPr id="38" name="Oval 37">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0" name="Oval 39">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1" name="Oval 40">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sp>
        <p:nvSpPr>
          <p:cNvPr id="25" name="Rectangle 24">
            <a:extLst>
              <a:ext uri="{FF2B5EF4-FFF2-40B4-BE49-F238E27FC236}">
                <a16:creationId xmlns:a16="http://schemas.microsoft.com/office/drawing/2014/main" id="{C52EE46A-2B6A-D0CE-D67A-E39C4516F8BB}"/>
              </a:ext>
            </a:extLst>
          </p:cNvPr>
          <p:cNvSpPr/>
          <p:nvPr userDrawn="1"/>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Rectangle 25">
            <a:extLst>
              <a:ext uri="{FF2B5EF4-FFF2-40B4-BE49-F238E27FC236}">
                <a16:creationId xmlns:a16="http://schemas.microsoft.com/office/drawing/2014/main" id="{1DC9EA80-9EA8-343E-F517-1CAD885879D6}"/>
              </a:ext>
            </a:extLst>
          </p:cNvPr>
          <p:cNvSpPr/>
          <p:nvPr userDrawn="1"/>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7" name="Rectangle 26">
            <a:extLst>
              <a:ext uri="{FF2B5EF4-FFF2-40B4-BE49-F238E27FC236}">
                <a16:creationId xmlns:a16="http://schemas.microsoft.com/office/drawing/2014/main" id="{A8D23D95-E4CC-0B03-48A9-0EC81B2368E5}"/>
              </a:ext>
            </a:extLst>
          </p:cNvPr>
          <p:cNvSpPr/>
          <p:nvPr userDrawn="1"/>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1" name="Rectangle 30">
            <a:extLst>
              <a:ext uri="{FF2B5EF4-FFF2-40B4-BE49-F238E27FC236}">
                <a16:creationId xmlns:a16="http://schemas.microsoft.com/office/drawing/2014/main" id="{3737E5D6-04BF-01BC-A221-0F1D603C51D8}"/>
              </a:ext>
            </a:extLst>
          </p:cNvPr>
          <p:cNvSpPr/>
          <p:nvPr userDrawn="1"/>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3" name="Rectangle 32">
            <a:extLst>
              <a:ext uri="{FF2B5EF4-FFF2-40B4-BE49-F238E27FC236}">
                <a16:creationId xmlns:a16="http://schemas.microsoft.com/office/drawing/2014/main" id="{65142366-F01F-D56A-11BB-7D669E9AD2B4}"/>
              </a:ext>
            </a:extLst>
          </p:cNvPr>
          <p:cNvSpPr/>
          <p:nvPr userDrawn="1"/>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cxnSp>
        <p:nvCxnSpPr>
          <p:cNvPr id="34" name="Straight Connector 33">
            <a:extLst>
              <a:ext uri="{FF2B5EF4-FFF2-40B4-BE49-F238E27FC236}">
                <a16:creationId xmlns:a16="http://schemas.microsoft.com/office/drawing/2014/main" id="{182EA033-41AE-6148-A260-889FF59E41C9}"/>
              </a:ext>
            </a:extLst>
          </p:cNvPr>
          <p:cNvCxnSpPr/>
          <p:nvPr userDrawn="1"/>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62FF207-1B75-1940-91E1-2692254C727F}"/>
              </a:ext>
            </a:extLst>
          </p:cNvPr>
          <p:cNvCxnSpPr/>
          <p:nvPr userDrawn="1"/>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03341DC-DE80-5E4C-A4C9-C984D7074760}"/>
              </a:ext>
            </a:extLst>
          </p:cNvPr>
          <p:cNvCxnSpPr/>
          <p:nvPr userDrawn="1"/>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28E238A-DE09-DD4F-A6F3-2F244E7301C3}"/>
              </a:ext>
            </a:extLst>
          </p:cNvPr>
          <p:cNvCxnSpPr/>
          <p:nvPr userDrawn="1"/>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8B64954-CA3A-494E-B70D-3405C9F592D8}"/>
              </a:ext>
            </a:extLst>
          </p:cNvPr>
          <p:cNvCxnSpPr/>
          <p:nvPr userDrawn="1"/>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4" name="page number">
            <a:extLst>
              <a:ext uri="{FF2B5EF4-FFF2-40B4-BE49-F238E27FC236}">
                <a16:creationId xmlns:a16="http://schemas.microsoft.com/office/drawing/2014/main" id="{778B9E91-325F-BB46-BB33-20219DF70C9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45" name="Oval 44">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userDrawn="1"/>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46" name="Oval 45">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userDrawn="1"/>
        </p:nvSpPr>
        <p:spPr bwMode="gray">
          <a:xfrm>
            <a:off x="3414170" y="2118221"/>
            <a:ext cx="788487" cy="788487"/>
          </a:xfrm>
          <a:prstGeom prst="ellipse">
            <a:avLst/>
          </a:prstGeom>
          <a:solidFill>
            <a:schemeClr val="bg1"/>
          </a:solidFill>
          <a:ln w="25400">
            <a:solidFill>
              <a:schemeClr val="accent3"/>
            </a:solidFill>
          </a:ln>
          <a:effectLst/>
        </p:spPr>
        <p:txBody>
          <a:bodyPr vert="horz" wrap="square" lIns="91440" tIns="45720" rIns="91440" bIns="45720" numCol="1" anchor="ctr" anchorCtr="0" compatLnSpc="1">
            <a:prstTxWarp prst="textNoShape">
              <a:avLst/>
            </a:prstTxWarp>
          </a:bodyPr>
          <a:lstStyle/>
          <a:p>
            <a:pPr lvl="0" algn="ctr"/>
            <a:r>
              <a:rPr lang="en-US" dirty="0">
                <a:solidFill>
                  <a:schemeClr val="accent3"/>
                </a:solidFill>
              </a:rPr>
              <a:t>2</a:t>
            </a:r>
          </a:p>
        </p:txBody>
      </p:sp>
      <p:sp>
        <p:nvSpPr>
          <p:cNvPr id="47" name="Oval 46">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userDrawn="1"/>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8" name="Oval 47">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userDrawn="1"/>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9" name="Oval 48">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userDrawn="1"/>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spTree>
    <p:extLst>
      <p:ext uri="{BB962C8B-B14F-4D97-AF65-F5344CB8AC3E}">
        <p14:creationId xmlns:p14="http://schemas.microsoft.com/office/powerpoint/2010/main" val="545820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Sample Chart Layout for Text – Click to Add a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5" name="Text Placeholder 3" descr="Row 1 label">
            <a:extLst>
              <a:ext uri="{FF2B5EF4-FFF2-40B4-BE49-F238E27FC236}">
                <a16:creationId xmlns:a16="http://schemas.microsoft.com/office/drawing/2014/main" id="{7077ED63-7149-B64F-804C-21E2E59DF7DB}"/>
              </a:ext>
            </a:extLst>
          </p:cNvPr>
          <p:cNvSpPr>
            <a:spLocks noGrp="1"/>
          </p:cNvSpPr>
          <p:nvPr>
            <p:ph type="body" sz="quarter" idx="30" hasCustomPrompt="1"/>
          </p:nvPr>
        </p:nvSpPr>
        <p:spPr>
          <a:xfrm>
            <a:off x="271464" y="1546789"/>
            <a:ext cx="574570" cy="439174"/>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Arial" panose="020B0604020202020204" pitchFamily="34" charset="0"/>
              <a:buChar char="​"/>
              <a:defRPr sz="1400"/>
            </a:lvl2pPr>
          </a:lstStyle>
          <a:p>
            <a:pPr lvl="0"/>
            <a:r>
              <a:rPr lang="en-US" dirty="0"/>
              <a:t>Click to add text</a:t>
            </a:r>
          </a:p>
        </p:txBody>
      </p:sp>
      <p:sp>
        <p:nvSpPr>
          <p:cNvPr id="34" name="Text Placeholder 3" descr="Row 1 text box is a long horizontal box the width of the slide acting as a header. ">
            <a:extLst>
              <a:ext uri="{FF2B5EF4-FFF2-40B4-BE49-F238E27FC236}">
                <a16:creationId xmlns:a16="http://schemas.microsoft.com/office/drawing/2014/main" id="{03CB2304-DD0F-674C-91F7-863CDF3757FC}"/>
              </a:ext>
            </a:extLst>
          </p:cNvPr>
          <p:cNvSpPr>
            <a:spLocks noGrp="1"/>
          </p:cNvSpPr>
          <p:nvPr>
            <p:ph type="body" sz="quarter" idx="29" hasCustomPrompt="1"/>
          </p:nvPr>
        </p:nvSpPr>
        <p:spPr>
          <a:xfrm>
            <a:off x="1034040" y="1561701"/>
            <a:ext cx="10630969" cy="429469"/>
          </a:xfrm>
          <a:solidFill>
            <a:srgbClr val="F4F8FA"/>
          </a:solidFill>
          <a:ln w="12700">
            <a:solidFill>
              <a:schemeClr val="accent3">
                <a:alpha val="25000"/>
              </a:schemeClr>
            </a:solidFill>
          </a:ln>
        </p:spPr>
        <p:txBody>
          <a:bodyPr tIns="91440"/>
          <a:lstStyle>
            <a:lvl1pPr algn="ctr">
              <a:lnSpc>
                <a:spcPct val="100000"/>
              </a:lnSpc>
              <a:spcBef>
                <a:spcPts val="600"/>
              </a:spcBef>
              <a:buNone/>
              <a:defRPr sz="1600">
                <a:solidFill>
                  <a:schemeClr val="tx1"/>
                </a:solidFill>
              </a:defRPr>
            </a:lvl1pPr>
            <a:lvl2pPr marL="0" indent="0" algn="ctr">
              <a:lnSpc>
                <a:spcPct val="100000"/>
              </a:lnSpc>
              <a:spcBef>
                <a:spcPts val="600"/>
              </a:spcBef>
              <a:buFont typeface="Arial" panose="020B0604020202020204" pitchFamily="34" charset="0"/>
              <a:buChar char="​"/>
              <a:defRPr sz="1400"/>
            </a:lvl2pPr>
          </a:lstStyle>
          <a:p>
            <a:pPr lvl="0"/>
            <a:r>
              <a:rPr lang="en-US"/>
              <a:t>Click to add text</a:t>
            </a:r>
          </a:p>
        </p:txBody>
      </p:sp>
      <p:sp>
        <p:nvSpPr>
          <p:cNvPr id="36" name="Text Placeholder 3" descr="Row 2 label; this row shows 4 content boxes labeled A through D, each is a different color and holds text.">
            <a:extLst>
              <a:ext uri="{FF2B5EF4-FFF2-40B4-BE49-F238E27FC236}">
                <a16:creationId xmlns:a16="http://schemas.microsoft.com/office/drawing/2014/main" id="{3E62FD32-E978-1A49-AA98-60CD14AE003D}"/>
              </a:ext>
            </a:extLst>
          </p:cNvPr>
          <p:cNvSpPr>
            <a:spLocks noGrp="1"/>
          </p:cNvSpPr>
          <p:nvPr>
            <p:ph type="body" sz="quarter" idx="31" hasCustomPrompt="1"/>
          </p:nvPr>
        </p:nvSpPr>
        <p:spPr>
          <a:xfrm>
            <a:off x="285750" y="3304775"/>
            <a:ext cx="560283"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Arial" panose="020B0604020202020204" pitchFamily="34" charset="0"/>
              <a:buChar char="​"/>
              <a:defRPr sz="1400"/>
            </a:lvl2pPr>
          </a:lstStyle>
          <a:p>
            <a:pPr lvl="0"/>
            <a:r>
              <a:rPr lang="en-US" dirty="0"/>
              <a:t>Click to add text</a:t>
            </a:r>
          </a:p>
        </p:txBody>
      </p:sp>
      <p:cxnSp>
        <p:nvCxnSpPr>
          <p:cNvPr id="4" name="Straight Connector 3">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descr="Row 2, box 1: text in plum">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1102407" y="2699834"/>
            <a:ext cx="2459421" cy="1949198"/>
          </a:xfrm>
          <a:noFill/>
          <a:ln w="15875">
            <a:noFill/>
          </a:ln>
        </p:spPr>
        <p:txBody>
          <a:bodyPr tIns="365760"/>
          <a:lstStyle>
            <a:lvl1pPr algn="ctr">
              <a:lnSpc>
                <a:spcPct val="100000"/>
              </a:lnSpc>
              <a:spcBef>
                <a:spcPts val="600"/>
              </a:spcBef>
              <a:buNone/>
              <a:defRPr sz="1800">
                <a:solidFill>
                  <a:schemeClr val="accent4"/>
                </a:solidFill>
              </a:defRPr>
            </a:lvl1pPr>
            <a:lvl2pPr marL="0" indent="0" algn="ctr">
              <a:lnSpc>
                <a:spcPct val="100000"/>
              </a:lnSpc>
              <a:spcBef>
                <a:spcPts val="600"/>
              </a:spcBef>
              <a:buFont typeface="Arial" panose="020B0604020202020204" pitchFamily="34" charset="0"/>
              <a:buChar char="​"/>
              <a:defRPr sz="1400">
                <a:solidFill>
                  <a:schemeClr val="tx1"/>
                </a:solidFill>
              </a:defRPr>
            </a:lvl2pPr>
          </a:lstStyle>
          <a:p>
            <a:pPr lvl="0"/>
            <a:r>
              <a:rPr lang="en-US" dirty="0"/>
              <a:t>Click to add text</a:t>
            </a:r>
          </a:p>
          <a:p>
            <a:pPr lvl="1"/>
            <a:r>
              <a:rPr lang="en-US" dirty="0"/>
              <a:t>Second level</a:t>
            </a:r>
          </a:p>
        </p:txBody>
      </p:sp>
      <p:cxnSp>
        <p:nvCxnSpPr>
          <p:cNvPr id="32" name="Straight Connector 31">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descr="Row 2, box 3: text in indigo">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3816081" y="2699834"/>
            <a:ext cx="2459421" cy="1949198"/>
          </a:xfrm>
          <a:noFill/>
          <a:ln w="15875">
            <a:noFill/>
          </a:ln>
        </p:spPr>
        <p:txBody>
          <a:bodyPr tIns="365760"/>
          <a:lstStyle>
            <a:lvl1pPr algn="ctr">
              <a:lnSpc>
                <a:spcPct val="100000"/>
              </a:lnSpc>
              <a:spcBef>
                <a:spcPts val="600"/>
              </a:spcBef>
              <a:defRPr sz="1800">
                <a:solidFill>
                  <a:schemeClr val="accent3"/>
                </a:solidFill>
              </a:defRPr>
            </a:lvl1pPr>
            <a:lvl2pPr marL="285750" indent="-285750" algn="ctr">
              <a:lnSpc>
                <a:spcPct val="100000"/>
              </a:lnSpc>
              <a:spcBef>
                <a:spcPts val="600"/>
              </a:spcBef>
              <a:buFont typeface="Arial" panose="020B0604020202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cxnSp>
        <p:nvCxnSpPr>
          <p:cNvPr id="25" name="Straight Connector 24">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descr="Row 2, box 2: text in ocean">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6529755" y="2699834"/>
            <a:ext cx="2459421" cy="1949198"/>
          </a:xfrm>
          <a:noFill/>
          <a:ln w="15875">
            <a:noFill/>
          </a:ln>
        </p:spPr>
        <p:txBody>
          <a:bodyPr tIns="365760"/>
          <a:lstStyle>
            <a:lvl1pPr algn="ctr">
              <a:lnSpc>
                <a:spcPct val="100000"/>
              </a:lnSpc>
              <a:spcBef>
                <a:spcPts val="600"/>
              </a:spcBef>
              <a:buNone/>
              <a:defRPr sz="1800">
                <a:solidFill>
                  <a:schemeClr val="accent2"/>
                </a:solidFill>
              </a:defRPr>
            </a:lvl1pPr>
            <a:lvl2pPr marL="285750" indent="-285750" algn="ctr">
              <a:lnSpc>
                <a:spcPct val="100000"/>
              </a:lnSpc>
              <a:spcBef>
                <a:spcPts val="600"/>
              </a:spcBef>
              <a:buFont typeface="Arial" panose="020B0604020202020204" pitchFamily="34" charset="0"/>
              <a:buChar char="​"/>
              <a:defRPr lang="en-US" sz="1400" kern="120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cxnSp>
        <p:nvCxnSpPr>
          <p:cNvPr id="38" name="Straight Connector 37">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descr="Row 2, box 4: text in dark green">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9243428" y="2699834"/>
            <a:ext cx="2459421" cy="1949198"/>
          </a:xfrm>
          <a:noFill/>
          <a:ln w="15875">
            <a:noFill/>
          </a:ln>
        </p:spPr>
        <p:txBody>
          <a:bodyPr tIns="365760"/>
          <a:lstStyle>
            <a:lvl1pPr algn="ctr">
              <a:lnSpc>
                <a:spcPct val="100000"/>
              </a:lnSpc>
              <a:spcBef>
                <a:spcPts val="600"/>
              </a:spcBef>
              <a:buNone/>
              <a:defRPr sz="1800">
                <a:solidFill>
                  <a:schemeClr val="accent5"/>
                </a:solidFill>
              </a:defRPr>
            </a:lvl1pPr>
            <a:lvl2pPr marL="285750" indent="-285750" algn="ctr">
              <a:lnSpc>
                <a:spcPct val="100000"/>
              </a:lnSpc>
              <a:spcBef>
                <a:spcPts val="600"/>
              </a:spcBef>
              <a:buFont typeface="Arial" panose="020B0604020202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37" name="Text Placeholder 3" descr="Row 3 label: this row shows six, small content boxes in a horiztonal row">
            <a:extLst>
              <a:ext uri="{FF2B5EF4-FFF2-40B4-BE49-F238E27FC236}">
                <a16:creationId xmlns:a16="http://schemas.microsoft.com/office/drawing/2014/main" id="{EF286E42-C44A-274D-B9C1-D21F1AD1DEB2}"/>
              </a:ext>
            </a:extLst>
          </p:cNvPr>
          <p:cNvSpPr>
            <a:spLocks noGrp="1"/>
          </p:cNvSpPr>
          <p:nvPr>
            <p:ph type="body" sz="quarter" idx="32" hasCustomPrompt="1"/>
          </p:nvPr>
        </p:nvSpPr>
        <p:spPr>
          <a:xfrm>
            <a:off x="300038" y="5065521"/>
            <a:ext cx="545995"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Arial" panose="020B0604020202020204" pitchFamily="34" charset="0"/>
              <a:buChar char="​"/>
              <a:defRPr sz="1400"/>
            </a:lvl2pPr>
          </a:lstStyle>
          <a:p>
            <a:pPr lvl="0"/>
            <a:r>
              <a:rPr lang="en-US"/>
              <a:t>Click to add text</a:t>
            </a:r>
          </a:p>
        </p:txBody>
      </p:sp>
      <p:sp>
        <p:nvSpPr>
          <p:cNvPr id="20" name="Text Placeholder 3" descr="Row 3, text box 1">
            <a:extLst>
              <a:ext uri="{FF2B5EF4-FFF2-40B4-BE49-F238E27FC236}">
                <a16:creationId xmlns:a16="http://schemas.microsoft.com/office/drawing/2014/main" id="{828E38C7-4E21-F24B-B372-9632EC441D7F}"/>
              </a:ext>
            </a:extLst>
          </p:cNvPr>
          <p:cNvSpPr>
            <a:spLocks noGrp="1"/>
          </p:cNvSpPr>
          <p:nvPr>
            <p:ph type="body" sz="quarter" idx="23" hasCustomPrompt="1"/>
          </p:nvPr>
        </p:nvSpPr>
        <p:spPr>
          <a:xfrm>
            <a:off x="1115051"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21" name="Text Placeholder 3" descr="Row 3, text box 2">
            <a:extLst>
              <a:ext uri="{FF2B5EF4-FFF2-40B4-BE49-F238E27FC236}">
                <a16:creationId xmlns:a16="http://schemas.microsoft.com/office/drawing/2014/main" id="{8B2FDC15-7948-0244-83E4-0CDCDBC619B3}"/>
              </a:ext>
            </a:extLst>
          </p:cNvPr>
          <p:cNvSpPr>
            <a:spLocks noGrp="1"/>
          </p:cNvSpPr>
          <p:nvPr>
            <p:ph type="body" sz="quarter" idx="24" hasCustomPrompt="1"/>
          </p:nvPr>
        </p:nvSpPr>
        <p:spPr>
          <a:xfrm>
            <a:off x="2886312"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26" name="Text Placeholder 3" descr="Row 3, text box 3">
            <a:extLst>
              <a:ext uri="{FF2B5EF4-FFF2-40B4-BE49-F238E27FC236}">
                <a16:creationId xmlns:a16="http://schemas.microsoft.com/office/drawing/2014/main" id="{E4B34A83-BA8A-6844-8A56-BBD517A5B6FD}"/>
              </a:ext>
            </a:extLst>
          </p:cNvPr>
          <p:cNvSpPr>
            <a:spLocks noGrp="1"/>
          </p:cNvSpPr>
          <p:nvPr>
            <p:ph type="body" sz="quarter" idx="25" hasCustomPrompt="1"/>
          </p:nvPr>
        </p:nvSpPr>
        <p:spPr>
          <a:xfrm>
            <a:off x="4657573"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27" name="Text Placeholder 3" descr="Row 3, text box 4">
            <a:extLst>
              <a:ext uri="{FF2B5EF4-FFF2-40B4-BE49-F238E27FC236}">
                <a16:creationId xmlns:a16="http://schemas.microsoft.com/office/drawing/2014/main" id="{532716FA-3DC7-AF41-8C5F-F9D040A43930}"/>
              </a:ext>
            </a:extLst>
          </p:cNvPr>
          <p:cNvSpPr>
            <a:spLocks noGrp="1"/>
          </p:cNvSpPr>
          <p:nvPr>
            <p:ph type="body" sz="quarter" idx="26" hasCustomPrompt="1"/>
          </p:nvPr>
        </p:nvSpPr>
        <p:spPr>
          <a:xfrm>
            <a:off x="642883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31" name="Text Placeholder 3" descr="Row 3, text box 5">
            <a:extLst>
              <a:ext uri="{FF2B5EF4-FFF2-40B4-BE49-F238E27FC236}">
                <a16:creationId xmlns:a16="http://schemas.microsoft.com/office/drawing/2014/main" id="{6EA6D41F-30CE-1443-9F1F-896A2907ECBD}"/>
              </a:ext>
            </a:extLst>
          </p:cNvPr>
          <p:cNvSpPr>
            <a:spLocks noGrp="1"/>
          </p:cNvSpPr>
          <p:nvPr>
            <p:ph type="body" sz="quarter" idx="27" hasCustomPrompt="1"/>
          </p:nvPr>
        </p:nvSpPr>
        <p:spPr>
          <a:xfrm>
            <a:off x="8200095"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33" name="Text Placeholder 3" descr="Row 3, text box 6">
            <a:extLst>
              <a:ext uri="{FF2B5EF4-FFF2-40B4-BE49-F238E27FC236}">
                <a16:creationId xmlns:a16="http://schemas.microsoft.com/office/drawing/2014/main" id="{62388AAB-5BA2-4747-B0D0-B11DA9195125}"/>
              </a:ext>
            </a:extLst>
          </p:cNvPr>
          <p:cNvSpPr>
            <a:spLocks noGrp="1"/>
          </p:cNvSpPr>
          <p:nvPr>
            <p:ph type="body" sz="quarter" idx="28" hasCustomPrompt="1"/>
          </p:nvPr>
        </p:nvSpPr>
        <p:spPr>
          <a:xfrm>
            <a:off x="997135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24" name="page number">
            <a:extLst>
              <a:ext uri="{FF2B5EF4-FFF2-40B4-BE49-F238E27FC236}">
                <a16:creationId xmlns:a16="http://schemas.microsoft.com/office/drawing/2014/main" id="{D09494D0-773E-A04D-BC5F-65AA87B8246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cxnSp>
        <p:nvCxnSpPr>
          <p:cNvPr id="23" name="Straight Connector 22">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userDrawn="1"/>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userDrawn="1"/>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userDrawn="1"/>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userDrawn="1"/>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2" name="page number">
            <a:extLst>
              <a:ext uri="{FF2B5EF4-FFF2-40B4-BE49-F238E27FC236}">
                <a16:creationId xmlns:a16="http://schemas.microsoft.com/office/drawing/2014/main" id="{D09494D0-773E-A04D-BC5F-65AA87B8246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742928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Content Balanced with 4 Item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dirty="0"/>
              <a:t>Click to Add One Line Title</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2"/>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Text Placeholder 4">
            <a:extLst>
              <a:ext uri="{FF2B5EF4-FFF2-40B4-BE49-F238E27FC236}">
                <a16:creationId xmlns:a16="http://schemas.microsoft.com/office/drawing/2014/main" id="{BEC064C4-3E9E-B246-ACD5-2D012920B654}"/>
              </a:ext>
            </a:extLst>
          </p:cNvPr>
          <p:cNvSpPr>
            <a:spLocks noGrp="1"/>
          </p:cNvSpPr>
          <p:nvPr>
            <p:ph type="body" sz="quarter" idx="27" hasCustomPrompt="1"/>
          </p:nvPr>
        </p:nvSpPr>
        <p:spPr>
          <a:xfrm>
            <a:off x="556590" y="1665027"/>
            <a:ext cx="3551385" cy="4343400"/>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vl6pPr>
              <a:defRPr lang="en-US" dirty="0"/>
            </a:lvl6pPr>
            <a:lvl7pPr>
              <a:defRPr lang="en-US" dirty="0"/>
            </a:lvl7pPr>
            <a:lvl8pPr>
              <a:defRPr lang="en-US" dirty="0"/>
            </a:lvl8pPr>
            <a:lvl9pPr>
              <a:defRPr lang="en-US" dirty="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 Seventh level</a:t>
            </a:r>
          </a:p>
          <a:p>
            <a:pPr lvl="7"/>
            <a:r>
              <a:rPr lang="en-US" dirty="0"/>
              <a:t> Eighth level</a:t>
            </a:r>
          </a:p>
          <a:p>
            <a:pPr lvl="8"/>
            <a:r>
              <a:rPr lang="en-US" dirty="0"/>
              <a:t>Ninth level</a:t>
            </a:r>
          </a:p>
        </p:txBody>
      </p:sp>
      <p:cxnSp>
        <p:nvCxnSpPr>
          <p:cNvPr id="19" name="Straight Connector 18">
            <a:extLst>
              <a:ext uri="{FF2B5EF4-FFF2-40B4-BE49-F238E27FC236}">
                <a16:creationId xmlns:a16="http://schemas.microsoft.com/office/drawing/2014/main" id="{B9D231B6-B665-5B4B-98D5-858F74779A9A}"/>
              </a:ext>
              <a:ext uri="{C183D7F6-B498-43B3-948B-1728B52AA6E4}">
                <adec:decorative xmlns:adec="http://schemas.microsoft.com/office/drawing/2017/decorative" val="1"/>
              </a:ext>
            </a:extLst>
          </p:cNvPr>
          <p:cNvCxnSpPr/>
          <p:nvPr userDrawn="1"/>
        </p:nvCxnSpPr>
        <p:spPr bwMode="gray">
          <a:xfrm>
            <a:off x="4566265" y="1718036"/>
            <a:ext cx="0" cy="3710608"/>
          </a:xfrm>
          <a:prstGeom prst="line">
            <a:avLst/>
          </a:prstGeom>
          <a:ln w="25400">
            <a:solidFill>
              <a:schemeClr val="tx1"/>
            </a:solidFill>
            <a:prstDash val="sysDot"/>
            <a:miter lim="800000"/>
            <a:tailEnd type="none"/>
          </a:ln>
        </p:spPr>
        <p:style>
          <a:lnRef idx="1">
            <a:schemeClr val="accent1"/>
          </a:lnRef>
          <a:fillRef idx="0">
            <a:schemeClr val="accent1"/>
          </a:fillRef>
          <a:effectRef idx="0">
            <a:schemeClr val="accent1"/>
          </a:effectRef>
          <a:fontRef idx="minor">
            <a:schemeClr val="tx1"/>
          </a:fontRef>
        </p:style>
      </p:cxnSp>
      <p:sp>
        <p:nvSpPr>
          <p:cNvPr id="12" name="Content Placeholder 3">
            <a:extLst>
              <a:ext uri="{FF2B5EF4-FFF2-40B4-BE49-F238E27FC236}">
                <a16:creationId xmlns:a16="http://schemas.microsoft.com/office/drawing/2014/main" id="{CD860A49-A98C-4F0E-AB34-4E13B89D5EBC}"/>
              </a:ext>
            </a:extLst>
          </p:cNvPr>
          <p:cNvSpPr>
            <a:spLocks noGrp="1"/>
          </p:cNvSpPr>
          <p:nvPr>
            <p:ph sz="quarter" idx="18"/>
          </p:nvPr>
        </p:nvSpPr>
        <p:spPr>
          <a:xfrm>
            <a:off x="4886408" y="1750485"/>
            <a:ext cx="1136591" cy="709301"/>
          </a:xfrm>
        </p:spPr>
        <p:txBody>
          <a:bodyPr lIns="0" rIns="594360"/>
          <a:lstStyle>
            <a:lvl1pPr>
              <a:defRPr sz="18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GB"/>
              <a:t>Click to edit Master text styles</a:t>
            </a:r>
          </a:p>
        </p:txBody>
      </p:sp>
      <p:sp>
        <p:nvSpPr>
          <p:cNvPr id="11" name="Content Placeholder 3">
            <a:extLst>
              <a:ext uri="{FF2B5EF4-FFF2-40B4-BE49-F238E27FC236}">
                <a16:creationId xmlns:a16="http://schemas.microsoft.com/office/drawing/2014/main" id="{3636B989-5405-7743-8C4B-6894A84D494C}"/>
              </a:ext>
            </a:extLst>
          </p:cNvPr>
          <p:cNvSpPr>
            <a:spLocks noGrp="1"/>
          </p:cNvSpPr>
          <p:nvPr>
            <p:ph sz="quarter" idx="20" hasCustomPrompt="1"/>
          </p:nvPr>
        </p:nvSpPr>
        <p:spPr>
          <a:xfrm>
            <a:off x="6165266" y="1750485"/>
            <a:ext cx="5455228" cy="709301"/>
          </a:xfrm>
        </p:spPr>
        <p:txBody>
          <a:bodyPr lIns="0" rIns="594360"/>
          <a:lstStyle>
            <a:lvl1pPr>
              <a:defRPr sz="1400" b="0">
                <a:solidFill>
                  <a:schemeClr val="accent5"/>
                </a:solidFill>
                <a:latin typeface="Arial" panose="020B0604020202020204" pitchFamily="34" charset="0"/>
              </a:defRPr>
            </a:lvl1pPr>
            <a:lvl2pPr>
              <a:defRPr sz="12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US" dirty="0"/>
              <a:t>Click to add text</a:t>
            </a:r>
          </a:p>
          <a:p>
            <a:pPr lvl="1"/>
            <a:r>
              <a:rPr lang="en-US" dirty="0"/>
              <a:t>Second level</a:t>
            </a:r>
          </a:p>
        </p:txBody>
      </p:sp>
      <p:sp>
        <p:nvSpPr>
          <p:cNvPr id="13" name="Content Placeholder 3">
            <a:extLst>
              <a:ext uri="{FF2B5EF4-FFF2-40B4-BE49-F238E27FC236}">
                <a16:creationId xmlns:a16="http://schemas.microsoft.com/office/drawing/2014/main" id="{8E5AB2B4-4B40-9E4B-88EE-A534B0D16E87}"/>
              </a:ext>
            </a:extLst>
          </p:cNvPr>
          <p:cNvSpPr>
            <a:spLocks noGrp="1"/>
          </p:cNvSpPr>
          <p:nvPr>
            <p:ph sz="quarter" idx="21"/>
          </p:nvPr>
        </p:nvSpPr>
        <p:spPr>
          <a:xfrm>
            <a:off x="4886408" y="2743933"/>
            <a:ext cx="1136591" cy="709301"/>
          </a:xfrm>
        </p:spPr>
        <p:txBody>
          <a:bodyPr lIns="0" rIns="594360"/>
          <a:lstStyle>
            <a:lvl1pPr>
              <a:defRPr sz="18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GB"/>
              <a:t>Click to edit Master text styles</a:t>
            </a:r>
          </a:p>
        </p:txBody>
      </p:sp>
      <p:sp>
        <p:nvSpPr>
          <p:cNvPr id="14" name="Content Placeholder 3">
            <a:extLst>
              <a:ext uri="{FF2B5EF4-FFF2-40B4-BE49-F238E27FC236}">
                <a16:creationId xmlns:a16="http://schemas.microsoft.com/office/drawing/2014/main" id="{EE3DDFE7-075F-F842-B0E7-0D71FBAC2C36}"/>
              </a:ext>
            </a:extLst>
          </p:cNvPr>
          <p:cNvSpPr>
            <a:spLocks noGrp="1"/>
          </p:cNvSpPr>
          <p:nvPr>
            <p:ph sz="quarter" idx="22" hasCustomPrompt="1"/>
          </p:nvPr>
        </p:nvSpPr>
        <p:spPr>
          <a:xfrm>
            <a:off x="6165266" y="2743933"/>
            <a:ext cx="5455228" cy="709301"/>
          </a:xfrm>
        </p:spPr>
        <p:txBody>
          <a:bodyPr lIns="0" rIns="594360"/>
          <a:lstStyle>
            <a:lvl1pPr>
              <a:defRPr sz="1400" b="0">
                <a:solidFill>
                  <a:schemeClr val="accent1"/>
                </a:solidFill>
                <a:latin typeface="Arial" panose="020B0604020202020204" pitchFamily="34" charset="0"/>
              </a:defRPr>
            </a:lvl1pPr>
            <a:lvl2pPr>
              <a:defRPr sz="12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US" dirty="0"/>
              <a:t>Click to add text</a:t>
            </a:r>
          </a:p>
          <a:p>
            <a:pPr lvl="1"/>
            <a:r>
              <a:rPr lang="en-US" dirty="0"/>
              <a:t>Second level</a:t>
            </a:r>
          </a:p>
        </p:txBody>
      </p:sp>
      <p:sp>
        <p:nvSpPr>
          <p:cNvPr id="15" name="Content Placeholder 3">
            <a:extLst>
              <a:ext uri="{FF2B5EF4-FFF2-40B4-BE49-F238E27FC236}">
                <a16:creationId xmlns:a16="http://schemas.microsoft.com/office/drawing/2014/main" id="{3CD5D980-E9FD-A743-B21C-35D97EFF78B6}"/>
              </a:ext>
            </a:extLst>
          </p:cNvPr>
          <p:cNvSpPr>
            <a:spLocks noGrp="1"/>
          </p:cNvSpPr>
          <p:nvPr>
            <p:ph sz="quarter" idx="23"/>
          </p:nvPr>
        </p:nvSpPr>
        <p:spPr>
          <a:xfrm>
            <a:off x="4886408" y="3727413"/>
            <a:ext cx="1136591" cy="709301"/>
          </a:xfrm>
        </p:spPr>
        <p:txBody>
          <a:bodyPr lIns="0" rIns="594360"/>
          <a:lstStyle>
            <a:lvl1pPr>
              <a:defRPr sz="18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GB"/>
              <a:t>Click to edit Master text styles</a:t>
            </a:r>
          </a:p>
        </p:txBody>
      </p:sp>
      <p:sp>
        <p:nvSpPr>
          <p:cNvPr id="16" name="Content Placeholder 3">
            <a:extLst>
              <a:ext uri="{FF2B5EF4-FFF2-40B4-BE49-F238E27FC236}">
                <a16:creationId xmlns:a16="http://schemas.microsoft.com/office/drawing/2014/main" id="{23ED76AC-9B3D-A24D-BAEE-275D30215215}"/>
              </a:ext>
            </a:extLst>
          </p:cNvPr>
          <p:cNvSpPr>
            <a:spLocks noGrp="1"/>
          </p:cNvSpPr>
          <p:nvPr>
            <p:ph sz="quarter" idx="24" hasCustomPrompt="1"/>
          </p:nvPr>
        </p:nvSpPr>
        <p:spPr>
          <a:xfrm>
            <a:off x="6165266" y="3727413"/>
            <a:ext cx="5455228" cy="709301"/>
          </a:xfrm>
        </p:spPr>
        <p:txBody>
          <a:bodyPr lIns="0" rIns="594360"/>
          <a:lstStyle>
            <a:lvl1pPr>
              <a:defRPr sz="1400" b="0" i="0">
                <a:solidFill>
                  <a:schemeClr val="accent2"/>
                </a:solidFill>
                <a:latin typeface="Arial" panose="020B0604020202020204" pitchFamily="34" charset="0"/>
              </a:defRPr>
            </a:lvl1pPr>
            <a:lvl2pPr>
              <a:defRPr sz="12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US" dirty="0"/>
              <a:t>Click to add text</a:t>
            </a:r>
          </a:p>
          <a:p>
            <a:pPr lvl="1"/>
            <a:r>
              <a:rPr lang="en-US" dirty="0"/>
              <a:t>Second level</a:t>
            </a:r>
          </a:p>
        </p:txBody>
      </p:sp>
      <p:sp>
        <p:nvSpPr>
          <p:cNvPr id="17" name="Content Placeholder 3">
            <a:extLst>
              <a:ext uri="{FF2B5EF4-FFF2-40B4-BE49-F238E27FC236}">
                <a16:creationId xmlns:a16="http://schemas.microsoft.com/office/drawing/2014/main" id="{6E328FCB-AD7A-0B48-84A3-BC75E4A968AC}"/>
              </a:ext>
            </a:extLst>
          </p:cNvPr>
          <p:cNvSpPr>
            <a:spLocks noGrp="1"/>
          </p:cNvSpPr>
          <p:nvPr>
            <p:ph sz="quarter" idx="25"/>
          </p:nvPr>
        </p:nvSpPr>
        <p:spPr>
          <a:xfrm>
            <a:off x="4886408" y="4693800"/>
            <a:ext cx="1136591" cy="709301"/>
          </a:xfrm>
        </p:spPr>
        <p:txBody>
          <a:bodyPr lIns="0" rIns="594360"/>
          <a:lstStyle>
            <a:lvl1pPr>
              <a:defRPr sz="18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GB"/>
              <a:t>Click to edit Master text styles</a:t>
            </a:r>
          </a:p>
        </p:txBody>
      </p:sp>
      <p:sp>
        <p:nvSpPr>
          <p:cNvPr id="18" name="Content Placeholder 3">
            <a:extLst>
              <a:ext uri="{FF2B5EF4-FFF2-40B4-BE49-F238E27FC236}">
                <a16:creationId xmlns:a16="http://schemas.microsoft.com/office/drawing/2014/main" id="{C7E39CCE-D379-974E-B6F3-5D4820EF2F9B}"/>
              </a:ext>
            </a:extLst>
          </p:cNvPr>
          <p:cNvSpPr>
            <a:spLocks noGrp="1"/>
          </p:cNvSpPr>
          <p:nvPr>
            <p:ph sz="quarter" idx="26" hasCustomPrompt="1"/>
          </p:nvPr>
        </p:nvSpPr>
        <p:spPr>
          <a:xfrm>
            <a:off x="6165266" y="4693800"/>
            <a:ext cx="5455228" cy="709301"/>
          </a:xfrm>
        </p:spPr>
        <p:txBody>
          <a:bodyPr lIns="0" rIns="594360"/>
          <a:lstStyle>
            <a:lvl1pPr>
              <a:defRPr sz="1400" b="0" i="0">
                <a:solidFill>
                  <a:schemeClr val="accent4"/>
                </a:solidFill>
                <a:latin typeface="Arial" panose="020B0604020202020204" pitchFamily="34" charset="0"/>
              </a:defRPr>
            </a:lvl1pPr>
            <a:lvl2pPr>
              <a:defRPr sz="12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US" dirty="0"/>
              <a:t>Click to add text</a:t>
            </a:r>
          </a:p>
          <a:p>
            <a:pPr lvl="1"/>
            <a:r>
              <a:rPr lang="en-US" dirty="0"/>
              <a:t>Second level</a:t>
            </a:r>
          </a:p>
        </p:txBody>
      </p:sp>
      <p:sp>
        <p:nvSpPr>
          <p:cNvPr id="22" name="page number">
            <a:extLst>
              <a:ext uri="{FF2B5EF4-FFF2-40B4-BE49-F238E27FC236}">
                <a16:creationId xmlns:a16="http://schemas.microsoft.com/office/drawing/2014/main" id="{9061FB38-B1F1-AA4D-B978-CB2F5E5AA60D}"/>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704256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Three Icon - Horizontal">
    <p:spTree>
      <p:nvGrpSpPr>
        <p:cNvPr id="1" name=""/>
        <p:cNvGrpSpPr/>
        <p:nvPr/>
      </p:nvGrpSpPr>
      <p:grpSpPr>
        <a:xfrm>
          <a:off x="0" y="0"/>
          <a:ext cx="0" cy="0"/>
          <a:chOff x="0" y="0"/>
          <a:chExt cx="0" cy="0"/>
        </a:xfrm>
      </p:grpSpPr>
      <p:sp>
        <p:nvSpPr>
          <p:cNvPr id="2" name="!!Rectangle 15">
            <a:extLst>
              <a:ext uri="{FF2B5EF4-FFF2-40B4-BE49-F238E27FC236}">
                <a16:creationId xmlns:a16="http://schemas.microsoft.com/office/drawing/2014/main" id="{B17085B4-21A4-E37D-90E5-68BC409C5E34}"/>
              </a:ext>
              <a:ext uri="{C183D7F6-B498-43B3-948B-1728B52AA6E4}">
                <adec:decorative xmlns:adec="http://schemas.microsoft.com/office/drawing/2017/decorative" val="1"/>
              </a:ext>
            </a:extLst>
          </p:cNvPr>
          <p:cNvSpPr/>
          <p:nvPr userDrawn="1"/>
        </p:nvSpPr>
        <p:spPr>
          <a:xfrm>
            <a:off x="6094412" y="0"/>
            <a:ext cx="6094413" cy="6858000"/>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ge number">
            <a:extLst>
              <a:ext uri="{FF2B5EF4-FFF2-40B4-BE49-F238E27FC236}">
                <a16:creationId xmlns:a16="http://schemas.microsoft.com/office/drawing/2014/main" id="{BE17F87B-8433-6C45-84D8-13DF5C0ADDB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4" name="!!TextBox 26">
            <a:extLst>
              <a:ext uri="{FF2B5EF4-FFF2-40B4-BE49-F238E27FC236}">
                <a16:creationId xmlns:a16="http://schemas.microsoft.com/office/drawing/2014/main" id="{1D95B6AF-2AF7-8F0A-0819-EE9A5EFB3E0E}"/>
              </a:ext>
            </a:extLst>
          </p:cNvPr>
          <p:cNvSpPr txBox="1"/>
          <p:nvPr userDrawn="1"/>
        </p:nvSpPr>
        <p:spPr>
          <a:xfrm>
            <a:off x="681419" y="3919264"/>
            <a:ext cx="4332506" cy="27687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3F3F3F"/>
                </a:solidFill>
                <a:effectLst/>
                <a:uLnTx/>
                <a:uFillTx/>
                <a:latin typeface="+mj-lt"/>
                <a:ea typeface="+mn-ea"/>
                <a:cs typeface="+mn-cs"/>
              </a:rPr>
              <a:t>Sub-title</a:t>
            </a:r>
          </a:p>
        </p:txBody>
      </p:sp>
      <p:cxnSp>
        <p:nvCxnSpPr>
          <p:cNvPr id="15" name="!!Straight Connector 6">
            <a:extLst>
              <a:ext uri="{FF2B5EF4-FFF2-40B4-BE49-F238E27FC236}">
                <a16:creationId xmlns:a16="http://schemas.microsoft.com/office/drawing/2014/main" id="{6074C606-0366-716A-252D-466372C9B17C}"/>
              </a:ext>
              <a:ext uri="{C183D7F6-B498-43B3-948B-1728B52AA6E4}">
                <adec:decorative xmlns:adec="http://schemas.microsoft.com/office/drawing/2017/decorative" val="1"/>
              </a:ext>
            </a:extLst>
          </p:cNvPr>
          <p:cNvCxnSpPr>
            <a:cxnSpLocks/>
          </p:cNvCxnSpPr>
          <p:nvPr userDrawn="1"/>
        </p:nvCxnSpPr>
        <p:spPr bwMode="gray">
          <a:xfrm>
            <a:off x="681418" y="3720041"/>
            <a:ext cx="4332507" cy="0"/>
          </a:xfrm>
          <a:prstGeom prst="line">
            <a:avLst/>
          </a:prstGeom>
          <a:solidFill>
            <a:schemeClr val="bg1"/>
          </a:solidFill>
          <a:ln w="25400">
            <a:solidFill>
              <a:schemeClr val="accent2">
                <a:alpha val="20000"/>
              </a:schemeClr>
            </a:solidFill>
            <a:miter lim="800000"/>
          </a:ln>
          <a:effectLst/>
        </p:spPr>
        <p:style>
          <a:lnRef idx="1">
            <a:schemeClr val="accent1"/>
          </a:lnRef>
          <a:fillRef idx="3">
            <a:schemeClr val="accent1"/>
          </a:fillRef>
          <a:effectRef idx="2">
            <a:schemeClr val="accent1"/>
          </a:effectRef>
          <a:fontRef idx="minor">
            <a:schemeClr val="lt1"/>
          </a:fontRef>
        </p:style>
      </p:cxnSp>
      <p:sp>
        <p:nvSpPr>
          <p:cNvPr id="16" name="!!TextBox 4">
            <a:extLst>
              <a:ext uri="{FF2B5EF4-FFF2-40B4-BE49-F238E27FC236}">
                <a16:creationId xmlns:a16="http://schemas.microsoft.com/office/drawing/2014/main" id="{565B18A3-329F-25A3-304C-20A0F76C0A78}"/>
              </a:ext>
            </a:extLst>
          </p:cNvPr>
          <p:cNvSpPr txBox="1">
            <a:spLocks/>
          </p:cNvSpPr>
          <p:nvPr userDrawn="1"/>
        </p:nvSpPr>
        <p:spPr>
          <a:xfrm>
            <a:off x="628113" y="2108124"/>
            <a:ext cx="4385812" cy="47089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14400" rtl="0" eaLnBrk="1" latinLnBrk="0" hangingPunct="1">
              <a:lnSpc>
                <a:spcPct val="90000"/>
              </a:lnSpc>
              <a:spcBef>
                <a:spcPct val="0"/>
              </a:spcBef>
              <a:buNone/>
              <a:defRPr sz="2800" b="0" kern="1200">
                <a:solidFill>
                  <a:schemeClr val="accent2"/>
                </a:solidFill>
                <a:latin typeface="+mj-lt"/>
                <a:ea typeface="+mj-ea"/>
                <a:cs typeface="+mj-cs"/>
              </a:defRPr>
            </a:lvl1p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3400" b="0" i="0" u="none" strike="noStrike" kern="1200" cap="none" spc="0" normalizeH="0" baseline="0" noProof="0" dirty="0">
                <a:ln>
                  <a:noFill/>
                </a:ln>
                <a:solidFill>
                  <a:schemeClr val="accent2"/>
                </a:solidFill>
                <a:effectLst/>
                <a:uLnTx/>
                <a:uFillTx/>
                <a:latin typeface="+mj-lt"/>
                <a:ea typeface="+mj-ea"/>
                <a:cs typeface="+mj-cs"/>
              </a:rPr>
              <a:t>Title</a:t>
            </a:r>
          </a:p>
        </p:txBody>
      </p:sp>
      <p:sp>
        <p:nvSpPr>
          <p:cNvPr id="17" name="!! Oval Top">
            <a:extLst>
              <a:ext uri="{FF2B5EF4-FFF2-40B4-BE49-F238E27FC236}">
                <a16:creationId xmlns:a16="http://schemas.microsoft.com/office/drawing/2014/main" id="{D1525B54-BDD5-3465-7194-47B679639BA1}"/>
              </a:ext>
              <a:ext uri="{C183D7F6-B498-43B3-948B-1728B52AA6E4}">
                <adec:decorative xmlns:adec="http://schemas.microsoft.com/office/drawing/2017/decorative" val="1"/>
              </a:ext>
            </a:extLst>
          </p:cNvPr>
          <p:cNvSpPr/>
          <p:nvPr userDrawn="1"/>
        </p:nvSpPr>
        <p:spPr>
          <a:xfrm>
            <a:off x="5450991" y="2719433"/>
            <a:ext cx="1324173" cy="1324169"/>
          </a:xfrm>
          <a:prstGeom prst="ellipse">
            <a:avLst/>
          </a:prstGeom>
          <a:solidFill>
            <a:schemeClr val="bg1"/>
          </a:solidFill>
          <a:ln w="25400" cap="flat" cmpd="sng" algn="ctr">
            <a:solidFill>
              <a:schemeClr val="accent2"/>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8" name="!! Oval Top">
            <a:extLst>
              <a:ext uri="{FF2B5EF4-FFF2-40B4-BE49-F238E27FC236}">
                <a16:creationId xmlns:a16="http://schemas.microsoft.com/office/drawing/2014/main" id="{F9D64DDB-3FEC-6B78-E957-8C3D195F9BBD}"/>
              </a:ext>
              <a:ext uri="{C183D7F6-B498-43B3-948B-1728B52AA6E4}">
                <adec:decorative xmlns:adec="http://schemas.microsoft.com/office/drawing/2017/decorative" val="1"/>
              </a:ext>
            </a:extLst>
          </p:cNvPr>
          <p:cNvSpPr/>
          <p:nvPr userDrawn="1"/>
        </p:nvSpPr>
        <p:spPr>
          <a:xfrm>
            <a:off x="5450990" y="4481694"/>
            <a:ext cx="1324173" cy="1324169"/>
          </a:xfrm>
          <a:prstGeom prst="ellipse">
            <a:avLst/>
          </a:prstGeom>
          <a:solidFill>
            <a:schemeClr val="bg1"/>
          </a:solidFill>
          <a:ln w="25400" cap="flat" cmpd="sng" algn="ctr">
            <a:solidFill>
              <a:schemeClr val="accent4"/>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9" name="!! Oval Top">
            <a:extLst>
              <a:ext uri="{FF2B5EF4-FFF2-40B4-BE49-F238E27FC236}">
                <a16:creationId xmlns:a16="http://schemas.microsoft.com/office/drawing/2014/main" id="{8C2A440A-D958-872C-8B21-59C4B1ED2F21}"/>
              </a:ext>
              <a:ext uri="{C183D7F6-B498-43B3-948B-1728B52AA6E4}">
                <adec:decorative xmlns:adec="http://schemas.microsoft.com/office/drawing/2017/decorative" val="1"/>
              </a:ext>
            </a:extLst>
          </p:cNvPr>
          <p:cNvSpPr/>
          <p:nvPr userDrawn="1"/>
        </p:nvSpPr>
        <p:spPr>
          <a:xfrm>
            <a:off x="5450989" y="957172"/>
            <a:ext cx="1324173" cy="1324169"/>
          </a:xfrm>
          <a:prstGeom prst="ellipse">
            <a:avLst/>
          </a:prstGeom>
          <a:solidFill>
            <a:schemeClr val="bg1"/>
          </a:solidFill>
          <a:ln w="25400" cap="flat" cmpd="sng" algn="ctr">
            <a:solidFill>
              <a:schemeClr val="accent5"/>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20" name="Text Placeholder 17">
            <a:extLst>
              <a:ext uri="{FF2B5EF4-FFF2-40B4-BE49-F238E27FC236}">
                <a16:creationId xmlns:a16="http://schemas.microsoft.com/office/drawing/2014/main" id="{892EFECD-72D9-9D22-6801-BB2D920D8DCF}"/>
              </a:ext>
            </a:extLst>
          </p:cNvPr>
          <p:cNvSpPr>
            <a:spLocks noGrp="1"/>
          </p:cNvSpPr>
          <p:nvPr>
            <p:ph type="body" sz="quarter" idx="12" hasCustomPrompt="1"/>
          </p:nvPr>
        </p:nvSpPr>
        <p:spPr>
          <a:xfrm>
            <a:off x="7186099" y="2719433"/>
            <a:ext cx="4532442" cy="431800"/>
          </a:xfrm>
        </p:spPr>
        <p:txBody>
          <a:bodyPr/>
          <a:lstStyle>
            <a:lvl1pPr>
              <a:defRPr sz="2800">
                <a:solidFill>
                  <a:schemeClr val="accent2"/>
                </a:solidFill>
              </a:defRPr>
            </a:lvl1pPr>
            <a:lvl2pPr>
              <a:defRPr sz="2800"/>
            </a:lvl2pPr>
            <a:lvl3pPr>
              <a:defRPr sz="2800"/>
            </a:lvl3pPr>
            <a:lvl4pPr>
              <a:defRPr sz="2800"/>
            </a:lvl4pPr>
            <a:lvl5pPr>
              <a:defRPr sz="2800"/>
            </a:lvl5pPr>
          </a:lstStyle>
          <a:p>
            <a:pPr lvl="0"/>
            <a:r>
              <a:rPr lang="en-US" dirty="0"/>
              <a:t>Click to Edit</a:t>
            </a:r>
          </a:p>
        </p:txBody>
      </p:sp>
      <p:sp>
        <p:nvSpPr>
          <p:cNvPr id="21" name="Text Placeholder 19">
            <a:extLst>
              <a:ext uri="{FF2B5EF4-FFF2-40B4-BE49-F238E27FC236}">
                <a16:creationId xmlns:a16="http://schemas.microsoft.com/office/drawing/2014/main" id="{15809458-7263-AB1F-C12C-47354139D8B4}"/>
              </a:ext>
            </a:extLst>
          </p:cNvPr>
          <p:cNvSpPr>
            <a:spLocks noGrp="1"/>
          </p:cNvSpPr>
          <p:nvPr>
            <p:ph type="body" sz="quarter" idx="13"/>
          </p:nvPr>
        </p:nvSpPr>
        <p:spPr>
          <a:xfrm>
            <a:off x="7186099" y="3291127"/>
            <a:ext cx="4532442" cy="752475"/>
          </a:xfrm>
        </p:spPr>
        <p:txBody>
          <a:bodyPr/>
          <a:lstStyle>
            <a:lvl1pPr>
              <a:defRPr sz="1600"/>
            </a:lvl1pPr>
            <a:lvl2pPr marL="273050" indent="0">
              <a:buNone/>
              <a:defRPr/>
            </a:lvl2pPr>
          </a:lstStyle>
          <a:p>
            <a:pPr lvl="0"/>
            <a:r>
              <a:rPr lang="en-GB"/>
              <a:t>Click to edit Master text styles</a:t>
            </a:r>
          </a:p>
        </p:txBody>
      </p:sp>
      <p:sp>
        <p:nvSpPr>
          <p:cNvPr id="22" name="Text Placeholder 17">
            <a:extLst>
              <a:ext uri="{FF2B5EF4-FFF2-40B4-BE49-F238E27FC236}">
                <a16:creationId xmlns:a16="http://schemas.microsoft.com/office/drawing/2014/main" id="{9F21E455-F1E5-3058-4926-AD04FD3080F1}"/>
              </a:ext>
            </a:extLst>
          </p:cNvPr>
          <p:cNvSpPr>
            <a:spLocks noGrp="1"/>
          </p:cNvSpPr>
          <p:nvPr>
            <p:ph type="body" sz="quarter" idx="14" hasCustomPrompt="1"/>
          </p:nvPr>
        </p:nvSpPr>
        <p:spPr>
          <a:xfrm>
            <a:off x="7186099" y="962235"/>
            <a:ext cx="4532442" cy="431800"/>
          </a:xfrm>
        </p:spPr>
        <p:txBody>
          <a:bodyPr/>
          <a:lstStyle>
            <a:lvl1pPr>
              <a:defRPr sz="2800">
                <a:solidFill>
                  <a:schemeClr val="accent5"/>
                </a:solidFill>
              </a:defRPr>
            </a:lvl1pPr>
            <a:lvl2pPr>
              <a:defRPr sz="2800"/>
            </a:lvl2pPr>
            <a:lvl3pPr>
              <a:defRPr sz="2800"/>
            </a:lvl3pPr>
            <a:lvl4pPr>
              <a:defRPr sz="2800"/>
            </a:lvl4pPr>
            <a:lvl5pPr>
              <a:defRPr sz="2800"/>
            </a:lvl5pPr>
          </a:lstStyle>
          <a:p>
            <a:pPr lvl="0"/>
            <a:r>
              <a:rPr lang="en-US" dirty="0"/>
              <a:t>Click to Edit</a:t>
            </a:r>
          </a:p>
        </p:txBody>
      </p:sp>
      <p:sp>
        <p:nvSpPr>
          <p:cNvPr id="23" name="Text Placeholder 19">
            <a:extLst>
              <a:ext uri="{FF2B5EF4-FFF2-40B4-BE49-F238E27FC236}">
                <a16:creationId xmlns:a16="http://schemas.microsoft.com/office/drawing/2014/main" id="{E93DF45B-B013-B373-406D-D57DEBD6CA48}"/>
              </a:ext>
            </a:extLst>
          </p:cNvPr>
          <p:cNvSpPr>
            <a:spLocks noGrp="1"/>
          </p:cNvSpPr>
          <p:nvPr>
            <p:ph type="body" sz="quarter" idx="15"/>
          </p:nvPr>
        </p:nvSpPr>
        <p:spPr>
          <a:xfrm>
            <a:off x="7186099" y="1533929"/>
            <a:ext cx="4532442" cy="752475"/>
          </a:xfrm>
        </p:spPr>
        <p:txBody>
          <a:bodyPr/>
          <a:lstStyle>
            <a:lvl1pPr>
              <a:defRPr sz="1600"/>
            </a:lvl1pPr>
            <a:lvl2pPr marL="273050" indent="0">
              <a:buNone/>
              <a:defRPr/>
            </a:lvl2pPr>
          </a:lstStyle>
          <a:p>
            <a:pPr lvl="0"/>
            <a:r>
              <a:rPr lang="en-GB"/>
              <a:t>Click to edit Master text styles</a:t>
            </a:r>
          </a:p>
        </p:txBody>
      </p:sp>
      <p:sp>
        <p:nvSpPr>
          <p:cNvPr id="24" name="Text Placeholder 17">
            <a:extLst>
              <a:ext uri="{FF2B5EF4-FFF2-40B4-BE49-F238E27FC236}">
                <a16:creationId xmlns:a16="http://schemas.microsoft.com/office/drawing/2014/main" id="{B7AE2A4F-B38C-37A4-8FD8-92DCF6B79A76}"/>
              </a:ext>
            </a:extLst>
          </p:cNvPr>
          <p:cNvSpPr>
            <a:spLocks noGrp="1"/>
          </p:cNvSpPr>
          <p:nvPr>
            <p:ph type="body" sz="quarter" idx="16" hasCustomPrompt="1"/>
          </p:nvPr>
        </p:nvSpPr>
        <p:spPr>
          <a:xfrm>
            <a:off x="7186099" y="4487077"/>
            <a:ext cx="4532442" cy="431800"/>
          </a:xfrm>
        </p:spPr>
        <p:txBody>
          <a:bodyPr/>
          <a:lstStyle>
            <a:lvl1pPr>
              <a:defRPr sz="2800">
                <a:solidFill>
                  <a:schemeClr val="accent4">
                    <a:lumMod val="75000"/>
                  </a:schemeClr>
                </a:solidFill>
              </a:defRPr>
            </a:lvl1pPr>
            <a:lvl2pPr>
              <a:defRPr sz="2800"/>
            </a:lvl2pPr>
            <a:lvl3pPr>
              <a:defRPr sz="2800"/>
            </a:lvl3pPr>
            <a:lvl4pPr>
              <a:defRPr sz="2800"/>
            </a:lvl4pPr>
            <a:lvl5pPr>
              <a:defRPr sz="2800"/>
            </a:lvl5pPr>
          </a:lstStyle>
          <a:p>
            <a:pPr lvl="0"/>
            <a:r>
              <a:rPr lang="en-US" dirty="0"/>
              <a:t>Click to Edit</a:t>
            </a:r>
          </a:p>
        </p:txBody>
      </p:sp>
      <p:sp>
        <p:nvSpPr>
          <p:cNvPr id="25" name="Text Placeholder 19">
            <a:extLst>
              <a:ext uri="{FF2B5EF4-FFF2-40B4-BE49-F238E27FC236}">
                <a16:creationId xmlns:a16="http://schemas.microsoft.com/office/drawing/2014/main" id="{7FEE55BF-A065-35DB-818E-08E9B05CFA70}"/>
              </a:ext>
            </a:extLst>
          </p:cNvPr>
          <p:cNvSpPr>
            <a:spLocks noGrp="1"/>
          </p:cNvSpPr>
          <p:nvPr>
            <p:ph type="body" sz="quarter" idx="17"/>
          </p:nvPr>
        </p:nvSpPr>
        <p:spPr>
          <a:xfrm>
            <a:off x="7186099" y="5058771"/>
            <a:ext cx="4532442" cy="752475"/>
          </a:xfrm>
        </p:spPr>
        <p:txBody>
          <a:bodyPr/>
          <a:lstStyle>
            <a:lvl1pPr>
              <a:defRPr sz="1600"/>
            </a:lvl1pPr>
            <a:lvl2pPr marL="273050" indent="0">
              <a:buNone/>
              <a:defRPr/>
            </a:lvl2pPr>
          </a:lstStyle>
          <a:p>
            <a:pPr lvl="0"/>
            <a:r>
              <a:rPr lang="en-GB"/>
              <a:t>Click to edit Master text styles</a:t>
            </a:r>
          </a:p>
        </p:txBody>
      </p:sp>
    </p:spTree>
    <p:extLst>
      <p:ext uri="{BB962C8B-B14F-4D97-AF65-F5344CB8AC3E}">
        <p14:creationId xmlns:p14="http://schemas.microsoft.com/office/powerpoint/2010/main" val="223186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750"/>
                                        <p:tgtEl>
                                          <p:spTgt spid="19"/>
                                        </p:tgtEl>
                                      </p:cBhvr>
                                    </p:animEffect>
                                  </p:childTnLst>
                                </p:cTn>
                              </p:par>
                              <p:par>
                                <p:cTn id="8" presetID="6" presetClass="emph" presetSubtype="0" fill="hold" grpId="1" nodeType="withEffect">
                                  <p:stCondLst>
                                    <p:cond delay="0"/>
                                  </p:stCondLst>
                                  <p:childTnLst>
                                    <p:animScale>
                                      <p:cBhvr>
                                        <p:cTn id="9" dur="10" fill="hold"/>
                                        <p:tgtEl>
                                          <p:spTgt spid="19"/>
                                        </p:tgtEl>
                                      </p:cBhvr>
                                      <p:by x="1000" y="1000"/>
                                    </p:animScale>
                                  </p:childTnLst>
                                </p:cTn>
                              </p:par>
                              <p:par>
                                <p:cTn id="10" presetID="6" presetClass="emph" presetSubtype="0" accel="33333" decel="66667" fill="hold" grpId="2" nodeType="withEffect">
                                  <p:stCondLst>
                                    <p:cond delay="0"/>
                                  </p:stCondLst>
                                  <p:childTnLst>
                                    <p:animScale>
                                      <p:cBhvr>
                                        <p:cTn id="11" dur="750" fill="hold"/>
                                        <p:tgtEl>
                                          <p:spTgt spid="19"/>
                                        </p:tgtEl>
                                      </p:cBhvr>
                                      <p:by x="9999000" y="9999000"/>
                                    </p:animScale>
                                  </p:childTnLst>
                                </p:cTn>
                              </p:par>
                              <p:par>
                                <p:cTn id="12" presetID="10" presetClass="entr" presetSubtype="0"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750"/>
                                        <p:tgtEl>
                                          <p:spTgt spid="17"/>
                                        </p:tgtEl>
                                      </p:cBhvr>
                                    </p:animEffect>
                                  </p:childTnLst>
                                </p:cTn>
                              </p:par>
                              <p:par>
                                <p:cTn id="15" presetID="6" presetClass="emph" presetSubtype="0" fill="hold" grpId="1" nodeType="withEffect">
                                  <p:stCondLst>
                                    <p:cond delay="0"/>
                                  </p:stCondLst>
                                  <p:childTnLst>
                                    <p:animScale>
                                      <p:cBhvr>
                                        <p:cTn id="16" dur="10" fill="hold"/>
                                        <p:tgtEl>
                                          <p:spTgt spid="17"/>
                                        </p:tgtEl>
                                      </p:cBhvr>
                                      <p:by x="1000" y="1000"/>
                                    </p:animScale>
                                  </p:childTnLst>
                                </p:cTn>
                              </p:par>
                              <p:par>
                                <p:cTn id="17" presetID="6" presetClass="emph" presetSubtype="0" accel="33333" decel="66667" fill="hold" grpId="2" nodeType="withEffect">
                                  <p:stCondLst>
                                    <p:cond delay="0"/>
                                  </p:stCondLst>
                                  <p:childTnLst>
                                    <p:animScale>
                                      <p:cBhvr>
                                        <p:cTn id="18" dur="750" fill="hold"/>
                                        <p:tgtEl>
                                          <p:spTgt spid="17"/>
                                        </p:tgtEl>
                                      </p:cBhvr>
                                      <p:by x="9999000" y="9999000"/>
                                    </p:animScale>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750"/>
                                        <p:tgtEl>
                                          <p:spTgt spid="18"/>
                                        </p:tgtEl>
                                      </p:cBhvr>
                                    </p:animEffect>
                                  </p:childTnLst>
                                </p:cTn>
                              </p:par>
                              <p:par>
                                <p:cTn id="22" presetID="6" presetClass="emph" presetSubtype="0" fill="hold" grpId="1" nodeType="withEffect">
                                  <p:stCondLst>
                                    <p:cond delay="0"/>
                                  </p:stCondLst>
                                  <p:childTnLst>
                                    <p:animScale>
                                      <p:cBhvr>
                                        <p:cTn id="23" dur="10" fill="hold"/>
                                        <p:tgtEl>
                                          <p:spTgt spid="18"/>
                                        </p:tgtEl>
                                      </p:cBhvr>
                                      <p:by x="1000" y="1000"/>
                                    </p:animScale>
                                  </p:childTnLst>
                                </p:cTn>
                              </p:par>
                              <p:par>
                                <p:cTn id="24" presetID="6" presetClass="emph" presetSubtype="0" accel="33333" decel="66667" fill="hold" grpId="2" nodeType="withEffect">
                                  <p:stCondLst>
                                    <p:cond delay="0"/>
                                  </p:stCondLst>
                                  <p:childTnLst>
                                    <p:animScale>
                                      <p:cBhvr>
                                        <p:cTn id="25" dur="750" fill="hold"/>
                                        <p:tgtEl>
                                          <p:spTgt spid="18"/>
                                        </p:tgtEl>
                                      </p:cBhvr>
                                      <p:by x="9999000" y="9999000"/>
                                    </p:animScale>
                                  </p:childTnLst>
                                </p:cTn>
                              </p:par>
                            </p:childTnLst>
                          </p:cTn>
                        </p:par>
                      </p:childTnLst>
                    </p:cTn>
                  </p:par>
                  <p:par>
                    <p:cTn id="26" fill="hold">
                      <p:stCondLst>
                        <p:cond delay="indefinite"/>
                      </p:stCondLst>
                      <p:childTnLst>
                        <p:par>
                          <p:cTn id="27" fill="hold">
                            <p:stCondLst>
                              <p:cond delay="0"/>
                            </p:stCondLst>
                            <p:childTnLst>
                              <p:par>
                                <p:cTn id="28" presetID="2" presetClass="entr" presetSubtype="2" decel="20000" fill="hold" grpId="0" nodeType="clickEffect">
                                  <p:stCondLst>
                                    <p:cond delay="0"/>
                                  </p:stCondLst>
                                  <p:childTnLst>
                                    <p:set>
                                      <p:cBhvr>
                                        <p:cTn id="29" dur="1" fill="hold">
                                          <p:stCondLst>
                                            <p:cond delay="0"/>
                                          </p:stCondLst>
                                        </p:cTn>
                                        <p:tgtEl>
                                          <p:spTgt spid="22">
                                            <p:txEl>
                                              <p:pRg st="0" end="0"/>
                                            </p:txEl>
                                          </p:spTgt>
                                        </p:tgtEl>
                                        <p:attrNameLst>
                                          <p:attrName>style.visibility</p:attrName>
                                        </p:attrNameLst>
                                      </p:cBhvr>
                                      <p:to>
                                        <p:strVal val="visible"/>
                                      </p:to>
                                    </p:set>
                                    <p:anim calcmode="lin" valueType="num">
                                      <p:cBhvr additive="base">
                                        <p:cTn id="30"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22">
                                            <p:txEl>
                                              <p:pRg st="0" end="0"/>
                                            </p:txEl>
                                          </p:spTgt>
                                        </p:tgtEl>
                                        <p:attrNameLst>
                                          <p:attrName>ppt_y</p:attrName>
                                        </p:attrNameLst>
                                      </p:cBhvr>
                                      <p:tavLst>
                                        <p:tav tm="0">
                                          <p:val>
                                            <p:strVal val="#ppt_y"/>
                                          </p:val>
                                        </p:tav>
                                        <p:tav tm="100000">
                                          <p:val>
                                            <p:strVal val="#ppt_y"/>
                                          </p:val>
                                        </p:tav>
                                      </p:tavLst>
                                    </p:anim>
                                  </p:childTnLst>
                                </p:cTn>
                              </p:par>
                              <p:par>
                                <p:cTn id="32" presetID="2" presetClass="entr" presetSubtype="2" decel="20000" fill="hold" grpId="0" nodeType="withEffect">
                                  <p:stCondLst>
                                    <p:cond delay="0"/>
                                  </p:stCondLst>
                                  <p:childTnLst>
                                    <p:set>
                                      <p:cBhvr>
                                        <p:cTn id="33" dur="1" fill="hold">
                                          <p:stCondLst>
                                            <p:cond delay="0"/>
                                          </p:stCondLst>
                                        </p:cTn>
                                        <p:tgtEl>
                                          <p:spTgt spid="23">
                                            <p:txEl>
                                              <p:pRg st="0" end="0"/>
                                            </p:txEl>
                                          </p:spTgt>
                                        </p:tgtEl>
                                        <p:attrNameLst>
                                          <p:attrName>style.visibility</p:attrName>
                                        </p:attrNameLst>
                                      </p:cBhvr>
                                      <p:to>
                                        <p:strVal val="visible"/>
                                      </p:to>
                                    </p:set>
                                    <p:anim calcmode="lin" valueType="num">
                                      <p:cBhvr additive="base">
                                        <p:cTn id="34"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decel="20000" fill="hold" grpId="0" nodeType="clickEffect">
                                  <p:stCondLst>
                                    <p:cond delay="0"/>
                                  </p:stCondLst>
                                  <p:childTnLst>
                                    <p:set>
                                      <p:cBhvr>
                                        <p:cTn id="39" dur="1" fill="hold">
                                          <p:stCondLst>
                                            <p:cond delay="0"/>
                                          </p:stCondLst>
                                        </p:cTn>
                                        <p:tgtEl>
                                          <p:spTgt spid="20">
                                            <p:txEl>
                                              <p:pRg st="0" end="0"/>
                                            </p:txEl>
                                          </p:spTgt>
                                        </p:tgtEl>
                                        <p:attrNameLst>
                                          <p:attrName>style.visibility</p:attrName>
                                        </p:attrNameLst>
                                      </p:cBhvr>
                                      <p:to>
                                        <p:strVal val="visible"/>
                                      </p:to>
                                    </p:set>
                                    <p:anim calcmode="lin" valueType="num">
                                      <p:cBhvr additive="base">
                                        <p:cTn id="40" dur="5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20">
                                            <p:txEl>
                                              <p:pRg st="0" end="0"/>
                                            </p:txEl>
                                          </p:spTgt>
                                        </p:tgtEl>
                                        <p:attrNameLst>
                                          <p:attrName>ppt_y</p:attrName>
                                        </p:attrNameLst>
                                      </p:cBhvr>
                                      <p:tavLst>
                                        <p:tav tm="0">
                                          <p:val>
                                            <p:strVal val="#ppt_y"/>
                                          </p:val>
                                        </p:tav>
                                        <p:tav tm="100000">
                                          <p:val>
                                            <p:strVal val="#ppt_y"/>
                                          </p:val>
                                        </p:tav>
                                      </p:tavLst>
                                    </p:anim>
                                  </p:childTnLst>
                                </p:cTn>
                              </p:par>
                              <p:par>
                                <p:cTn id="42" presetID="2" presetClass="entr" presetSubtype="2" decel="20000" fill="hold" grpId="0" nodeType="withEffect">
                                  <p:stCondLst>
                                    <p:cond delay="0"/>
                                  </p:stCondLst>
                                  <p:childTnLst>
                                    <p:set>
                                      <p:cBhvr>
                                        <p:cTn id="43" dur="1" fill="hold">
                                          <p:stCondLst>
                                            <p:cond delay="0"/>
                                          </p:stCondLst>
                                        </p:cTn>
                                        <p:tgtEl>
                                          <p:spTgt spid="21">
                                            <p:txEl>
                                              <p:pRg st="0" end="0"/>
                                            </p:txEl>
                                          </p:spTgt>
                                        </p:tgtEl>
                                        <p:attrNameLst>
                                          <p:attrName>style.visibility</p:attrName>
                                        </p:attrNameLst>
                                      </p:cBhvr>
                                      <p:to>
                                        <p:strVal val="visible"/>
                                      </p:to>
                                    </p:set>
                                    <p:anim calcmode="lin" valueType="num">
                                      <p:cBhvr additive="base">
                                        <p:cTn id="44"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2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2" decel="20000" fill="hold" grpId="0" nodeType="clickEffect">
                                  <p:stCondLst>
                                    <p:cond delay="0"/>
                                  </p:stCondLst>
                                  <p:childTnLst>
                                    <p:set>
                                      <p:cBhvr>
                                        <p:cTn id="49" dur="1" fill="hold">
                                          <p:stCondLst>
                                            <p:cond delay="0"/>
                                          </p:stCondLst>
                                        </p:cTn>
                                        <p:tgtEl>
                                          <p:spTgt spid="24">
                                            <p:txEl>
                                              <p:pRg st="0" end="0"/>
                                            </p:txEl>
                                          </p:spTgt>
                                        </p:tgtEl>
                                        <p:attrNameLst>
                                          <p:attrName>style.visibility</p:attrName>
                                        </p:attrNameLst>
                                      </p:cBhvr>
                                      <p:to>
                                        <p:strVal val="visible"/>
                                      </p:to>
                                    </p:set>
                                    <p:anim calcmode="lin" valueType="num">
                                      <p:cBhvr additive="base">
                                        <p:cTn id="50" dur="5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24">
                                            <p:txEl>
                                              <p:pRg st="0" end="0"/>
                                            </p:txEl>
                                          </p:spTgt>
                                        </p:tgtEl>
                                        <p:attrNameLst>
                                          <p:attrName>ppt_y</p:attrName>
                                        </p:attrNameLst>
                                      </p:cBhvr>
                                      <p:tavLst>
                                        <p:tav tm="0">
                                          <p:val>
                                            <p:strVal val="#ppt_y"/>
                                          </p:val>
                                        </p:tav>
                                        <p:tav tm="100000">
                                          <p:val>
                                            <p:strVal val="#ppt_y"/>
                                          </p:val>
                                        </p:tav>
                                      </p:tavLst>
                                    </p:anim>
                                  </p:childTnLst>
                                </p:cTn>
                              </p:par>
                              <p:par>
                                <p:cTn id="52" presetID="2" presetClass="entr" presetSubtype="2" decel="20000" fill="hold" grpId="0" nodeType="withEffect">
                                  <p:stCondLst>
                                    <p:cond delay="0"/>
                                  </p:stCondLst>
                                  <p:childTnLst>
                                    <p:set>
                                      <p:cBhvr>
                                        <p:cTn id="53" dur="1" fill="hold">
                                          <p:stCondLst>
                                            <p:cond delay="0"/>
                                          </p:stCondLst>
                                        </p:cTn>
                                        <p:tgtEl>
                                          <p:spTgt spid="25">
                                            <p:txEl>
                                              <p:pRg st="0" end="0"/>
                                            </p:txEl>
                                          </p:spTgt>
                                        </p:tgtEl>
                                        <p:attrNameLst>
                                          <p:attrName>style.visibility</p:attrName>
                                        </p:attrNameLst>
                                      </p:cBhvr>
                                      <p:to>
                                        <p:strVal val="visible"/>
                                      </p:to>
                                    </p:set>
                                    <p:anim calcmode="lin" valueType="num">
                                      <p:cBhvr additive="base">
                                        <p:cTn id="54" dur="500" fill="hold"/>
                                        <p:tgtEl>
                                          <p:spTgt spid="25">
                                            <p:txEl>
                                              <p:pRg st="0" end="0"/>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2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17" grpId="2" animBg="1"/>
      <p:bldP spid="18" grpId="0" animBg="1"/>
      <p:bldP spid="18" grpId="1" animBg="1"/>
      <p:bldP spid="18" grpId="2" animBg="1"/>
      <p:bldP spid="19" grpId="0" animBg="1"/>
      <p:bldP spid="19" grpId="1" animBg="1"/>
      <p:bldP spid="19" grpId="2" animBg="1"/>
      <p:bldP spid="20" grpId="0" build="p">
        <p:tmplLst>
          <p:tmpl lvl="1">
            <p:tnLst>
              <p:par>
                <p:cTn presetID="2" presetClass="entr" presetSubtype="2" decel="20000" fill="hold" nodeType="click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build="p">
        <p:tmplLst>
          <p:tmpl lvl="1">
            <p:tnLst>
              <p:par>
                <p:cTn presetID="2" presetClass="entr" presetSubtype="2" decel="20000" fill="hold" nodeType="with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2" presetClass="entr" presetSubtype="2" decel="20000" fill="hold" nodeType="click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build="p">
        <p:tmplLst>
          <p:tmpl lvl="1">
            <p:tnLst>
              <p:par>
                <p:cTn presetID="2" presetClass="entr" presetSubtype="2" decel="20000" fill="hold" nodeType="with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2" decel="20000" fill="hold" nodeType="click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1+#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P spid="25" grpId="0" build="p">
        <p:tmplLst>
          <p:tmpl lvl="1">
            <p:tnLst>
              <p:par>
                <p:cTn presetID="2" presetClass="entr" presetSubtype="2" decel="20000" fill="hold" nodeType="withEffect">
                  <p:stCondLst>
                    <p:cond delay="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500" fill="hold"/>
                        <p:tgtEl>
                          <p:spTgt spid="25"/>
                        </p:tgtEl>
                        <p:attrNameLst>
                          <p:attrName>ppt_x</p:attrName>
                        </p:attrNameLst>
                      </p:cBhvr>
                      <p:tavLst>
                        <p:tav tm="0">
                          <p:val>
                            <p:strVal val="1+#ppt_w/2"/>
                          </p:val>
                        </p:tav>
                        <p:tav tm="100000">
                          <p:val>
                            <p:strVal val="#ppt_x"/>
                          </p:val>
                        </p:tav>
                      </p:tavLst>
                    </p:anim>
                    <p:anim calcmode="lin" valueType="num">
                      <p:cBhvr additive="base">
                        <p:cTn dur="500" fill="hold"/>
                        <p:tgtEl>
                          <p:spTgt spid="25"/>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1_Three Icon - Horizontal - Purple">
    <p:spTree>
      <p:nvGrpSpPr>
        <p:cNvPr id="1" name=""/>
        <p:cNvGrpSpPr/>
        <p:nvPr/>
      </p:nvGrpSpPr>
      <p:grpSpPr>
        <a:xfrm>
          <a:off x="0" y="0"/>
          <a:ext cx="0" cy="0"/>
          <a:chOff x="0" y="0"/>
          <a:chExt cx="0" cy="0"/>
        </a:xfrm>
      </p:grpSpPr>
      <p:sp>
        <p:nvSpPr>
          <p:cNvPr id="10" name="BKG Rectangle">
            <a:extLst>
              <a:ext uri="{FF2B5EF4-FFF2-40B4-BE49-F238E27FC236}">
                <a16:creationId xmlns:a16="http://schemas.microsoft.com/office/drawing/2014/main" id="{EEE2E3E4-09C5-48F7-AA0C-61C0C3FD24C2}"/>
              </a:ext>
              <a:ext uri="{C183D7F6-B498-43B3-948B-1728B52AA6E4}">
                <adec:decorative xmlns:adec="http://schemas.microsoft.com/office/drawing/2017/decorative" val="1"/>
              </a:ext>
            </a:extLst>
          </p:cNvPr>
          <p:cNvSpPr/>
          <p:nvPr userDrawn="1"/>
        </p:nvSpPr>
        <p:spPr>
          <a:xfrm>
            <a:off x="-4" y="0"/>
            <a:ext cx="6094413" cy="6858000"/>
          </a:xfrm>
          <a:prstGeom prst="rect">
            <a:avLst/>
          </a:prstGeom>
          <a:solidFill>
            <a:schemeClr val="accent5">
              <a:alpha val="4927"/>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 name="Title 1">
            <a:extLst>
              <a:ext uri="{FF2B5EF4-FFF2-40B4-BE49-F238E27FC236}">
                <a16:creationId xmlns:a16="http://schemas.microsoft.com/office/drawing/2014/main" id="{30A5567E-F548-4720-B611-7850ADCA900C}"/>
              </a:ext>
            </a:extLst>
          </p:cNvPr>
          <p:cNvSpPr>
            <a:spLocks noGrp="1"/>
          </p:cNvSpPr>
          <p:nvPr>
            <p:ph type="title"/>
          </p:nvPr>
        </p:nvSpPr>
        <p:spPr>
          <a:xfrm>
            <a:off x="667444" y="2376306"/>
            <a:ext cx="3630903" cy="2105388"/>
          </a:xfrm>
        </p:spPr>
        <p:txBody>
          <a:bodyPr wrap="square" anchor="ctr"/>
          <a:lstStyle>
            <a:lvl1pPr>
              <a:defRPr sz="3600">
                <a:solidFill>
                  <a:schemeClr val="accent5">
                    <a:lumMod val="75000"/>
                  </a:schemeClr>
                </a:solidFill>
              </a:defRPr>
            </a:lvl1pPr>
          </a:lstStyle>
          <a:p>
            <a:r>
              <a:rPr lang="en-GB" dirty="0"/>
              <a:t>Click to edit Master title style</a:t>
            </a:r>
            <a:endParaRPr lang="en-US" dirty="0"/>
          </a:p>
        </p:txBody>
      </p:sp>
      <p:sp>
        <p:nvSpPr>
          <p:cNvPr id="11" name="!! Oval Top">
            <a:extLst>
              <a:ext uri="{FF2B5EF4-FFF2-40B4-BE49-F238E27FC236}">
                <a16:creationId xmlns:a16="http://schemas.microsoft.com/office/drawing/2014/main" id="{B95A82A4-D00E-4BAE-97E0-52FA7B87C0D9}"/>
              </a:ext>
              <a:ext uri="{C183D7F6-B498-43B3-948B-1728B52AA6E4}">
                <adec:decorative xmlns:adec="http://schemas.microsoft.com/office/drawing/2017/decorative" val="1"/>
              </a:ext>
            </a:extLst>
          </p:cNvPr>
          <p:cNvSpPr/>
          <p:nvPr userDrawn="1"/>
        </p:nvSpPr>
        <p:spPr>
          <a:xfrm>
            <a:off x="5432325" y="2719433"/>
            <a:ext cx="1324173" cy="1324169"/>
          </a:xfrm>
          <a:prstGeom prst="ellipse">
            <a:avLst/>
          </a:prstGeom>
          <a:solidFill>
            <a:schemeClr val="bg1"/>
          </a:solidFill>
          <a:ln w="25400" cap="flat" cmpd="sng" algn="ctr">
            <a:solidFill>
              <a:schemeClr val="accent5"/>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2" name="!! Oval Top">
            <a:extLst>
              <a:ext uri="{FF2B5EF4-FFF2-40B4-BE49-F238E27FC236}">
                <a16:creationId xmlns:a16="http://schemas.microsoft.com/office/drawing/2014/main" id="{332FAD7F-A532-4557-9487-947B2391D066}"/>
              </a:ext>
              <a:ext uri="{C183D7F6-B498-43B3-948B-1728B52AA6E4}">
                <adec:decorative xmlns:adec="http://schemas.microsoft.com/office/drawing/2017/decorative" val="1"/>
              </a:ext>
            </a:extLst>
          </p:cNvPr>
          <p:cNvSpPr/>
          <p:nvPr userDrawn="1"/>
        </p:nvSpPr>
        <p:spPr>
          <a:xfrm>
            <a:off x="5432324" y="4481694"/>
            <a:ext cx="1324173" cy="1324169"/>
          </a:xfrm>
          <a:prstGeom prst="ellipse">
            <a:avLst/>
          </a:prstGeom>
          <a:solidFill>
            <a:schemeClr val="bg1"/>
          </a:solidFill>
          <a:ln w="25400" cap="flat" cmpd="sng" algn="ctr">
            <a:solidFill>
              <a:schemeClr val="accent5"/>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3" name="!! Oval Top">
            <a:extLst>
              <a:ext uri="{FF2B5EF4-FFF2-40B4-BE49-F238E27FC236}">
                <a16:creationId xmlns:a16="http://schemas.microsoft.com/office/drawing/2014/main" id="{5095E217-E63E-4FE6-9C8D-FB447A5BD47D}"/>
              </a:ext>
              <a:ext uri="{C183D7F6-B498-43B3-948B-1728B52AA6E4}">
                <adec:decorative xmlns:adec="http://schemas.microsoft.com/office/drawing/2017/decorative" val="1"/>
              </a:ext>
            </a:extLst>
          </p:cNvPr>
          <p:cNvSpPr/>
          <p:nvPr userDrawn="1"/>
        </p:nvSpPr>
        <p:spPr>
          <a:xfrm>
            <a:off x="5432323" y="957172"/>
            <a:ext cx="1324173" cy="1324169"/>
          </a:xfrm>
          <a:prstGeom prst="ellipse">
            <a:avLst/>
          </a:prstGeom>
          <a:solidFill>
            <a:schemeClr val="bg1"/>
          </a:solidFill>
          <a:ln w="25400" cap="flat" cmpd="sng" algn="ctr">
            <a:solidFill>
              <a:schemeClr val="accent5"/>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8" name="Text Placeholder 17">
            <a:extLst>
              <a:ext uri="{FF2B5EF4-FFF2-40B4-BE49-F238E27FC236}">
                <a16:creationId xmlns:a16="http://schemas.microsoft.com/office/drawing/2014/main" id="{A8557501-25C3-4809-A7FA-8635CEF681FE}"/>
              </a:ext>
            </a:extLst>
          </p:cNvPr>
          <p:cNvSpPr>
            <a:spLocks noGrp="1"/>
          </p:cNvSpPr>
          <p:nvPr>
            <p:ph type="body" sz="quarter" idx="12" hasCustomPrompt="1"/>
          </p:nvPr>
        </p:nvSpPr>
        <p:spPr>
          <a:xfrm>
            <a:off x="7167433" y="2719433"/>
            <a:ext cx="4532442" cy="431800"/>
          </a:xfrm>
        </p:spPr>
        <p:txBody>
          <a:bodyPr/>
          <a:lstStyle>
            <a:lvl1pPr>
              <a:defRPr sz="2800">
                <a:solidFill>
                  <a:schemeClr val="accent5"/>
                </a:solidFill>
              </a:defRPr>
            </a:lvl1pPr>
            <a:lvl2pPr>
              <a:defRPr sz="2800"/>
            </a:lvl2pPr>
            <a:lvl3pPr>
              <a:defRPr sz="2800"/>
            </a:lvl3pPr>
            <a:lvl4pPr>
              <a:defRPr sz="2800"/>
            </a:lvl4pPr>
            <a:lvl5pPr>
              <a:defRPr sz="2800"/>
            </a:lvl5pPr>
          </a:lstStyle>
          <a:p>
            <a:pPr lvl="0"/>
            <a:r>
              <a:rPr lang="en-US" dirty="0"/>
              <a:t>Click to Edit</a:t>
            </a:r>
          </a:p>
        </p:txBody>
      </p:sp>
      <p:sp>
        <p:nvSpPr>
          <p:cNvPr id="20" name="Text Placeholder 19">
            <a:extLst>
              <a:ext uri="{FF2B5EF4-FFF2-40B4-BE49-F238E27FC236}">
                <a16:creationId xmlns:a16="http://schemas.microsoft.com/office/drawing/2014/main" id="{2A7333B4-78E3-4DDB-AF65-D0BD9DDB0B13}"/>
              </a:ext>
            </a:extLst>
          </p:cNvPr>
          <p:cNvSpPr>
            <a:spLocks noGrp="1"/>
          </p:cNvSpPr>
          <p:nvPr>
            <p:ph type="body" sz="quarter" idx="13"/>
          </p:nvPr>
        </p:nvSpPr>
        <p:spPr>
          <a:xfrm>
            <a:off x="7167433" y="3291127"/>
            <a:ext cx="4532442" cy="752475"/>
          </a:xfrm>
        </p:spPr>
        <p:txBody>
          <a:bodyPr/>
          <a:lstStyle>
            <a:lvl1pPr>
              <a:defRPr sz="1600"/>
            </a:lvl1pPr>
            <a:lvl2pPr marL="273050" indent="0">
              <a:buNone/>
              <a:defRPr/>
            </a:lvl2pPr>
          </a:lstStyle>
          <a:p>
            <a:pPr lvl="0"/>
            <a:r>
              <a:rPr lang="en-GB"/>
              <a:t>Click to edit Master text styles</a:t>
            </a:r>
          </a:p>
        </p:txBody>
      </p:sp>
      <p:sp>
        <p:nvSpPr>
          <p:cNvPr id="21" name="Text Placeholder 17">
            <a:extLst>
              <a:ext uri="{FF2B5EF4-FFF2-40B4-BE49-F238E27FC236}">
                <a16:creationId xmlns:a16="http://schemas.microsoft.com/office/drawing/2014/main" id="{3A04C10E-4C0A-4F1C-AF4B-9368D6EEE1D5}"/>
              </a:ext>
            </a:extLst>
          </p:cNvPr>
          <p:cNvSpPr>
            <a:spLocks noGrp="1"/>
          </p:cNvSpPr>
          <p:nvPr>
            <p:ph type="body" sz="quarter" idx="14" hasCustomPrompt="1"/>
          </p:nvPr>
        </p:nvSpPr>
        <p:spPr>
          <a:xfrm>
            <a:off x="7167433" y="962235"/>
            <a:ext cx="4532442" cy="431800"/>
          </a:xfrm>
        </p:spPr>
        <p:txBody>
          <a:bodyPr/>
          <a:lstStyle>
            <a:lvl1pPr>
              <a:defRPr sz="2800">
                <a:solidFill>
                  <a:schemeClr val="accent5"/>
                </a:solidFill>
              </a:defRPr>
            </a:lvl1pPr>
            <a:lvl2pPr>
              <a:defRPr sz="2800"/>
            </a:lvl2pPr>
            <a:lvl3pPr>
              <a:defRPr sz="2800"/>
            </a:lvl3pPr>
            <a:lvl4pPr>
              <a:defRPr sz="2800"/>
            </a:lvl4pPr>
            <a:lvl5pPr>
              <a:defRPr sz="2800"/>
            </a:lvl5pPr>
          </a:lstStyle>
          <a:p>
            <a:pPr lvl="0"/>
            <a:r>
              <a:rPr lang="en-US" dirty="0"/>
              <a:t>Click to Edit</a:t>
            </a:r>
          </a:p>
        </p:txBody>
      </p:sp>
      <p:sp>
        <p:nvSpPr>
          <p:cNvPr id="22" name="Text Placeholder 19">
            <a:extLst>
              <a:ext uri="{FF2B5EF4-FFF2-40B4-BE49-F238E27FC236}">
                <a16:creationId xmlns:a16="http://schemas.microsoft.com/office/drawing/2014/main" id="{DCD08270-3B84-4C0F-9D4B-B8C9B4451C98}"/>
              </a:ext>
            </a:extLst>
          </p:cNvPr>
          <p:cNvSpPr>
            <a:spLocks noGrp="1"/>
          </p:cNvSpPr>
          <p:nvPr>
            <p:ph type="body" sz="quarter" idx="15"/>
          </p:nvPr>
        </p:nvSpPr>
        <p:spPr>
          <a:xfrm>
            <a:off x="7167433" y="1533929"/>
            <a:ext cx="4532442" cy="752475"/>
          </a:xfrm>
        </p:spPr>
        <p:txBody>
          <a:bodyPr/>
          <a:lstStyle>
            <a:lvl1pPr>
              <a:defRPr sz="1600"/>
            </a:lvl1pPr>
            <a:lvl2pPr marL="273050" indent="0">
              <a:buNone/>
              <a:defRPr/>
            </a:lvl2pPr>
          </a:lstStyle>
          <a:p>
            <a:pPr lvl="0"/>
            <a:r>
              <a:rPr lang="en-GB"/>
              <a:t>Click to edit Master text styles</a:t>
            </a:r>
          </a:p>
        </p:txBody>
      </p:sp>
      <p:sp>
        <p:nvSpPr>
          <p:cNvPr id="23" name="Text Placeholder 17">
            <a:extLst>
              <a:ext uri="{FF2B5EF4-FFF2-40B4-BE49-F238E27FC236}">
                <a16:creationId xmlns:a16="http://schemas.microsoft.com/office/drawing/2014/main" id="{EF8022DB-38FA-4981-80AA-7A1F41B2303D}"/>
              </a:ext>
            </a:extLst>
          </p:cNvPr>
          <p:cNvSpPr>
            <a:spLocks noGrp="1"/>
          </p:cNvSpPr>
          <p:nvPr>
            <p:ph type="body" sz="quarter" idx="16" hasCustomPrompt="1"/>
          </p:nvPr>
        </p:nvSpPr>
        <p:spPr>
          <a:xfrm>
            <a:off x="7167433" y="4487077"/>
            <a:ext cx="4532442" cy="431800"/>
          </a:xfrm>
        </p:spPr>
        <p:txBody>
          <a:bodyPr/>
          <a:lstStyle>
            <a:lvl1pPr>
              <a:defRPr sz="2800">
                <a:solidFill>
                  <a:schemeClr val="accent5"/>
                </a:solidFill>
              </a:defRPr>
            </a:lvl1pPr>
            <a:lvl2pPr>
              <a:defRPr sz="2800"/>
            </a:lvl2pPr>
            <a:lvl3pPr>
              <a:defRPr sz="2800"/>
            </a:lvl3pPr>
            <a:lvl4pPr>
              <a:defRPr sz="2800"/>
            </a:lvl4pPr>
            <a:lvl5pPr>
              <a:defRPr sz="2800"/>
            </a:lvl5pPr>
          </a:lstStyle>
          <a:p>
            <a:pPr lvl="0"/>
            <a:r>
              <a:rPr lang="en-US" dirty="0"/>
              <a:t>Click to Edit</a:t>
            </a:r>
          </a:p>
        </p:txBody>
      </p:sp>
      <p:sp>
        <p:nvSpPr>
          <p:cNvPr id="24" name="Text Placeholder 19">
            <a:extLst>
              <a:ext uri="{FF2B5EF4-FFF2-40B4-BE49-F238E27FC236}">
                <a16:creationId xmlns:a16="http://schemas.microsoft.com/office/drawing/2014/main" id="{B6DC575F-9A95-44E0-9909-8EAD3FF0D8C6}"/>
              </a:ext>
            </a:extLst>
          </p:cNvPr>
          <p:cNvSpPr>
            <a:spLocks noGrp="1"/>
          </p:cNvSpPr>
          <p:nvPr>
            <p:ph type="body" sz="quarter" idx="17"/>
          </p:nvPr>
        </p:nvSpPr>
        <p:spPr>
          <a:xfrm>
            <a:off x="7167433" y="5058771"/>
            <a:ext cx="4532442" cy="752475"/>
          </a:xfrm>
        </p:spPr>
        <p:txBody>
          <a:bodyPr/>
          <a:lstStyle>
            <a:lvl1pPr>
              <a:defRPr sz="1600"/>
            </a:lvl1pPr>
            <a:lvl2pPr marL="273050" indent="0">
              <a:buNone/>
              <a:defRPr/>
            </a:lvl2pPr>
          </a:lstStyle>
          <a:p>
            <a:pPr lvl="0"/>
            <a:r>
              <a:rPr lang="en-GB"/>
              <a:t>Click to edit Master text styles</a:t>
            </a:r>
          </a:p>
        </p:txBody>
      </p:sp>
      <p:sp>
        <p:nvSpPr>
          <p:cNvPr id="35" name="page number">
            <a:extLst>
              <a:ext uri="{FF2B5EF4-FFF2-40B4-BE49-F238E27FC236}">
                <a16:creationId xmlns:a16="http://schemas.microsoft.com/office/drawing/2014/main" id="{ED191B88-6C9A-C2BD-3C36-38C61A1EADA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Arial" panose="020B0604020202020204" pitchFamily="34" charset="0"/>
            </a:endParaRPr>
          </a:p>
        </p:txBody>
      </p:sp>
      <p:sp>
        <p:nvSpPr>
          <p:cNvPr id="3" name="TextBox 2">
            <a:extLst>
              <a:ext uri="{FF2B5EF4-FFF2-40B4-BE49-F238E27FC236}">
                <a16:creationId xmlns:a16="http://schemas.microsoft.com/office/drawing/2014/main" id="{ABFEBF4A-E3D2-6BEC-564E-428949A12BCD}"/>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5" name="Graphic 8">
            <a:extLst>
              <a:ext uri="{FF2B5EF4-FFF2-40B4-BE49-F238E27FC236}">
                <a16:creationId xmlns:a16="http://schemas.microsoft.com/office/drawing/2014/main" id="{6BA86662-8169-AAF0-A3F0-CB5A0B312842}"/>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E2525186-F784-9B5A-A70E-3EA82CB899C8}"/>
                </a:ext>
              </a:extLst>
            </p:cNvPr>
            <p:cNvGrpSpPr/>
            <p:nvPr/>
          </p:nvGrpSpPr>
          <p:grpSpPr>
            <a:xfrm>
              <a:off x="745455" y="6594444"/>
              <a:ext cx="722662" cy="98475"/>
              <a:chOff x="745455" y="6594444"/>
              <a:chExt cx="722662" cy="98475"/>
            </a:xfrm>
            <a:solidFill>
              <a:srgbClr val="000000"/>
            </a:solidFill>
          </p:grpSpPr>
          <p:sp>
            <p:nvSpPr>
              <p:cNvPr id="25" name="Freeform 49">
                <a:extLst>
                  <a:ext uri="{FF2B5EF4-FFF2-40B4-BE49-F238E27FC236}">
                    <a16:creationId xmlns:a16="http://schemas.microsoft.com/office/drawing/2014/main" id="{A54E3871-3565-7B33-5957-068211F3749B}"/>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6" name="Freeform 50">
                <a:extLst>
                  <a:ext uri="{FF2B5EF4-FFF2-40B4-BE49-F238E27FC236}">
                    <a16:creationId xmlns:a16="http://schemas.microsoft.com/office/drawing/2014/main" id="{D4246DC1-3021-5AC0-AB95-7FCE49A522B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7" name="Freeform 51">
                <a:extLst>
                  <a:ext uri="{FF2B5EF4-FFF2-40B4-BE49-F238E27FC236}">
                    <a16:creationId xmlns:a16="http://schemas.microsoft.com/office/drawing/2014/main" id="{51D7E616-C7EE-30EC-E082-73FB60DEE60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8" name="Freeform 52">
                <a:extLst>
                  <a:ext uri="{FF2B5EF4-FFF2-40B4-BE49-F238E27FC236}">
                    <a16:creationId xmlns:a16="http://schemas.microsoft.com/office/drawing/2014/main" id="{BB968BD3-ADAA-5870-150F-B6A04933C575}"/>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9" name="Freeform 53">
                <a:extLst>
                  <a:ext uri="{FF2B5EF4-FFF2-40B4-BE49-F238E27FC236}">
                    <a16:creationId xmlns:a16="http://schemas.microsoft.com/office/drawing/2014/main" id="{B40FA98B-DCC3-3B07-8D19-133A3E63759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0" name="Freeform 54">
                <a:extLst>
                  <a:ext uri="{FF2B5EF4-FFF2-40B4-BE49-F238E27FC236}">
                    <a16:creationId xmlns:a16="http://schemas.microsoft.com/office/drawing/2014/main" id="{03AF07CE-086F-4B96-726C-1A76872EAF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31" name="Freeform 55">
                <a:extLst>
                  <a:ext uri="{FF2B5EF4-FFF2-40B4-BE49-F238E27FC236}">
                    <a16:creationId xmlns:a16="http://schemas.microsoft.com/office/drawing/2014/main" id="{432DEB24-1557-1C8C-D368-4EF690C3BB03}"/>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2" name="Freeform 56">
                <a:extLst>
                  <a:ext uri="{FF2B5EF4-FFF2-40B4-BE49-F238E27FC236}">
                    <a16:creationId xmlns:a16="http://schemas.microsoft.com/office/drawing/2014/main" id="{411AECA4-7145-94EE-6038-F58A7E516739}"/>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3" name="Freeform 57">
                <a:extLst>
                  <a:ext uri="{FF2B5EF4-FFF2-40B4-BE49-F238E27FC236}">
                    <a16:creationId xmlns:a16="http://schemas.microsoft.com/office/drawing/2014/main" id="{936296B4-3FD3-C785-87F7-560E5B2C2E29}"/>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4" name="Freeform 58">
                <a:extLst>
                  <a:ext uri="{FF2B5EF4-FFF2-40B4-BE49-F238E27FC236}">
                    <a16:creationId xmlns:a16="http://schemas.microsoft.com/office/drawing/2014/main" id="{24E5779D-8092-750B-5E6E-25172964BA99}"/>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7" name="Graphic 8">
              <a:extLst>
                <a:ext uri="{FF2B5EF4-FFF2-40B4-BE49-F238E27FC236}">
                  <a16:creationId xmlns:a16="http://schemas.microsoft.com/office/drawing/2014/main" id="{93369AB6-F65A-BD4A-097E-0132432D4CB5}"/>
                </a:ext>
              </a:extLst>
            </p:cNvPr>
            <p:cNvGrpSpPr/>
            <p:nvPr/>
          </p:nvGrpSpPr>
          <p:grpSpPr>
            <a:xfrm>
              <a:off x="265625" y="6323271"/>
              <a:ext cx="1249223" cy="190348"/>
              <a:chOff x="265625" y="6323271"/>
              <a:chExt cx="1249223" cy="190348"/>
            </a:xfrm>
            <a:solidFill>
              <a:srgbClr val="000000"/>
            </a:solidFill>
          </p:grpSpPr>
          <p:sp>
            <p:nvSpPr>
              <p:cNvPr id="8" name="Freeform 60">
                <a:extLst>
                  <a:ext uri="{FF2B5EF4-FFF2-40B4-BE49-F238E27FC236}">
                    <a16:creationId xmlns:a16="http://schemas.microsoft.com/office/drawing/2014/main" id="{1B7028E7-5607-C3FF-B707-EE81ACB4892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9" name="Freeform 61">
                <a:extLst>
                  <a:ext uri="{FF2B5EF4-FFF2-40B4-BE49-F238E27FC236}">
                    <a16:creationId xmlns:a16="http://schemas.microsoft.com/office/drawing/2014/main" id="{12D107A8-DE85-ACF0-3C67-2F320844F2B1}"/>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8D453B72-6198-4D25-FD3D-28D293C9488B}"/>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BAFF6053-79AF-A1B5-16C0-20AFB064D7E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5A1131A3-9C80-0343-D70F-C50686F9D592}"/>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46946097-27E4-D4A8-131D-759E4E4727F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9" name="Freeform 66">
                <a:extLst>
                  <a:ext uri="{FF2B5EF4-FFF2-40B4-BE49-F238E27FC236}">
                    <a16:creationId xmlns:a16="http://schemas.microsoft.com/office/drawing/2014/main" id="{A6F128C5-FDBB-0966-3231-F4977E609AF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4" name="TextBox 3">
            <a:extLst>
              <a:ext uri="{FF2B5EF4-FFF2-40B4-BE49-F238E27FC236}">
                <a16:creationId xmlns:a16="http://schemas.microsoft.com/office/drawing/2014/main" id="{682E21C9-CB80-85B2-69A0-72D5904A2736}"/>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4011737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750"/>
                                        <p:tgtEl>
                                          <p:spTgt spid="13"/>
                                        </p:tgtEl>
                                      </p:cBhvr>
                                    </p:animEffect>
                                  </p:childTnLst>
                                </p:cTn>
                              </p:par>
                              <p:par>
                                <p:cTn id="8" presetID="6" presetClass="emph" presetSubtype="0" fill="hold" grpId="1" nodeType="withEffect">
                                  <p:stCondLst>
                                    <p:cond delay="0"/>
                                  </p:stCondLst>
                                  <p:childTnLst>
                                    <p:animScale>
                                      <p:cBhvr>
                                        <p:cTn id="9" dur="10" fill="hold"/>
                                        <p:tgtEl>
                                          <p:spTgt spid="13"/>
                                        </p:tgtEl>
                                      </p:cBhvr>
                                      <p:by x="1000" y="1000"/>
                                    </p:animScale>
                                  </p:childTnLst>
                                </p:cTn>
                              </p:par>
                              <p:par>
                                <p:cTn id="10" presetID="6" presetClass="emph" presetSubtype="0" accel="33333" decel="66667" fill="hold" grpId="2" nodeType="withEffect">
                                  <p:stCondLst>
                                    <p:cond delay="0"/>
                                  </p:stCondLst>
                                  <p:childTnLst>
                                    <p:animScale>
                                      <p:cBhvr>
                                        <p:cTn id="11" dur="750" fill="hold"/>
                                        <p:tgtEl>
                                          <p:spTgt spid="13"/>
                                        </p:tgtEl>
                                      </p:cBhvr>
                                      <p:by x="9999000" y="9999000"/>
                                    </p:animScale>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750"/>
                                        <p:tgtEl>
                                          <p:spTgt spid="11"/>
                                        </p:tgtEl>
                                      </p:cBhvr>
                                    </p:animEffect>
                                  </p:childTnLst>
                                </p:cTn>
                              </p:par>
                              <p:par>
                                <p:cTn id="15" presetID="6" presetClass="emph" presetSubtype="0" fill="hold" grpId="1" nodeType="withEffect">
                                  <p:stCondLst>
                                    <p:cond delay="0"/>
                                  </p:stCondLst>
                                  <p:childTnLst>
                                    <p:animScale>
                                      <p:cBhvr>
                                        <p:cTn id="16" dur="10" fill="hold"/>
                                        <p:tgtEl>
                                          <p:spTgt spid="11"/>
                                        </p:tgtEl>
                                      </p:cBhvr>
                                      <p:by x="1000" y="1000"/>
                                    </p:animScale>
                                  </p:childTnLst>
                                </p:cTn>
                              </p:par>
                              <p:par>
                                <p:cTn id="17" presetID="6" presetClass="emph" presetSubtype="0" accel="33333" decel="66667" fill="hold" grpId="2" nodeType="withEffect">
                                  <p:stCondLst>
                                    <p:cond delay="0"/>
                                  </p:stCondLst>
                                  <p:childTnLst>
                                    <p:animScale>
                                      <p:cBhvr>
                                        <p:cTn id="18" dur="750" fill="hold"/>
                                        <p:tgtEl>
                                          <p:spTgt spid="11"/>
                                        </p:tgtEl>
                                      </p:cBhvr>
                                      <p:by x="9999000" y="9999000"/>
                                    </p:animScale>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50"/>
                                        <p:tgtEl>
                                          <p:spTgt spid="12"/>
                                        </p:tgtEl>
                                      </p:cBhvr>
                                    </p:animEffect>
                                  </p:childTnLst>
                                </p:cTn>
                              </p:par>
                              <p:par>
                                <p:cTn id="22" presetID="6" presetClass="emph" presetSubtype="0" fill="hold" grpId="1" nodeType="withEffect">
                                  <p:stCondLst>
                                    <p:cond delay="0"/>
                                  </p:stCondLst>
                                  <p:childTnLst>
                                    <p:animScale>
                                      <p:cBhvr>
                                        <p:cTn id="23" dur="10" fill="hold"/>
                                        <p:tgtEl>
                                          <p:spTgt spid="12"/>
                                        </p:tgtEl>
                                      </p:cBhvr>
                                      <p:by x="1000" y="1000"/>
                                    </p:animScale>
                                  </p:childTnLst>
                                </p:cTn>
                              </p:par>
                              <p:par>
                                <p:cTn id="24" presetID="6" presetClass="emph" presetSubtype="0" accel="33333" decel="66667" fill="hold" grpId="2" nodeType="withEffect">
                                  <p:stCondLst>
                                    <p:cond delay="0"/>
                                  </p:stCondLst>
                                  <p:childTnLst>
                                    <p:animScale>
                                      <p:cBhvr>
                                        <p:cTn id="25" dur="750" fill="hold"/>
                                        <p:tgtEl>
                                          <p:spTgt spid="12"/>
                                        </p:tgtEl>
                                      </p:cBhvr>
                                      <p:by x="9999000" y="9999000"/>
                                    </p:animScale>
                                  </p:childTnLst>
                                </p:cTn>
                              </p:par>
                            </p:childTnLst>
                          </p:cTn>
                        </p:par>
                      </p:childTnLst>
                    </p:cTn>
                  </p:par>
                  <p:par>
                    <p:cTn id="26" fill="hold">
                      <p:stCondLst>
                        <p:cond delay="indefinite"/>
                      </p:stCondLst>
                      <p:childTnLst>
                        <p:par>
                          <p:cTn id="27" fill="hold">
                            <p:stCondLst>
                              <p:cond delay="0"/>
                            </p:stCondLst>
                            <p:childTnLst>
                              <p:par>
                                <p:cTn id="28" presetID="2" presetClass="entr" presetSubtype="2" decel="20000" fill="hold" grpId="0" nodeType="clickEffect">
                                  <p:stCondLst>
                                    <p:cond delay="0"/>
                                  </p:stCondLst>
                                  <p:childTnLst>
                                    <p:set>
                                      <p:cBhvr>
                                        <p:cTn id="29" dur="1" fill="hold">
                                          <p:stCondLst>
                                            <p:cond delay="0"/>
                                          </p:stCondLst>
                                        </p:cTn>
                                        <p:tgtEl>
                                          <p:spTgt spid="21">
                                            <p:txEl>
                                              <p:pRg st="0" end="0"/>
                                            </p:txEl>
                                          </p:spTgt>
                                        </p:tgtEl>
                                        <p:attrNameLst>
                                          <p:attrName>style.visibility</p:attrName>
                                        </p:attrNameLst>
                                      </p:cBhvr>
                                      <p:to>
                                        <p:strVal val="visible"/>
                                      </p:to>
                                    </p:set>
                                    <p:anim calcmode="lin" valueType="num">
                                      <p:cBhvr additive="base">
                                        <p:cTn id="30"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21">
                                            <p:txEl>
                                              <p:pRg st="0" end="0"/>
                                            </p:txEl>
                                          </p:spTgt>
                                        </p:tgtEl>
                                        <p:attrNameLst>
                                          <p:attrName>ppt_y</p:attrName>
                                        </p:attrNameLst>
                                      </p:cBhvr>
                                      <p:tavLst>
                                        <p:tav tm="0">
                                          <p:val>
                                            <p:strVal val="#ppt_y"/>
                                          </p:val>
                                        </p:tav>
                                        <p:tav tm="100000">
                                          <p:val>
                                            <p:strVal val="#ppt_y"/>
                                          </p:val>
                                        </p:tav>
                                      </p:tavLst>
                                    </p:anim>
                                  </p:childTnLst>
                                </p:cTn>
                              </p:par>
                              <p:par>
                                <p:cTn id="32" presetID="2" presetClass="entr" presetSubtype="2" decel="20000" fill="hold" grpId="0" nodeType="withEffect">
                                  <p:stCondLst>
                                    <p:cond delay="0"/>
                                  </p:stCondLst>
                                  <p:childTnLst>
                                    <p:set>
                                      <p:cBhvr>
                                        <p:cTn id="33" dur="1" fill="hold">
                                          <p:stCondLst>
                                            <p:cond delay="0"/>
                                          </p:stCondLst>
                                        </p:cTn>
                                        <p:tgtEl>
                                          <p:spTgt spid="22">
                                            <p:txEl>
                                              <p:pRg st="0" end="0"/>
                                            </p:txEl>
                                          </p:spTgt>
                                        </p:tgtEl>
                                        <p:attrNameLst>
                                          <p:attrName>style.visibility</p:attrName>
                                        </p:attrNameLst>
                                      </p:cBhvr>
                                      <p:to>
                                        <p:strVal val="visible"/>
                                      </p:to>
                                    </p:set>
                                    <p:anim calcmode="lin" valueType="num">
                                      <p:cBhvr additive="base">
                                        <p:cTn id="34"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decel="20000" fill="hold" grpId="0" nodeType="clickEffect">
                                  <p:stCondLst>
                                    <p:cond delay="0"/>
                                  </p:stCondLst>
                                  <p:childTnLst>
                                    <p:set>
                                      <p:cBhvr>
                                        <p:cTn id="39" dur="1" fill="hold">
                                          <p:stCondLst>
                                            <p:cond delay="0"/>
                                          </p:stCondLst>
                                        </p:cTn>
                                        <p:tgtEl>
                                          <p:spTgt spid="18">
                                            <p:txEl>
                                              <p:pRg st="0" end="0"/>
                                            </p:txEl>
                                          </p:spTgt>
                                        </p:tgtEl>
                                        <p:attrNameLst>
                                          <p:attrName>style.visibility</p:attrName>
                                        </p:attrNameLst>
                                      </p:cBhvr>
                                      <p:to>
                                        <p:strVal val="visible"/>
                                      </p:to>
                                    </p:set>
                                    <p:anim calcmode="lin" valueType="num">
                                      <p:cBhvr additive="base">
                                        <p:cTn id="40"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18">
                                            <p:txEl>
                                              <p:pRg st="0" end="0"/>
                                            </p:txEl>
                                          </p:spTgt>
                                        </p:tgtEl>
                                        <p:attrNameLst>
                                          <p:attrName>ppt_y</p:attrName>
                                        </p:attrNameLst>
                                      </p:cBhvr>
                                      <p:tavLst>
                                        <p:tav tm="0">
                                          <p:val>
                                            <p:strVal val="#ppt_y"/>
                                          </p:val>
                                        </p:tav>
                                        <p:tav tm="100000">
                                          <p:val>
                                            <p:strVal val="#ppt_y"/>
                                          </p:val>
                                        </p:tav>
                                      </p:tavLst>
                                    </p:anim>
                                  </p:childTnLst>
                                </p:cTn>
                              </p:par>
                              <p:par>
                                <p:cTn id="42" presetID="2" presetClass="entr" presetSubtype="2" decel="20000" fill="hold" grpId="0" nodeType="withEffect">
                                  <p:stCondLst>
                                    <p:cond delay="0"/>
                                  </p:stCondLst>
                                  <p:childTnLst>
                                    <p:set>
                                      <p:cBhvr>
                                        <p:cTn id="43" dur="1" fill="hold">
                                          <p:stCondLst>
                                            <p:cond delay="0"/>
                                          </p:stCondLst>
                                        </p:cTn>
                                        <p:tgtEl>
                                          <p:spTgt spid="20">
                                            <p:txEl>
                                              <p:pRg st="0" end="0"/>
                                            </p:txEl>
                                          </p:spTgt>
                                        </p:tgtEl>
                                        <p:attrNameLst>
                                          <p:attrName>style.visibility</p:attrName>
                                        </p:attrNameLst>
                                      </p:cBhvr>
                                      <p:to>
                                        <p:strVal val="visible"/>
                                      </p:to>
                                    </p:set>
                                    <p:anim calcmode="lin" valueType="num">
                                      <p:cBhvr additive="base">
                                        <p:cTn id="44" dur="5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2" decel="20000" fill="hold" grpId="0" nodeType="clickEffect">
                                  <p:stCondLst>
                                    <p:cond delay="0"/>
                                  </p:stCondLst>
                                  <p:childTnLst>
                                    <p:set>
                                      <p:cBhvr>
                                        <p:cTn id="49" dur="1" fill="hold">
                                          <p:stCondLst>
                                            <p:cond delay="0"/>
                                          </p:stCondLst>
                                        </p:cTn>
                                        <p:tgtEl>
                                          <p:spTgt spid="23">
                                            <p:txEl>
                                              <p:pRg st="0" end="0"/>
                                            </p:txEl>
                                          </p:spTgt>
                                        </p:tgtEl>
                                        <p:attrNameLst>
                                          <p:attrName>style.visibility</p:attrName>
                                        </p:attrNameLst>
                                      </p:cBhvr>
                                      <p:to>
                                        <p:strVal val="visible"/>
                                      </p:to>
                                    </p:set>
                                    <p:anim calcmode="lin" valueType="num">
                                      <p:cBhvr additive="base">
                                        <p:cTn id="50"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23">
                                            <p:txEl>
                                              <p:pRg st="0" end="0"/>
                                            </p:txEl>
                                          </p:spTgt>
                                        </p:tgtEl>
                                        <p:attrNameLst>
                                          <p:attrName>ppt_y</p:attrName>
                                        </p:attrNameLst>
                                      </p:cBhvr>
                                      <p:tavLst>
                                        <p:tav tm="0">
                                          <p:val>
                                            <p:strVal val="#ppt_y"/>
                                          </p:val>
                                        </p:tav>
                                        <p:tav tm="100000">
                                          <p:val>
                                            <p:strVal val="#ppt_y"/>
                                          </p:val>
                                        </p:tav>
                                      </p:tavLst>
                                    </p:anim>
                                  </p:childTnLst>
                                </p:cTn>
                              </p:par>
                              <p:par>
                                <p:cTn id="52" presetID="2" presetClass="entr" presetSubtype="2" decel="20000" fill="hold" grpId="0" nodeType="withEffect">
                                  <p:stCondLst>
                                    <p:cond delay="0"/>
                                  </p:stCondLst>
                                  <p:childTnLst>
                                    <p:set>
                                      <p:cBhvr>
                                        <p:cTn id="53" dur="1" fill="hold">
                                          <p:stCondLst>
                                            <p:cond delay="0"/>
                                          </p:stCondLst>
                                        </p:cTn>
                                        <p:tgtEl>
                                          <p:spTgt spid="24">
                                            <p:txEl>
                                              <p:pRg st="0" end="0"/>
                                            </p:txEl>
                                          </p:spTgt>
                                        </p:tgtEl>
                                        <p:attrNameLst>
                                          <p:attrName>style.visibility</p:attrName>
                                        </p:attrNameLst>
                                      </p:cBhvr>
                                      <p:to>
                                        <p:strVal val="visible"/>
                                      </p:to>
                                    </p:set>
                                    <p:anim calcmode="lin" valueType="num">
                                      <p:cBhvr additive="base">
                                        <p:cTn id="54" dur="5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2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P spid="12" grpId="0" animBg="1"/>
      <p:bldP spid="12" grpId="1" animBg="1"/>
      <p:bldP spid="12" grpId="2" animBg="1"/>
      <p:bldP spid="13" grpId="0" animBg="1"/>
      <p:bldP spid="13" grpId="1" animBg="1"/>
      <p:bldP spid="13" grpId="2" animBg="1"/>
      <p:bldP spid="18" grpId="0" build="p">
        <p:tmplLst>
          <p:tmpl lvl="1">
            <p:tnLst>
              <p:par>
                <p:cTn presetID="2" presetClass="entr" presetSubtype="2" decel="20000" fill="hold" nodeType="click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 presetClass="entr" presetSubtype="2" decel="2000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build="p">
        <p:tmplLst>
          <p:tmpl lvl="1">
            <p:tnLst>
              <p:par>
                <p:cTn presetID="2" presetClass="entr" presetSubtype="2" decel="20000" fill="hold" nodeType="click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2" presetClass="entr" presetSubtype="2" decel="2000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build="p">
        <p:tmplLst>
          <p:tmpl lvl="1">
            <p:tnLst>
              <p:par>
                <p:cTn presetID="2" presetClass="entr" presetSubtype="2" decel="20000" fill="hold" nodeType="click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2" decel="2000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1+#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hree Icon - Horizontal - Teal 2">
    <p:spTree>
      <p:nvGrpSpPr>
        <p:cNvPr id="1" name=""/>
        <p:cNvGrpSpPr/>
        <p:nvPr/>
      </p:nvGrpSpPr>
      <p:grpSpPr>
        <a:xfrm>
          <a:off x="0" y="0"/>
          <a:ext cx="0" cy="0"/>
          <a:chOff x="0" y="0"/>
          <a:chExt cx="0" cy="0"/>
        </a:xfrm>
      </p:grpSpPr>
      <p:sp>
        <p:nvSpPr>
          <p:cNvPr id="10" name="BKG Rectangle">
            <a:extLst>
              <a:ext uri="{FF2B5EF4-FFF2-40B4-BE49-F238E27FC236}">
                <a16:creationId xmlns:a16="http://schemas.microsoft.com/office/drawing/2014/main" id="{EEE2E3E4-09C5-48F7-AA0C-61C0C3FD24C2}"/>
              </a:ext>
              <a:ext uri="{C183D7F6-B498-43B3-948B-1728B52AA6E4}">
                <adec:decorative xmlns:adec="http://schemas.microsoft.com/office/drawing/2017/decorative" val="1"/>
              </a:ext>
            </a:extLst>
          </p:cNvPr>
          <p:cNvSpPr/>
          <p:nvPr userDrawn="1"/>
        </p:nvSpPr>
        <p:spPr>
          <a:xfrm>
            <a:off x="-4" y="0"/>
            <a:ext cx="6094413" cy="6858000"/>
          </a:xfrm>
          <a:prstGeom prst="rect">
            <a:avLst/>
          </a:prstGeom>
          <a:solidFill>
            <a:schemeClr val="accent2">
              <a:lumMod val="75000"/>
              <a:alpha val="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Title 1">
            <a:extLst>
              <a:ext uri="{FF2B5EF4-FFF2-40B4-BE49-F238E27FC236}">
                <a16:creationId xmlns:a16="http://schemas.microsoft.com/office/drawing/2014/main" id="{30A5567E-F548-4720-B611-7850ADCA900C}"/>
              </a:ext>
            </a:extLst>
          </p:cNvPr>
          <p:cNvSpPr>
            <a:spLocks noGrp="1"/>
          </p:cNvSpPr>
          <p:nvPr>
            <p:ph type="title"/>
          </p:nvPr>
        </p:nvSpPr>
        <p:spPr>
          <a:xfrm>
            <a:off x="667444" y="2376306"/>
            <a:ext cx="3630903" cy="2105388"/>
          </a:xfrm>
        </p:spPr>
        <p:txBody>
          <a:bodyPr wrap="square" anchor="ctr"/>
          <a:lstStyle>
            <a:lvl1pPr>
              <a:defRPr sz="3600">
                <a:solidFill>
                  <a:schemeClr val="accent2">
                    <a:lumMod val="75000"/>
                  </a:schemeClr>
                </a:solidFill>
              </a:defRPr>
            </a:lvl1pPr>
          </a:lstStyle>
          <a:p>
            <a:r>
              <a:rPr lang="en-GB" dirty="0"/>
              <a:t>Click to edit Master title style</a:t>
            </a:r>
            <a:endParaRPr lang="en-US" dirty="0"/>
          </a:p>
        </p:txBody>
      </p:sp>
      <p:sp>
        <p:nvSpPr>
          <p:cNvPr id="11" name="!! Oval Top">
            <a:extLst>
              <a:ext uri="{FF2B5EF4-FFF2-40B4-BE49-F238E27FC236}">
                <a16:creationId xmlns:a16="http://schemas.microsoft.com/office/drawing/2014/main" id="{B95A82A4-D00E-4BAE-97E0-52FA7B87C0D9}"/>
              </a:ext>
              <a:ext uri="{C183D7F6-B498-43B3-948B-1728B52AA6E4}">
                <adec:decorative xmlns:adec="http://schemas.microsoft.com/office/drawing/2017/decorative" val="1"/>
              </a:ext>
            </a:extLst>
          </p:cNvPr>
          <p:cNvSpPr/>
          <p:nvPr userDrawn="1"/>
        </p:nvSpPr>
        <p:spPr>
          <a:xfrm>
            <a:off x="5432325" y="2719433"/>
            <a:ext cx="1324173" cy="1324169"/>
          </a:xfrm>
          <a:prstGeom prst="ellipse">
            <a:avLst/>
          </a:prstGeom>
          <a:solidFill>
            <a:schemeClr val="bg1"/>
          </a:solidFill>
          <a:ln w="25400" cap="flat" cmpd="sng" algn="ctr">
            <a:solidFill>
              <a:schemeClr val="accent2"/>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2" name="!! Oval Top">
            <a:extLst>
              <a:ext uri="{FF2B5EF4-FFF2-40B4-BE49-F238E27FC236}">
                <a16:creationId xmlns:a16="http://schemas.microsoft.com/office/drawing/2014/main" id="{332FAD7F-A532-4557-9487-947B2391D066}"/>
              </a:ext>
              <a:ext uri="{C183D7F6-B498-43B3-948B-1728B52AA6E4}">
                <adec:decorative xmlns:adec="http://schemas.microsoft.com/office/drawing/2017/decorative" val="1"/>
              </a:ext>
            </a:extLst>
          </p:cNvPr>
          <p:cNvSpPr/>
          <p:nvPr userDrawn="1"/>
        </p:nvSpPr>
        <p:spPr>
          <a:xfrm>
            <a:off x="5432324" y="4481694"/>
            <a:ext cx="1324173" cy="1324169"/>
          </a:xfrm>
          <a:prstGeom prst="ellipse">
            <a:avLst/>
          </a:prstGeom>
          <a:solidFill>
            <a:schemeClr val="bg1"/>
          </a:solidFill>
          <a:ln w="25400" cap="flat" cmpd="sng" algn="ctr">
            <a:solidFill>
              <a:schemeClr val="accent2"/>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3" name="!! Oval Top">
            <a:extLst>
              <a:ext uri="{FF2B5EF4-FFF2-40B4-BE49-F238E27FC236}">
                <a16:creationId xmlns:a16="http://schemas.microsoft.com/office/drawing/2014/main" id="{5095E217-E63E-4FE6-9C8D-FB447A5BD47D}"/>
              </a:ext>
              <a:ext uri="{C183D7F6-B498-43B3-948B-1728B52AA6E4}">
                <adec:decorative xmlns:adec="http://schemas.microsoft.com/office/drawing/2017/decorative" val="1"/>
              </a:ext>
            </a:extLst>
          </p:cNvPr>
          <p:cNvSpPr/>
          <p:nvPr userDrawn="1"/>
        </p:nvSpPr>
        <p:spPr>
          <a:xfrm>
            <a:off x="5432323" y="957172"/>
            <a:ext cx="1324173" cy="1324169"/>
          </a:xfrm>
          <a:prstGeom prst="ellipse">
            <a:avLst/>
          </a:prstGeom>
          <a:solidFill>
            <a:schemeClr val="bg1"/>
          </a:solidFill>
          <a:ln w="25400" cap="flat" cmpd="sng" algn="ctr">
            <a:solidFill>
              <a:schemeClr val="accent2"/>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8" name="Text Placeholder 17">
            <a:extLst>
              <a:ext uri="{FF2B5EF4-FFF2-40B4-BE49-F238E27FC236}">
                <a16:creationId xmlns:a16="http://schemas.microsoft.com/office/drawing/2014/main" id="{A8557501-25C3-4809-A7FA-8635CEF681FE}"/>
              </a:ext>
            </a:extLst>
          </p:cNvPr>
          <p:cNvSpPr>
            <a:spLocks noGrp="1"/>
          </p:cNvSpPr>
          <p:nvPr>
            <p:ph type="body" sz="quarter" idx="12" hasCustomPrompt="1"/>
          </p:nvPr>
        </p:nvSpPr>
        <p:spPr>
          <a:xfrm>
            <a:off x="7167433" y="2719433"/>
            <a:ext cx="4532442" cy="431800"/>
          </a:xfrm>
        </p:spPr>
        <p:txBody>
          <a:bodyPr/>
          <a:lstStyle>
            <a:lvl1pPr>
              <a:defRPr sz="2800">
                <a:solidFill>
                  <a:schemeClr val="accent2"/>
                </a:solidFill>
              </a:defRPr>
            </a:lvl1pPr>
            <a:lvl2pPr>
              <a:defRPr sz="2800"/>
            </a:lvl2pPr>
            <a:lvl3pPr>
              <a:defRPr sz="2800"/>
            </a:lvl3pPr>
            <a:lvl4pPr>
              <a:defRPr sz="2800"/>
            </a:lvl4pPr>
            <a:lvl5pPr>
              <a:defRPr sz="2800"/>
            </a:lvl5pPr>
          </a:lstStyle>
          <a:p>
            <a:pPr lvl="0"/>
            <a:r>
              <a:rPr lang="en-US" dirty="0"/>
              <a:t>Click to Edit</a:t>
            </a:r>
          </a:p>
        </p:txBody>
      </p:sp>
      <p:sp>
        <p:nvSpPr>
          <p:cNvPr id="20" name="Text Placeholder 19">
            <a:extLst>
              <a:ext uri="{FF2B5EF4-FFF2-40B4-BE49-F238E27FC236}">
                <a16:creationId xmlns:a16="http://schemas.microsoft.com/office/drawing/2014/main" id="{2A7333B4-78E3-4DDB-AF65-D0BD9DDB0B13}"/>
              </a:ext>
            </a:extLst>
          </p:cNvPr>
          <p:cNvSpPr>
            <a:spLocks noGrp="1"/>
          </p:cNvSpPr>
          <p:nvPr>
            <p:ph type="body" sz="quarter" idx="13"/>
          </p:nvPr>
        </p:nvSpPr>
        <p:spPr>
          <a:xfrm>
            <a:off x="7167433" y="3291127"/>
            <a:ext cx="4532442" cy="752475"/>
          </a:xfrm>
        </p:spPr>
        <p:txBody>
          <a:bodyPr/>
          <a:lstStyle>
            <a:lvl1pPr>
              <a:defRPr sz="1600"/>
            </a:lvl1pPr>
            <a:lvl2pPr marL="273050" indent="0">
              <a:buNone/>
              <a:defRPr/>
            </a:lvl2pPr>
          </a:lstStyle>
          <a:p>
            <a:pPr lvl="0"/>
            <a:r>
              <a:rPr lang="en-GB"/>
              <a:t>Click to edit Master text styles</a:t>
            </a:r>
          </a:p>
        </p:txBody>
      </p:sp>
      <p:sp>
        <p:nvSpPr>
          <p:cNvPr id="21" name="Text Placeholder 17">
            <a:extLst>
              <a:ext uri="{FF2B5EF4-FFF2-40B4-BE49-F238E27FC236}">
                <a16:creationId xmlns:a16="http://schemas.microsoft.com/office/drawing/2014/main" id="{3A04C10E-4C0A-4F1C-AF4B-9368D6EEE1D5}"/>
              </a:ext>
            </a:extLst>
          </p:cNvPr>
          <p:cNvSpPr>
            <a:spLocks noGrp="1"/>
          </p:cNvSpPr>
          <p:nvPr>
            <p:ph type="body" sz="quarter" idx="14" hasCustomPrompt="1"/>
          </p:nvPr>
        </p:nvSpPr>
        <p:spPr>
          <a:xfrm>
            <a:off x="7167433" y="962235"/>
            <a:ext cx="4532442" cy="431800"/>
          </a:xfrm>
        </p:spPr>
        <p:txBody>
          <a:bodyPr/>
          <a:lstStyle>
            <a:lvl1pPr>
              <a:defRPr sz="2800">
                <a:solidFill>
                  <a:schemeClr val="accent2"/>
                </a:solidFill>
              </a:defRPr>
            </a:lvl1pPr>
            <a:lvl2pPr>
              <a:defRPr sz="2800"/>
            </a:lvl2pPr>
            <a:lvl3pPr>
              <a:defRPr sz="2800"/>
            </a:lvl3pPr>
            <a:lvl4pPr>
              <a:defRPr sz="2800"/>
            </a:lvl4pPr>
            <a:lvl5pPr>
              <a:defRPr sz="2800"/>
            </a:lvl5pPr>
          </a:lstStyle>
          <a:p>
            <a:pPr lvl="0"/>
            <a:r>
              <a:rPr lang="en-US" dirty="0"/>
              <a:t>Click to Edit</a:t>
            </a:r>
          </a:p>
        </p:txBody>
      </p:sp>
      <p:sp>
        <p:nvSpPr>
          <p:cNvPr id="22" name="Text Placeholder 19">
            <a:extLst>
              <a:ext uri="{FF2B5EF4-FFF2-40B4-BE49-F238E27FC236}">
                <a16:creationId xmlns:a16="http://schemas.microsoft.com/office/drawing/2014/main" id="{DCD08270-3B84-4C0F-9D4B-B8C9B4451C98}"/>
              </a:ext>
            </a:extLst>
          </p:cNvPr>
          <p:cNvSpPr>
            <a:spLocks noGrp="1"/>
          </p:cNvSpPr>
          <p:nvPr>
            <p:ph type="body" sz="quarter" idx="15"/>
          </p:nvPr>
        </p:nvSpPr>
        <p:spPr>
          <a:xfrm>
            <a:off x="7167433" y="1533929"/>
            <a:ext cx="4532442" cy="752475"/>
          </a:xfrm>
        </p:spPr>
        <p:txBody>
          <a:bodyPr/>
          <a:lstStyle>
            <a:lvl1pPr>
              <a:defRPr sz="1600"/>
            </a:lvl1pPr>
            <a:lvl2pPr marL="273050" indent="0">
              <a:buNone/>
              <a:defRPr/>
            </a:lvl2pPr>
          </a:lstStyle>
          <a:p>
            <a:pPr lvl="0"/>
            <a:r>
              <a:rPr lang="en-GB"/>
              <a:t>Click to edit Master text styles</a:t>
            </a:r>
          </a:p>
        </p:txBody>
      </p:sp>
      <p:sp>
        <p:nvSpPr>
          <p:cNvPr id="23" name="Text Placeholder 17">
            <a:extLst>
              <a:ext uri="{FF2B5EF4-FFF2-40B4-BE49-F238E27FC236}">
                <a16:creationId xmlns:a16="http://schemas.microsoft.com/office/drawing/2014/main" id="{EF8022DB-38FA-4981-80AA-7A1F41B2303D}"/>
              </a:ext>
            </a:extLst>
          </p:cNvPr>
          <p:cNvSpPr>
            <a:spLocks noGrp="1"/>
          </p:cNvSpPr>
          <p:nvPr>
            <p:ph type="body" sz="quarter" idx="16" hasCustomPrompt="1"/>
          </p:nvPr>
        </p:nvSpPr>
        <p:spPr>
          <a:xfrm>
            <a:off x="7167433" y="4487077"/>
            <a:ext cx="4532442" cy="431800"/>
          </a:xfrm>
        </p:spPr>
        <p:txBody>
          <a:bodyPr/>
          <a:lstStyle>
            <a:lvl1pPr>
              <a:defRPr sz="2800">
                <a:solidFill>
                  <a:schemeClr val="accent2"/>
                </a:solidFill>
              </a:defRPr>
            </a:lvl1pPr>
            <a:lvl2pPr>
              <a:defRPr sz="2800"/>
            </a:lvl2pPr>
            <a:lvl3pPr>
              <a:defRPr sz="2800"/>
            </a:lvl3pPr>
            <a:lvl4pPr>
              <a:defRPr sz="2800"/>
            </a:lvl4pPr>
            <a:lvl5pPr>
              <a:defRPr sz="2800"/>
            </a:lvl5pPr>
          </a:lstStyle>
          <a:p>
            <a:pPr lvl="0"/>
            <a:r>
              <a:rPr lang="en-US" dirty="0"/>
              <a:t>Click to Edit</a:t>
            </a:r>
          </a:p>
        </p:txBody>
      </p:sp>
      <p:sp>
        <p:nvSpPr>
          <p:cNvPr id="24" name="Text Placeholder 19">
            <a:extLst>
              <a:ext uri="{FF2B5EF4-FFF2-40B4-BE49-F238E27FC236}">
                <a16:creationId xmlns:a16="http://schemas.microsoft.com/office/drawing/2014/main" id="{B6DC575F-9A95-44E0-9909-8EAD3FF0D8C6}"/>
              </a:ext>
            </a:extLst>
          </p:cNvPr>
          <p:cNvSpPr>
            <a:spLocks noGrp="1"/>
          </p:cNvSpPr>
          <p:nvPr>
            <p:ph type="body" sz="quarter" idx="17"/>
          </p:nvPr>
        </p:nvSpPr>
        <p:spPr>
          <a:xfrm>
            <a:off x="7167433" y="5058771"/>
            <a:ext cx="4532442" cy="752475"/>
          </a:xfrm>
        </p:spPr>
        <p:txBody>
          <a:bodyPr/>
          <a:lstStyle>
            <a:lvl1pPr>
              <a:defRPr sz="1600"/>
            </a:lvl1pPr>
            <a:lvl2pPr marL="273050" indent="0">
              <a:buNone/>
              <a:defRPr/>
            </a:lvl2pPr>
          </a:lstStyle>
          <a:p>
            <a:pPr lvl="0"/>
            <a:r>
              <a:rPr lang="en-GB"/>
              <a:t>Click to edit Master text styles</a:t>
            </a:r>
          </a:p>
        </p:txBody>
      </p:sp>
      <p:sp>
        <p:nvSpPr>
          <p:cNvPr id="35" name="page number">
            <a:extLst>
              <a:ext uri="{FF2B5EF4-FFF2-40B4-BE49-F238E27FC236}">
                <a16:creationId xmlns:a16="http://schemas.microsoft.com/office/drawing/2014/main" id="{91E9769B-8BED-31C2-BCC5-5ED788A8862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Arial" panose="020B0604020202020204" pitchFamily="34" charset="0"/>
            </a:endParaRPr>
          </a:p>
        </p:txBody>
      </p:sp>
      <p:sp>
        <p:nvSpPr>
          <p:cNvPr id="3" name="TextBox 2">
            <a:extLst>
              <a:ext uri="{FF2B5EF4-FFF2-40B4-BE49-F238E27FC236}">
                <a16:creationId xmlns:a16="http://schemas.microsoft.com/office/drawing/2014/main" id="{E5BD7664-B488-7E4F-4D3B-ABAB755733E7}"/>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5" name="Graphic 8">
            <a:extLst>
              <a:ext uri="{FF2B5EF4-FFF2-40B4-BE49-F238E27FC236}">
                <a16:creationId xmlns:a16="http://schemas.microsoft.com/office/drawing/2014/main" id="{D0F9EA36-BB70-5313-044B-80807DA9CCD3}"/>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C2685E30-24AA-7761-80C0-48E5848DA42B}"/>
                </a:ext>
              </a:extLst>
            </p:cNvPr>
            <p:cNvGrpSpPr/>
            <p:nvPr/>
          </p:nvGrpSpPr>
          <p:grpSpPr>
            <a:xfrm>
              <a:off x="745455" y="6594444"/>
              <a:ext cx="722662" cy="98475"/>
              <a:chOff x="745455" y="6594444"/>
              <a:chExt cx="722662" cy="98475"/>
            </a:xfrm>
            <a:solidFill>
              <a:srgbClr val="000000"/>
            </a:solidFill>
          </p:grpSpPr>
          <p:sp>
            <p:nvSpPr>
              <p:cNvPr id="25" name="Freeform 49">
                <a:extLst>
                  <a:ext uri="{FF2B5EF4-FFF2-40B4-BE49-F238E27FC236}">
                    <a16:creationId xmlns:a16="http://schemas.microsoft.com/office/drawing/2014/main" id="{E99FBFD3-FC96-695C-66D3-862CB40AC301}"/>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6" name="Freeform 50">
                <a:extLst>
                  <a:ext uri="{FF2B5EF4-FFF2-40B4-BE49-F238E27FC236}">
                    <a16:creationId xmlns:a16="http://schemas.microsoft.com/office/drawing/2014/main" id="{6CDEBF1C-4273-612B-EE4B-68FA2CD80F6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7" name="Freeform 51">
                <a:extLst>
                  <a:ext uri="{FF2B5EF4-FFF2-40B4-BE49-F238E27FC236}">
                    <a16:creationId xmlns:a16="http://schemas.microsoft.com/office/drawing/2014/main" id="{0AFBAC62-9E83-6584-B456-AD66A2F13638}"/>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8" name="Freeform 52">
                <a:extLst>
                  <a:ext uri="{FF2B5EF4-FFF2-40B4-BE49-F238E27FC236}">
                    <a16:creationId xmlns:a16="http://schemas.microsoft.com/office/drawing/2014/main" id="{7AE67FF2-752E-D8BD-6B17-68A624B2764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9" name="Freeform 53">
                <a:extLst>
                  <a:ext uri="{FF2B5EF4-FFF2-40B4-BE49-F238E27FC236}">
                    <a16:creationId xmlns:a16="http://schemas.microsoft.com/office/drawing/2014/main" id="{F274C2D8-E9AD-F8CF-758D-E76DE4236FF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0" name="Freeform 54">
                <a:extLst>
                  <a:ext uri="{FF2B5EF4-FFF2-40B4-BE49-F238E27FC236}">
                    <a16:creationId xmlns:a16="http://schemas.microsoft.com/office/drawing/2014/main" id="{8D25EEE2-4428-09D0-2C2E-A4671B9BE44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31" name="Freeform 55">
                <a:extLst>
                  <a:ext uri="{FF2B5EF4-FFF2-40B4-BE49-F238E27FC236}">
                    <a16:creationId xmlns:a16="http://schemas.microsoft.com/office/drawing/2014/main" id="{F812BB8E-233F-3979-A51B-8634E7DB54C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2" name="Freeform 56">
                <a:extLst>
                  <a:ext uri="{FF2B5EF4-FFF2-40B4-BE49-F238E27FC236}">
                    <a16:creationId xmlns:a16="http://schemas.microsoft.com/office/drawing/2014/main" id="{AAA3E88A-2807-2D3B-8F46-54C67622DCB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3" name="Freeform 57">
                <a:extLst>
                  <a:ext uri="{FF2B5EF4-FFF2-40B4-BE49-F238E27FC236}">
                    <a16:creationId xmlns:a16="http://schemas.microsoft.com/office/drawing/2014/main" id="{04F62A2C-C883-D52B-C7F2-32F5EF8E781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4" name="Freeform 58">
                <a:extLst>
                  <a:ext uri="{FF2B5EF4-FFF2-40B4-BE49-F238E27FC236}">
                    <a16:creationId xmlns:a16="http://schemas.microsoft.com/office/drawing/2014/main" id="{D399ED2E-7F86-EDD9-F686-2BD5A307732C}"/>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7" name="Graphic 8">
              <a:extLst>
                <a:ext uri="{FF2B5EF4-FFF2-40B4-BE49-F238E27FC236}">
                  <a16:creationId xmlns:a16="http://schemas.microsoft.com/office/drawing/2014/main" id="{965D35B2-5C93-A6A0-129B-3451010F0999}"/>
                </a:ext>
              </a:extLst>
            </p:cNvPr>
            <p:cNvGrpSpPr/>
            <p:nvPr/>
          </p:nvGrpSpPr>
          <p:grpSpPr>
            <a:xfrm>
              <a:off x="265625" y="6323271"/>
              <a:ext cx="1249223" cy="190348"/>
              <a:chOff x="265625" y="6323271"/>
              <a:chExt cx="1249223" cy="190348"/>
            </a:xfrm>
            <a:solidFill>
              <a:srgbClr val="000000"/>
            </a:solidFill>
          </p:grpSpPr>
          <p:sp>
            <p:nvSpPr>
              <p:cNvPr id="8" name="Freeform 60">
                <a:extLst>
                  <a:ext uri="{FF2B5EF4-FFF2-40B4-BE49-F238E27FC236}">
                    <a16:creationId xmlns:a16="http://schemas.microsoft.com/office/drawing/2014/main" id="{E0FFA6EF-56B4-D322-134D-C0560EC0235D}"/>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9" name="Freeform 61">
                <a:extLst>
                  <a:ext uri="{FF2B5EF4-FFF2-40B4-BE49-F238E27FC236}">
                    <a16:creationId xmlns:a16="http://schemas.microsoft.com/office/drawing/2014/main" id="{5E208487-B1C7-8686-5965-DD8E1AF8ABB5}"/>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40722565-B854-AEC2-6FDD-4F8379CDFC6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AD2CAD7B-FFD3-87BD-81A9-89308D8D353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2E1E1374-E627-8B13-838C-C8E843CA72B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3D1EB2FF-6096-0636-BB9E-03CEF2B07E8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9" name="Freeform 66">
                <a:extLst>
                  <a:ext uri="{FF2B5EF4-FFF2-40B4-BE49-F238E27FC236}">
                    <a16:creationId xmlns:a16="http://schemas.microsoft.com/office/drawing/2014/main" id="{A9F2620B-E7EA-2199-0614-41C3DC49F39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4" name="TextBox 3">
            <a:extLst>
              <a:ext uri="{FF2B5EF4-FFF2-40B4-BE49-F238E27FC236}">
                <a16:creationId xmlns:a16="http://schemas.microsoft.com/office/drawing/2014/main" id="{D509BAC9-1014-CADB-5852-96D2DBA9D8F9}"/>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846851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750"/>
                                        <p:tgtEl>
                                          <p:spTgt spid="13"/>
                                        </p:tgtEl>
                                      </p:cBhvr>
                                    </p:animEffect>
                                  </p:childTnLst>
                                </p:cTn>
                              </p:par>
                              <p:par>
                                <p:cTn id="8" presetID="6" presetClass="emph" presetSubtype="0" fill="hold" grpId="1" nodeType="withEffect">
                                  <p:stCondLst>
                                    <p:cond delay="0"/>
                                  </p:stCondLst>
                                  <p:childTnLst>
                                    <p:animScale>
                                      <p:cBhvr>
                                        <p:cTn id="9" dur="10" fill="hold"/>
                                        <p:tgtEl>
                                          <p:spTgt spid="13"/>
                                        </p:tgtEl>
                                      </p:cBhvr>
                                      <p:by x="1000" y="1000"/>
                                    </p:animScale>
                                  </p:childTnLst>
                                </p:cTn>
                              </p:par>
                              <p:par>
                                <p:cTn id="10" presetID="6" presetClass="emph" presetSubtype="0" accel="33333" decel="66667" fill="hold" grpId="2" nodeType="withEffect">
                                  <p:stCondLst>
                                    <p:cond delay="0"/>
                                  </p:stCondLst>
                                  <p:childTnLst>
                                    <p:animScale>
                                      <p:cBhvr>
                                        <p:cTn id="11" dur="750" fill="hold"/>
                                        <p:tgtEl>
                                          <p:spTgt spid="13"/>
                                        </p:tgtEl>
                                      </p:cBhvr>
                                      <p:by x="9999000" y="9999000"/>
                                    </p:animScale>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750"/>
                                        <p:tgtEl>
                                          <p:spTgt spid="11"/>
                                        </p:tgtEl>
                                      </p:cBhvr>
                                    </p:animEffect>
                                  </p:childTnLst>
                                </p:cTn>
                              </p:par>
                              <p:par>
                                <p:cTn id="15" presetID="6" presetClass="emph" presetSubtype="0" fill="hold" grpId="1" nodeType="withEffect">
                                  <p:stCondLst>
                                    <p:cond delay="0"/>
                                  </p:stCondLst>
                                  <p:childTnLst>
                                    <p:animScale>
                                      <p:cBhvr>
                                        <p:cTn id="16" dur="10" fill="hold"/>
                                        <p:tgtEl>
                                          <p:spTgt spid="11"/>
                                        </p:tgtEl>
                                      </p:cBhvr>
                                      <p:by x="1000" y="1000"/>
                                    </p:animScale>
                                  </p:childTnLst>
                                </p:cTn>
                              </p:par>
                              <p:par>
                                <p:cTn id="17" presetID="6" presetClass="emph" presetSubtype="0" accel="33333" decel="66667" fill="hold" grpId="2" nodeType="withEffect">
                                  <p:stCondLst>
                                    <p:cond delay="0"/>
                                  </p:stCondLst>
                                  <p:childTnLst>
                                    <p:animScale>
                                      <p:cBhvr>
                                        <p:cTn id="18" dur="750" fill="hold"/>
                                        <p:tgtEl>
                                          <p:spTgt spid="11"/>
                                        </p:tgtEl>
                                      </p:cBhvr>
                                      <p:by x="9999000" y="9999000"/>
                                    </p:animScale>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50"/>
                                        <p:tgtEl>
                                          <p:spTgt spid="12"/>
                                        </p:tgtEl>
                                      </p:cBhvr>
                                    </p:animEffect>
                                  </p:childTnLst>
                                </p:cTn>
                              </p:par>
                              <p:par>
                                <p:cTn id="22" presetID="6" presetClass="emph" presetSubtype="0" fill="hold" grpId="1" nodeType="withEffect">
                                  <p:stCondLst>
                                    <p:cond delay="0"/>
                                  </p:stCondLst>
                                  <p:childTnLst>
                                    <p:animScale>
                                      <p:cBhvr>
                                        <p:cTn id="23" dur="10" fill="hold"/>
                                        <p:tgtEl>
                                          <p:spTgt spid="12"/>
                                        </p:tgtEl>
                                      </p:cBhvr>
                                      <p:by x="1000" y="1000"/>
                                    </p:animScale>
                                  </p:childTnLst>
                                </p:cTn>
                              </p:par>
                              <p:par>
                                <p:cTn id="24" presetID="6" presetClass="emph" presetSubtype="0" accel="33333" decel="66667" fill="hold" grpId="2" nodeType="withEffect">
                                  <p:stCondLst>
                                    <p:cond delay="0"/>
                                  </p:stCondLst>
                                  <p:childTnLst>
                                    <p:animScale>
                                      <p:cBhvr>
                                        <p:cTn id="25" dur="750" fill="hold"/>
                                        <p:tgtEl>
                                          <p:spTgt spid="12"/>
                                        </p:tgtEl>
                                      </p:cBhvr>
                                      <p:by x="9999000" y="9999000"/>
                                    </p:animScale>
                                  </p:childTnLst>
                                </p:cTn>
                              </p:par>
                            </p:childTnLst>
                          </p:cTn>
                        </p:par>
                      </p:childTnLst>
                    </p:cTn>
                  </p:par>
                  <p:par>
                    <p:cTn id="26" fill="hold">
                      <p:stCondLst>
                        <p:cond delay="indefinite"/>
                      </p:stCondLst>
                      <p:childTnLst>
                        <p:par>
                          <p:cTn id="27" fill="hold">
                            <p:stCondLst>
                              <p:cond delay="0"/>
                            </p:stCondLst>
                            <p:childTnLst>
                              <p:par>
                                <p:cTn id="28" presetID="2" presetClass="entr" presetSubtype="2" decel="20000" fill="hold" grpId="0" nodeType="clickEffect">
                                  <p:stCondLst>
                                    <p:cond delay="0"/>
                                  </p:stCondLst>
                                  <p:childTnLst>
                                    <p:set>
                                      <p:cBhvr>
                                        <p:cTn id="29" dur="1" fill="hold">
                                          <p:stCondLst>
                                            <p:cond delay="0"/>
                                          </p:stCondLst>
                                        </p:cTn>
                                        <p:tgtEl>
                                          <p:spTgt spid="21">
                                            <p:txEl>
                                              <p:pRg st="0" end="0"/>
                                            </p:txEl>
                                          </p:spTgt>
                                        </p:tgtEl>
                                        <p:attrNameLst>
                                          <p:attrName>style.visibility</p:attrName>
                                        </p:attrNameLst>
                                      </p:cBhvr>
                                      <p:to>
                                        <p:strVal val="visible"/>
                                      </p:to>
                                    </p:set>
                                    <p:anim calcmode="lin" valueType="num">
                                      <p:cBhvr additive="base">
                                        <p:cTn id="30"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21">
                                            <p:txEl>
                                              <p:pRg st="0" end="0"/>
                                            </p:txEl>
                                          </p:spTgt>
                                        </p:tgtEl>
                                        <p:attrNameLst>
                                          <p:attrName>ppt_y</p:attrName>
                                        </p:attrNameLst>
                                      </p:cBhvr>
                                      <p:tavLst>
                                        <p:tav tm="0">
                                          <p:val>
                                            <p:strVal val="#ppt_y"/>
                                          </p:val>
                                        </p:tav>
                                        <p:tav tm="100000">
                                          <p:val>
                                            <p:strVal val="#ppt_y"/>
                                          </p:val>
                                        </p:tav>
                                      </p:tavLst>
                                    </p:anim>
                                  </p:childTnLst>
                                </p:cTn>
                              </p:par>
                              <p:par>
                                <p:cTn id="32" presetID="2" presetClass="entr" presetSubtype="2" decel="20000" fill="hold" grpId="0" nodeType="withEffect">
                                  <p:stCondLst>
                                    <p:cond delay="0"/>
                                  </p:stCondLst>
                                  <p:childTnLst>
                                    <p:set>
                                      <p:cBhvr>
                                        <p:cTn id="33" dur="1" fill="hold">
                                          <p:stCondLst>
                                            <p:cond delay="0"/>
                                          </p:stCondLst>
                                        </p:cTn>
                                        <p:tgtEl>
                                          <p:spTgt spid="22">
                                            <p:txEl>
                                              <p:pRg st="0" end="0"/>
                                            </p:txEl>
                                          </p:spTgt>
                                        </p:tgtEl>
                                        <p:attrNameLst>
                                          <p:attrName>style.visibility</p:attrName>
                                        </p:attrNameLst>
                                      </p:cBhvr>
                                      <p:to>
                                        <p:strVal val="visible"/>
                                      </p:to>
                                    </p:set>
                                    <p:anim calcmode="lin" valueType="num">
                                      <p:cBhvr additive="base">
                                        <p:cTn id="34"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decel="20000" fill="hold" grpId="0" nodeType="clickEffect">
                                  <p:stCondLst>
                                    <p:cond delay="0"/>
                                  </p:stCondLst>
                                  <p:childTnLst>
                                    <p:set>
                                      <p:cBhvr>
                                        <p:cTn id="39" dur="1" fill="hold">
                                          <p:stCondLst>
                                            <p:cond delay="0"/>
                                          </p:stCondLst>
                                        </p:cTn>
                                        <p:tgtEl>
                                          <p:spTgt spid="18">
                                            <p:txEl>
                                              <p:pRg st="0" end="0"/>
                                            </p:txEl>
                                          </p:spTgt>
                                        </p:tgtEl>
                                        <p:attrNameLst>
                                          <p:attrName>style.visibility</p:attrName>
                                        </p:attrNameLst>
                                      </p:cBhvr>
                                      <p:to>
                                        <p:strVal val="visible"/>
                                      </p:to>
                                    </p:set>
                                    <p:anim calcmode="lin" valueType="num">
                                      <p:cBhvr additive="base">
                                        <p:cTn id="40"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18">
                                            <p:txEl>
                                              <p:pRg st="0" end="0"/>
                                            </p:txEl>
                                          </p:spTgt>
                                        </p:tgtEl>
                                        <p:attrNameLst>
                                          <p:attrName>ppt_y</p:attrName>
                                        </p:attrNameLst>
                                      </p:cBhvr>
                                      <p:tavLst>
                                        <p:tav tm="0">
                                          <p:val>
                                            <p:strVal val="#ppt_y"/>
                                          </p:val>
                                        </p:tav>
                                        <p:tav tm="100000">
                                          <p:val>
                                            <p:strVal val="#ppt_y"/>
                                          </p:val>
                                        </p:tav>
                                      </p:tavLst>
                                    </p:anim>
                                  </p:childTnLst>
                                </p:cTn>
                              </p:par>
                              <p:par>
                                <p:cTn id="42" presetID="2" presetClass="entr" presetSubtype="2" decel="20000" fill="hold" grpId="0" nodeType="withEffect">
                                  <p:stCondLst>
                                    <p:cond delay="0"/>
                                  </p:stCondLst>
                                  <p:childTnLst>
                                    <p:set>
                                      <p:cBhvr>
                                        <p:cTn id="43" dur="1" fill="hold">
                                          <p:stCondLst>
                                            <p:cond delay="0"/>
                                          </p:stCondLst>
                                        </p:cTn>
                                        <p:tgtEl>
                                          <p:spTgt spid="20">
                                            <p:txEl>
                                              <p:pRg st="0" end="0"/>
                                            </p:txEl>
                                          </p:spTgt>
                                        </p:tgtEl>
                                        <p:attrNameLst>
                                          <p:attrName>style.visibility</p:attrName>
                                        </p:attrNameLst>
                                      </p:cBhvr>
                                      <p:to>
                                        <p:strVal val="visible"/>
                                      </p:to>
                                    </p:set>
                                    <p:anim calcmode="lin" valueType="num">
                                      <p:cBhvr additive="base">
                                        <p:cTn id="44" dur="5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2" decel="20000" fill="hold" grpId="0" nodeType="clickEffect">
                                  <p:stCondLst>
                                    <p:cond delay="0"/>
                                  </p:stCondLst>
                                  <p:childTnLst>
                                    <p:set>
                                      <p:cBhvr>
                                        <p:cTn id="49" dur="1" fill="hold">
                                          <p:stCondLst>
                                            <p:cond delay="0"/>
                                          </p:stCondLst>
                                        </p:cTn>
                                        <p:tgtEl>
                                          <p:spTgt spid="23">
                                            <p:txEl>
                                              <p:pRg st="0" end="0"/>
                                            </p:txEl>
                                          </p:spTgt>
                                        </p:tgtEl>
                                        <p:attrNameLst>
                                          <p:attrName>style.visibility</p:attrName>
                                        </p:attrNameLst>
                                      </p:cBhvr>
                                      <p:to>
                                        <p:strVal val="visible"/>
                                      </p:to>
                                    </p:set>
                                    <p:anim calcmode="lin" valueType="num">
                                      <p:cBhvr additive="base">
                                        <p:cTn id="50"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23">
                                            <p:txEl>
                                              <p:pRg st="0" end="0"/>
                                            </p:txEl>
                                          </p:spTgt>
                                        </p:tgtEl>
                                        <p:attrNameLst>
                                          <p:attrName>ppt_y</p:attrName>
                                        </p:attrNameLst>
                                      </p:cBhvr>
                                      <p:tavLst>
                                        <p:tav tm="0">
                                          <p:val>
                                            <p:strVal val="#ppt_y"/>
                                          </p:val>
                                        </p:tav>
                                        <p:tav tm="100000">
                                          <p:val>
                                            <p:strVal val="#ppt_y"/>
                                          </p:val>
                                        </p:tav>
                                      </p:tavLst>
                                    </p:anim>
                                  </p:childTnLst>
                                </p:cTn>
                              </p:par>
                              <p:par>
                                <p:cTn id="52" presetID="2" presetClass="entr" presetSubtype="2" decel="20000" fill="hold" grpId="0" nodeType="withEffect">
                                  <p:stCondLst>
                                    <p:cond delay="0"/>
                                  </p:stCondLst>
                                  <p:childTnLst>
                                    <p:set>
                                      <p:cBhvr>
                                        <p:cTn id="53" dur="1" fill="hold">
                                          <p:stCondLst>
                                            <p:cond delay="0"/>
                                          </p:stCondLst>
                                        </p:cTn>
                                        <p:tgtEl>
                                          <p:spTgt spid="24">
                                            <p:txEl>
                                              <p:pRg st="0" end="0"/>
                                            </p:txEl>
                                          </p:spTgt>
                                        </p:tgtEl>
                                        <p:attrNameLst>
                                          <p:attrName>style.visibility</p:attrName>
                                        </p:attrNameLst>
                                      </p:cBhvr>
                                      <p:to>
                                        <p:strVal val="visible"/>
                                      </p:to>
                                    </p:set>
                                    <p:anim calcmode="lin" valueType="num">
                                      <p:cBhvr additive="base">
                                        <p:cTn id="54" dur="5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2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P spid="12" grpId="0" animBg="1"/>
      <p:bldP spid="12" grpId="1" animBg="1"/>
      <p:bldP spid="12" grpId="2" animBg="1"/>
      <p:bldP spid="13" grpId="0" animBg="1"/>
      <p:bldP spid="13" grpId="1" animBg="1"/>
      <p:bldP spid="13" grpId="2" animBg="1"/>
      <p:bldP spid="18" grpId="0" build="p">
        <p:tmplLst>
          <p:tmpl lvl="1">
            <p:tnLst>
              <p:par>
                <p:cTn presetID="2" presetClass="entr" presetSubtype="2" decel="20000" fill="hold" nodeType="click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 presetClass="entr" presetSubtype="2" decel="2000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build="p">
        <p:tmplLst>
          <p:tmpl lvl="1">
            <p:tnLst>
              <p:par>
                <p:cTn presetID="2" presetClass="entr" presetSubtype="2" decel="20000" fill="hold" nodeType="click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2" presetClass="entr" presetSubtype="2" decel="2000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build="p">
        <p:tmplLst>
          <p:tmpl lvl="1">
            <p:tnLst>
              <p:par>
                <p:cTn presetID="2" presetClass="entr" presetSubtype="2" decel="20000" fill="hold" nodeType="click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2" decel="2000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1+#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hree Icon - Horizontal - Green">
    <p:spTree>
      <p:nvGrpSpPr>
        <p:cNvPr id="1" name=""/>
        <p:cNvGrpSpPr/>
        <p:nvPr/>
      </p:nvGrpSpPr>
      <p:grpSpPr>
        <a:xfrm>
          <a:off x="0" y="0"/>
          <a:ext cx="0" cy="0"/>
          <a:chOff x="0" y="0"/>
          <a:chExt cx="0" cy="0"/>
        </a:xfrm>
      </p:grpSpPr>
      <p:sp>
        <p:nvSpPr>
          <p:cNvPr id="10" name="BKG Rectangle">
            <a:extLst>
              <a:ext uri="{FF2B5EF4-FFF2-40B4-BE49-F238E27FC236}">
                <a16:creationId xmlns:a16="http://schemas.microsoft.com/office/drawing/2014/main" id="{EEE2E3E4-09C5-48F7-AA0C-61C0C3FD24C2}"/>
              </a:ext>
              <a:ext uri="{C183D7F6-B498-43B3-948B-1728B52AA6E4}">
                <adec:decorative xmlns:adec="http://schemas.microsoft.com/office/drawing/2017/decorative" val="1"/>
              </a:ext>
            </a:extLst>
          </p:cNvPr>
          <p:cNvSpPr/>
          <p:nvPr userDrawn="1"/>
        </p:nvSpPr>
        <p:spPr>
          <a:xfrm>
            <a:off x="-4" y="0"/>
            <a:ext cx="6094413" cy="6858000"/>
          </a:xfrm>
          <a:prstGeom prst="rect">
            <a:avLst/>
          </a:prstGeom>
          <a:solidFill>
            <a:schemeClr val="accent1">
              <a:alpha val="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 name="Title 1">
            <a:extLst>
              <a:ext uri="{FF2B5EF4-FFF2-40B4-BE49-F238E27FC236}">
                <a16:creationId xmlns:a16="http://schemas.microsoft.com/office/drawing/2014/main" id="{30A5567E-F548-4720-B611-7850ADCA900C}"/>
              </a:ext>
            </a:extLst>
          </p:cNvPr>
          <p:cNvSpPr>
            <a:spLocks noGrp="1"/>
          </p:cNvSpPr>
          <p:nvPr>
            <p:ph type="title"/>
          </p:nvPr>
        </p:nvSpPr>
        <p:spPr>
          <a:xfrm>
            <a:off x="667444" y="2376306"/>
            <a:ext cx="3630903" cy="2105388"/>
          </a:xfrm>
        </p:spPr>
        <p:txBody>
          <a:bodyPr wrap="square" anchor="ctr"/>
          <a:lstStyle>
            <a:lvl1pPr>
              <a:defRPr sz="3600">
                <a:solidFill>
                  <a:schemeClr val="accent2">
                    <a:lumMod val="75000"/>
                  </a:schemeClr>
                </a:solidFill>
              </a:defRPr>
            </a:lvl1pPr>
          </a:lstStyle>
          <a:p>
            <a:r>
              <a:rPr lang="en-GB" dirty="0"/>
              <a:t>Click to edit Master title style</a:t>
            </a:r>
            <a:endParaRPr lang="en-US" dirty="0"/>
          </a:p>
        </p:txBody>
      </p:sp>
      <p:sp>
        <p:nvSpPr>
          <p:cNvPr id="11" name="!! Oval Top">
            <a:extLst>
              <a:ext uri="{FF2B5EF4-FFF2-40B4-BE49-F238E27FC236}">
                <a16:creationId xmlns:a16="http://schemas.microsoft.com/office/drawing/2014/main" id="{B95A82A4-D00E-4BAE-97E0-52FA7B87C0D9}"/>
              </a:ext>
              <a:ext uri="{C183D7F6-B498-43B3-948B-1728B52AA6E4}">
                <adec:decorative xmlns:adec="http://schemas.microsoft.com/office/drawing/2017/decorative" val="1"/>
              </a:ext>
            </a:extLst>
          </p:cNvPr>
          <p:cNvSpPr/>
          <p:nvPr userDrawn="1"/>
        </p:nvSpPr>
        <p:spPr>
          <a:xfrm>
            <a:off x="5432325" y="2719433"/>
            <a:ext cx="1324173" cy="1324169"/>
          </a:xfrm>
          <a:prstGeom prst="ellipse">
            <a:avLst/>
          </a:prstGeom>
          <a:solidFill>
            <a:schemeClr val="bg1"/>
          </a:solidFill>
          <a:ln w="25400" cap="flat" cmpd="sng" algn="ctr">
            <a:solidFill>
              <a:schemeClr val="accent1"/>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2" name="!! Oval Top">
            <a:extLst>
              <a:ext uri="{FF2B5EF4-FFF2-40B4-BE49-F238E27FC236}">
                <a16:creationId xmlns:a16="http://schemas.microsoft.com/office/drawing/2014/main" id="{332FAD7F-A532-4557-9487-947B2391D066}"/>
              </a:ext>
              <a:ext uri="{C183D7F6-B498-43B3-948B-1728B52AA6E4}">
                <adec:decorative xmlns:adec="http://schemas.microsoft.com/office/drawing/2017/decorative" val="1"/>
              </a:ext>
            </a:extLst>
          </p:cNvPr>
          <p:cNvSpPr/>
          <p:nvPr userDrawn="1"/>
        </p:nvSpPr>
        <p:spPr>
          <a:xfrm>
            <a:off x="5432324" y="4481694"/>
            <a:ext cx="1324173" cy="1324169"/>
          </a:xfrm>
          <a:prstGeom prst="ellipse">
            <a:avLst/>
          </a:prstGeom>
          <a:solidFill>
            <a:schemeClr val="bg1"/>
          </a:solidFill>
          <a:ln w="25400" cap="flat" cmpd="sng" algn="ctr">
            <a:solidFill>
              <a:schemeClr val="accent1"/>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3" name="!! Oval Top">
            <a:extLst>
              <a:ext uri="{FF2B5EF4-FFF2-40B4-BE49-F238E27FC236}">
                <a16:creationId xmlns:a16="http://schemas.microsoft.com/office/drawing/2014/main" id="{5095E217-E63E-4FE6-9C8D-FB447A5BD47D}"/>
              </a:ext>
              <a:ext uri="{C183D7F6-B498-43B3-948B-1728B52AA6E4}">
                <adec:decorative xmlns:adec="http://schemas.microsoft.com/office/drawing/2017/decorative" val="1"/>
              </a:ext>
            </a:extLst>
          </p:cNvPr>
          <p:cNvSpPr/>
          <p:nvPr userDrawn="1"/>
        </p:nvSpPr>
        <p:spPr>
          <a:xfrm>
            <a:off x="5432323" y="957172"/>
            <a:ext cx="1324173" cy="1324169"/>
          </a:xfrm>
          <a:prstGeom prst="ellipse">
            <a:avLst/>
          </a:prstGeom>
          <a:solidFill>
            <a:schemeClr val="bg1"/>
          </a:solidFill>
          <a:ln w="25400" cap="flat" cmpd="sng" algn="ctr">
            <a:solidFill>
              <a:schemeClr val="accent1"/>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8" name="Text Placeholder 17">
            <a:extLst>
              <a:ext uri="{FF2B5EF4-FFF2-40B4-BE49-F238E27FC236}">
                <a16:creationId xmlns:a16="http://schemas.microsoft.com/office/drawing/2014/main" id="{A8557501-25C3-4809-A7FA-8635CEF681FE}"/>
              </a:ext>
            </a:extLst>
          </p:cNvPr>
          <p:cNvSpPr>
            <a:spLocks noGrp="1"/>
          </p:cNvSpPr>
          <p:nvPr>
            <p:ph type="body" sz="quarter" idx="12" hasCustomPrompt="1"/>
          </p:nvPr>
        </p:nvSpPr>
        <p:spPr>
          <a:xfrm>
            <a:off x="7167433" y="2719433"/>
            <a:ext cx="4532442" cy="431800"/>
          </a:xfrm>
        </p:spPr>
        <p:txBody>
          <a:bodyPr/>
          <a:lstStyle>
            <a:lvl1pPr>
              <a:defRPr sz="2800">
                <a:solidFill>
                  <a:schemeClr val="accent1"/>
                </a:solidFill>
              </a:defRPr>
            </a:lvl1pPr>
            <a:lvl2pPr>
              <a:defRPr sz="2800"/>
            </a:lvl2pPr>
            <a:lvl3pPr>
              <a:defRPr sz="2800"/>
            </a:lvl3pPr>
            <a:lvl4pPr>
              <a:defRPr sz="2800"/>
            </a:lvl4pPr>
            <a:lvl5pPr>
              <a:defRPr sz="2800"/>
            </a:lvl5pPr>
          </a:lstStyle>
          <a:p>
            <a:pPr lvl="0"/>
            <a:r>
              <a:rPr lang="en-US" dirty="0"/>
              <a:t>Click to Edit</a:t>
            </a:r>
          </a:p>
        </p:txBody>
      </p:sp>
      <p:sp>
        <p:nvSpPr>
          <p:cNvPr id="20" name="Text Placeholder 19">
            <a:extLst>
              <a:ext uri="{FF2B5EF4-FFF2-40B4-BE49-F238E27FC236}">
                <a16:creationId xmlns:a16="http://schemas.microsoft.com/office/drawing/2014/main" id="{2A7333B4-78E3-4DDB-AF65-D0BD9DDB0B13}"/>
              </a:ext>
            </a:extLst>
          </p:cNvPr>
          <p:cNvSpPr>
            <a:spLocks noGrp="1"/>
          </p:cNvSpPr>
          <p:nvPr>
            <p:ph type="body" sz="quarter" idx="13"/>
          </p:nvPr>
        </p:nvSpPr>
        <p:spPr>
          <a:xfrm>
            <a:off x="7167433" y="3291127"/>
            <a:ext cx="4532442" cy="752475"/>
          </a:xfrm>
        </p:spPr>
        <p:txBody>
          <a:bodyPr/>
          <a:lstStyle>
            <a:lvl1pPr>
              <a:defRPr sz="1600"/>
            </a:lvl1pPr>
            <a:lvl2pPr marL="273050" indent="0">
              <a:buNone/>
              <a:defRPr/>
            </a:lvl2pPr>
          </a:lstStyle>
          <a:p>
            <a:pPr lvl="0"/>
            <a:r>
              <a:rPr lang="en-GB"/>
              <a:t>Click to edit Master text styles</a:t>
            </a:r>
          </a:p>
        </p:txBody>
      </p:sp>
      <p:sp>
        <p:nvSpPr>
          <p:cNvPr id="21" name="Text Placeholder 17">
            <a:extLst>
              <a:ext uri="{FF2B5EF4-FFF2-40B4-BE49-F238E27FC236}">
                <a16:creationId xmlns:a16="http://schemas.microsoft.com/office/drawing/2014/main" id="{3A04C10E-4C0A-4F1C-AF4B-9368D6EEE1D5}"/>
              </a:ext>
            </a:extLst>
          </p:cNvPr>
          <p:cNvSpPr>
            <a:spLocks noGrp="1"/>
          </p:cNvSpPr>
          <p:nvPr>
            <p:ph type="body" sz="quarter" idx="14" hasCustomPrompt="1"/>
          </p:nvPr>
        </p:nvSpPr>
        <p:spPr>
          <a:xfrm>
            <a:off x="7167433" y="962235"/>
            <a:ext cx="4532442" cy="431800"/>
          </a:xfrm>
        </p:spPr>
        <p:txBody>
          <a:bodyPr/>
          <a:lstStyle>
            <a:lvl1pPr>
              <a:defRPr sz="2800">
                <a:solidFill>
                  <a:schemeClr val="accent1"/>
                </a:solidFill>
              </a:defRPr>
            </a:lvl1pPr>
            <a:lvl2pPr>
              <a:defRPr sz="2800"/>
            </a:lvl2pPr>
            <a:lvl3pPr>
              <a:defRPr sz="2800"/>
            </a:lvl3pPr>
            <a:lvl4pPr>
              <a:defRPr sz="2800"/>
            </a:lvl4pPr>
            <a:lvl5pPr>
              <a:defRPr sz="2800"/>
            </a:lvl5pPr>
          </a:lstStyle>
          <a:p>
            <a:pPr lvl="0"/>
            <a:r>
              <a:rPr lang="en-US" dirty="0"/>
              <a:t>Click to Edit</a:t>
            </a:r>
          </a:p>
        </p:txBody>
      </p:sp>
      <p:sp>
        <p:nvSpPr>
          <p:cNvPr id="22" name="Text Placeholder 19">
            <a:extLst>
              <a:ext uri="{FF2B5EF4-FFF2-40B4-BE49-F238E27FC236}">
                <a16:creationId xmlns:a16="http://schemas.microsoft.com/office/drawing/2014/main" id="{DCD08270-3B84-4C0F-9D4B-B8C9B4451C98}"/>
              </a:ext>
            </a:extLst>
          </p:cNvPr>
          <p:cNvSpPr>
            <a:spLocks noGrp="1"/>
          </p:cNvSpPr>
          <p:nvPr>
            <p:ph type="body" sz="quarter" idx="15"/>
          </p:nvPr>
        </p:nvSpPr>
        <p:spPr>
          <a:xfrm>
            <a:off x="7167433" y="1533929"/>
            <a:ext cx="4532442" cy="752475"/>
          </a:xfrm>
        </p:spPr>
        <p:txBody>
          <a:bodyPr/>
          <a:lstStyle>
            <a:lvl1pPr>
              <a:defRPr sz="1600"/>
            </a:lvl1pPr>
            <a:lvl2pPr marL="273050" indent="0">
              <a:buNone/>
              <a:defRPr/>
            </a:lvl2pPr>
          </a:lstStyle>
          <a:p>
            <a:pPr lvl="0"/>
            <a:r>
              <a:rPr lang="en-GB"/>
              <a:t>Click to edit Master text styles</a:t>
            </a:r>
          </a:p>
        </p:txBody>
      </p:sp>
      <p:sp>
        <p:nvSpPr>
          <p:cNvPr id="23" name="Text Placeholder 17">
            <a:extLst>
              <a:ext uri="{FF2B5EF4-FFF2-40B4-BE49-F238E27FC236}">
                <a16:creationId xmlns:a16="http://schemas.microsoft.com/office/drawing/2014/main" id="{EF8022DB-38FA-4981-80AA-7A1F41B2303D}"/>
              </a:ext>
            </a:extLst>
          </p:cNvPr>
          <p:cNvSpPr>
            <a:spLocks noGrp="1"/>
          </p:cNvSpPr>
          <p:nvPr>
            <p:ph type="body" sz="quarter" idx="16" hasCustomPrompt="1"/>
          </p:nvPr>
        </p:nvSpPr>
        <p:spPr>
          <a:xfrm>
            <a:off x="7167433" y="4487077"/>
            <a:ext cx="4532442" cy="431800"/>
          </a:xfrm>
        </p:spPr>
        <p:txBody>
          <a:bodyPr/>
          <a:lstStyle>
            <a:lvl1pPr>
              <a:defRPr sz="2800">
                <a:solidFill>
                  <a:schemeClr val="accent1"/>
                </a:solidFill>
              </a:defRPr>
            </a:lvl1pPr>
            <a:lvl2pPr>
              <a:defRPr sz="2800"/>
            </a:lvl2pPr>
            <a:lvl3pPr>
              <a:defRPr sz="2800"/>
            </a:lvl3pPr>
            <a:lvl4pPr>
              <a:defRPr sz="2800"/>
            </a:lvl4pPr>
            <a:lvl5pPr>
              <a:defRPr sz="2800"/>
            </a:lvl5pPr>
          </a:lstStyle>
          <a:p>
            <a:pPr lvl="0"/>
            <a:r>
              <a:rPr lang="en-US" dirty="0"/>
              <a:t>Click to Edit</a:t>
            </a:r>
          </a:p>
        </p:txBody>
      </p:sp>
      <p:sp>
        <p:nvSpPr>
          <p:cNvPr id="24" name="Text Placeholder 19">
            <a:extLst>
              <a:ext uri="{FF2B5EF4-FFF2-40B4-BE49-F238E27FC236}">
                <a16:creationId xmlns:a16="http://schemas.microsoft.com/office/drawing/2014/main" id="{B6DC575F-9A95-44E0-9909-8EAD3FF0D8C6}"/>
              </a:ext>
            </a:extLst>
          </p:cNvPr>
          <p:cNvSpPr>
            <a:spLocks noGrp="1"/>
          </p:cNvSpPr>
          <p:nvPr>
            <p:ph type="body" sz="quarter" idx="17"/>
          </p:nvPr>
        </p:nvSpPr>
        <p:spPr>
          <a:xfrm>
            <a:off x="7167433" y="5058771"/>
            <a:ext cx="4532442" cy="752475"/>
          </a:xfrm>
        </p:spPr>
        <p:txBody>
          <a:bodyPr/>
          <a:lstStyle>
            <a:lvl1pPr>
              <a:defRPr sz="1600"/>
            </a:lvl1pPr>
            <a:lvl2pPr marL="273050" indent="0">
              <a:buNone/>
              <a:defRPr/>
            </a:lvl2pPr>
          </a:lstStyle>
          <a:p>
            <a:pPr lvl="0"/>
            <a:r>
              <a:rPr lang="en-GB"/>
              <a:t>Click to edit Master text styles</a:t>
            </a:r>
          </a:p>
        </p:txBody>
      </p:sp>
      <p:sp>
        <p:nvSpPr>
          <p:cNvPr id="35" name="page number">
            <a:extLst>
              <a:ext uri="{FF2B5EF4-FFF2-40B4-BE49-F238E27FC236}">
                <a16:creationId xmlns:a16="http://schemas.microsoft.com/office/drawing/2014/main" id="{ECE5CC55-AFD3-07F6-E92E-41F15057C9A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Arial" panose="020B0604020202020204" pitchFamily="34" charset="0"/>
            </a:endParaRPr>
          </a:p>
        </p:txBody>
      </p:sp>
      <p:sp>
        <p:nvSpPr>
          <p:cNvPr id="3" name="TextBox 2">
            <a:extLst>
              <a:ext uri="{FF2B5EF4-FFF2-40B4-BE49-F238E27FC236}">
                <a16:creationId xmlns:a16="http://schemas.microsoft.com/office/drawing/2014/main" id="{EB82E6B6-31E6-3594-BC96-4D58BF8FED73}"/>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5" name="Graphic 8">
            <a:extLst>
              <a:ext uri="{FF2B5EF4-FFF2-40B4-BE49-F238E27FC236}">
                <a16:creationId xmlns:a16="http://schemas.microsoft.com/office/drawing/2014/main" id="{7E14BCC4-F87C-D8A8-4B00-224B5757A249}"/>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34220D2F-65A4-AE6E-936B-1A5AB8461DED}"/>
                </a:ext>
              </a:extLst>
            </p:cNvPr>
            <p:cNvGrpSpPr/>
            <p:nvPr/>
          </p:nvGrpSpPr>
          <p:grpSpPr>
            <a:xfrm>
              <a:off x="745455" y="6594444"/>
              <a:ext cx="722662" cy="98475"/>
              <a:chOff x="745455" y="6594444"/>
              <a:chExt cx="722662" cy="98475"/>
            </a:xfrm>
            <a:solidFill>
              <a:srgbClr val="000000"/>
            </a:solidFill>
          </p:grpSpPr>
          <p:sp>
            <p:nvSpPr>
              <p:cNvPr id="25" name="Freeform 49">
                <a:extLst>
                  <a:ext uri="{FF2B5EF4-FFF2-40B4-BE49-F238E27FC236}">
                    <a16:creationId xmlns:a16="http://schemas.microsoft.com/office/drawing/2014/main" id="{7872564D-06ED-10C9-1D10-19A1856FEDA4}"/>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6" name="Freeform 50">
                <a:extLst>
                  <a:ext uri="{FF2B5EF4-FFF2-40B4-BE49-F238E27FC236}">
                    <a16:creationId xmlns:a16="http://schemas.microsoft.com/office/drawing/2014/main" id="{F7EE18CD-0E2F-9EDF-846E-182A638AAC9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7" name="Freeform 51">
                <a:extLst>
                  <a:ext uri="{FF2B5EF4-FFF2-40B4-BE49-F238E27FC236}">
                    <a16:creationId xmlns:a16="http://schemas.microsoft.com/office/drawing/2014/main" id="{504480C8-7AFB-3C23-8ECD-71C57D45778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8" name="Freeform 52">
                <a:extLst>
                  <a:ext uri="{FF2B5EF4-FFF2-40B4-BE49-F238E27FC236}">
                    <a16:creationId xmlns:a16="http://schemas.microsoft.com/office/drawing/2014/main" id="{91F3EEAF-7439-286E-4B06-AA62FF20504C}"/>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9" name="Freeform 53">
                <a:extLst>
                  <a:ext uri="{FF2B5EF4-FFF2-40B4-BE49-F238E27FC236}">
                    <a16:creationId xmlns:a16="http://schemas.microsoft.com/office/drawing/2014/main" id="{779F3764-4639-F6CD-65D1-8A2A78731D25}"/>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0" name="Freeform 54">
                <a:extLst>
                  <a:ext uri="{FF2B5EF4-FFF2-40B4-BE49-F238E27FC236}">
                    <a16:creationId xmlns:a16="http://schemas.microsoft.com/office/drawing/2014/main" id="{E7A96EC0-5F31-689A-B6BA-4577F518C653}"/>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31" name="Freeform 55">
                <a:extLst>
                  <a:ext uri="{FF2B5EF4-FFF2-40B4-BE49-F238E27FC236}">
                    <a16:creationId xmlns:a16="http://schemas.microsoft.com/office/drawing/2014/main" id="{47532263-02D9-472F-4533-58DF92EB8F3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2" name="Freeform 56">
                <a:extLst>
                  <a:ext uri="{FF2B5EF4-FFF2-40B4-BE49-F238E27FC236}">
                    <a16:creationId xmlns:a16="http://schemas.microsoft.com/office/drawing/2014/main" id="{68A2D90D-5AAD-D59E-9155-39E411BB54F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3" name="Freeform 57">
                <a:extLst>
                  <a:ext uri="{FF2B5EF4-FFF2-40B4-BE49-F238E27FC236}">
                    <a16:creationId xmlns:a16="http://schemas.microsoft.com/office/drawing/2014/main" id="{0EA84E3A-31BA-1045-CF14-BE3C899626C2}"/>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4" name="Freeform 58">
                <a:extLst>
                  <a:ext uri="{FF2B5EF4-FFF2-40B4-BE49-F238E27FC236}">
                    <a16:creationId xmlns:a16="http://schemas.microsoft.com/office/drawing/2014/main" id="{7A354B37-DBF1-7A15-4C62-CCACE1416598}"/>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7" name="Graphic 8">
              <a:extLst>
                <a:ext uri="{FF2B5EF4-FFF2-40B4-BE49-F238E27FC236}">
                  <a16:creationId xmlns:a16="http://schemas.microsoft.com/office/drawing/2014/main" id="{D2981FCD-FE8B-E54E-CECF-046FEAE0B69D}"/>
                </a:ext>
              </a:extLst>
            </p:cNvPr>
            <p:cNvGrpSpPr/>
            <p:nvPr/>
          </p:nvGrpSpPr>
          <p:grpSpPr>
            <a:xfrm>
              <a:off x="265625" y="6323271"/>
              <a:ext cx="1249223" cy="190348"/>
              <a:chOff x="265625" y="6323271"/>
              <a:chExt cx="1249223" cy="190348"/>
            </a:xfrm>
            <a:solidFill>
              <a:srgbClr val="000000"/>
            </a:solidFill>
          </p:grpSpPr>
          <p:sp>
            <p:nvSpPr>
              <p:cNvPr id="8" name="Freeform 60">
                <a:extLst>
                  <a:ext uri="{FF2B5EF4-FFF2-40B4-BE49-F238E27FC236}">
                    <a16:creationId xmlns:a16="http://schemas.microsoft.com/office/drawing/2014/main" id="{44B1B223-BF12-C293-B25B-435D3410160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9" name="Freeform 61">
                <a:extLst>
                  <a:ext uri="{FF2B5EF4-FFF2-40B4-BE49-F238E27FC236}">
                    <a16:creationId xmlns:a16="http://schemas.microsoft.com/office/drawing/2014/main" id="{0B22EA0E-DB2B-AAB4-B88F-9DA19CD5A9A1}"/>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FFB826DF-7FB7-1C1B-FA2F-42CC955A96A4}"/>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88633F40-6CE2-A037-0C64-267EF3D8C9B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9E78D316-C64D-D134-87C3-93C8E9A8380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CAA5FAB6-3BFB-0423-AC6C-982274B9F7C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9" name="Freeform 66">
                <a:extLst>
                  <a:ext uri="{FF2B5EF4-FFF2-40B4-BE49-F238E27FC236}">
                    <a16:creationId xmlns:a16="http://schemas.microsoft.com/office/drawing/2014/main" id="{EFB6D80A-7556-5AA9-34BF-69158D7886C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4" name="TextBox 3">
            <a:extLst>
              <a:ext uri="{FF2B5EF4-FFF2-40B4-BE49-F238E27FC236}">
                <a16:creationId xmlns:a16="http://schemas.microsoft.com/office/drawing/2014/main" id="{658E500E-7ACC-476A-0D5A-BD1865DDE632}"/>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3619914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750"/>
                                        <p:tgtEl>
                                          <p:spTgt spid="13"/>
                                        </p:tgtEl>
                                      </p:cBhvr>
                                    </p:animEffect>
                                  </p:childTnLst>
                                </p:cTn>
                              </p:par>
                              <p:par>
                                <p:cTn id="8" presetID="6" presetClass="emph" presetSubtype="0" fill="hold" grpId="1" nodeType="withEffect">
                                  <p:stCondLst>
                                    <p:cond delay="0"/>
                                  </p:stCondLst>
                                  <p:childTnLst>
                                    <p:animScale>
                                      <p:cBhvr>
                                        <p:cTn id="9" dur="10" fill="hold"/>
                                        <p:tgtEl>
                                          <p:spTgt spid="13"/>
                                        </p:tgtEl>
                                      </p:cBhvr>
                                      <p:by x="1000" y="1000"/>
                                    </p:animScale>
                                  </p:childTnLst>
                                </p:cTn>
                              </p:par>
                              <p:par>
                                <p:cTn id="10" presetID="6" presetClass="emph" presetSubtype="0" accel="33333" decel="66667" fill="hold" grpId="2" nodeType="withEffect">
                                  <p:stCondLst>
                                    <p:cond delay="0"/>
                                  </p:stCondLst>
                                  <p:childTnLst>
                                    <p:animScale>
                                      <p:cBhvr>
                                        <p:cTn id="11" dur="750" fill="hold"/>
                                        <p:tgtEl>
                                          <p:spTgt spid="13"/>
                                        </p:tgtEl>
                                      </p:cBhvr>
                                      <p:by x="9999000" y="9999000"/>
                                    </p:animScale>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750"/>
                                        <p:tgtEl>
                                          <p:spTgt spid="11"/>
                                        </p:tgtEl>
                                      </p:cBhvr>
                                    </p:animEffect>
                                  </p:childTnLst>
                                </p:cTn>
                              </p:par>
                              <p:par>
                                <p:cTn id="15" presetID="6" presetClass="emph" presetSubtype="0" fill="hold" grpId="1" nodeType="withEffect">
                                  <p:stCondLst>
                                    <p:cond delay="0"/>
                                  </p:stCondLst>
                                  <p:childTnLst>
                                    <p:animScale>
                                      <p:cBhvr>
                                        <p:cTn id="16" dur="10" fill="hold"/>
                                        <p:tgtEl>
                                          <p:spTgt spid="11"/>
                                        </p:tgtEl>
                                      </p:cBhvr>
                                      <p:by x="1000" y="1000"/>
                                    </p:animScale>
                                  </p:childTnLst>
                                </p:cTn>
                              </p:par>
                              <p:par>
                                <p:cTn id="17" presetID="6" presetClass="emph" presetSubtype="0" accel="33333" decel="66667" fill="hold" grpId="2" nodeType="withEffect">
                                  <p:stCondLst>
                                    <p:cond delay="0"/>
                                  </p:stCondLst>
                                  <p:childTnLst>
                                    <p:animScale>
                                      <p:cBhvr>
                                        <p:cTn id="18" dur="750" fill="hold"/>
                                        <p:tgtEl>
                                          <p:spTgt spid="11"/>
                                        </p:tgtEl>
                                      </p:cBhvr>
                                      <p:by x="9999000" y="9999000"/>
                                    </p:animScale>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50"/>
                                        <p:tgtEl>
                                          <p:spTgt spid="12"/>
                                        </p:tgtEl>
                                      </p:cBhvr>
                                    </p:animEffect>
                                  </p:childTnLst>
                                </p:cTn>
                              </p:par>
                              <p:par>
                                <p:cTn id="22" presetID="6" presetClass="emph" presetSubtype="0" fill="hold" grpId="1" nodeType="withEffect">
                                  <p:stCondLst>
                                    <p:cond delay="0"/>
                                  </p:stCondLst>
                                  <p:childTnLst>
                                    <p:animScale>
                                      <p:cBhvr>
                                        <p:cTn id="23" dur="10" fill="hold"/>
                                        <p:tgtEl>
                                          <p:spTgt spid="12"/>
                                        </p:tgtEl>
                                      </p:cBhvr>
                                      <p:by x="1000" y="1000"/>
                                    </p:animScale>
                                  </p:childTnLst>
                                </p:cTn>
                              </p:par>
                              <p:par>
                                <p:cTn id="24" presetID="6" presetClass="emph" presetSubtype="0" accel="33333" decel="66667" fill="hold" grpId="2" nodeType="withEffect">
                                  <p:stCondLst>
                                    <p:cond delay="0"/>
                                  </p:stCondLst>
                                  <p:childTnLst>
                                    <p:animScale>
                                      <p:cBhvr>
                                        <p:cTn id="25" dur="750" fill="hold"/>
                                        <p:tgtEl>
                                          <p:spTgt spid="12"/>
                                        </p:tgtEl>
                                      </p:cBhvr>
                                      <p:by x="9999000" y="9999000"/>
                                    </p:animScale>
                                  </p:childTnLst>
                                </p:cTn>
                              </p:par>
                            </p:childTnLst>
                          </p:cTn>
                        </p:par>
                      </p:childTnLst>
                    </p:cTn>
                  </p:par>
                  <p:par>
                    <p:cTn id="26" fill="hold">
                      <p:stCondLst>
                        <p:cond delay="indefinite"/>
                      </p:stCondLst>
                      <p:childTnLst>
                        <p:par>
                          <p:cTn id="27" fill="hold">
                            <p:stCondLst>
                              <p:cond delay="0"/>
                            </p:stCondLst>
                            <p:childTnLst>
                              <p:par>
                                <p:cTn id="28" presetID="2" presetClass="entr" presetSubtype="2" decel="20000" fill="hold" grpId="0" nodeType="clickEffect">
                                  <p:stCondLst>
                                    <p:cond delay="0"/>
                                  </p:stCondLst>
                                  <p:childTnLst>
                                    <p:set>
                                      <p:cBhvr>
                                        <p:cTn id="29" dur="1" fill="hold">
                                          <p:stCondLst>
                                            <p:cond delay="0"/>
                                          </p:stCondLst>
                                        </p:cTn>
                                        <p:tgtEl>
                                          <p:spTgt spid="21">
                                            <p:txEl>
                                              <p:pRg st="0" end="0"/>
                                            </p:txEl>
                                          </p:spTgt>
                                        </p:tgtEl>
                                        <p:attrNameLst>
                                          <p:attrName>style.visibility</p:attrName>
                                        </p:attrNameLst>
                                      </p:cBhvr>
                                      <p:to>
                                        <p:strVal val="visible"/>
                                      </p:to>
                                    </p:set>
                                    <p:anim calcmode="lin" valueType="num">
                                      <p:cBhvr additive="base">
                                        <p:cTn id="30"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21">
                                            <p:txEl>
                                              <p:pRg st="0" end="0"/>
                                            </p:txEl>
                                          </p:spTgt>
                                        </p:tgtEl>
                                        <p:attrNameLst>
                                          <p:attrName>ppt_y</p:attrName>
                                        </p:attrNameLst>
                                      </p:cBhvr>
                                      <p:tavLst>
                                        <p:tav tm="0">
                                          <p:val>
                                            <p:strVal val="#ppt_y"/>
                                          </p:val>
                                        </p:tav>
                                        <p:tav tm="100000">
                                          <p:val>
                                            <p:strVal val="#ppt_y"/>
                                          </p:val>
                                        </p:tav>
                                      </p:tavLst>
                                    </p:anim>
                                  </p:childTnLst>
                                </p:cTn>
                              </p:par>
                              <p:par>
                                <p:cTn id="32" presetID="2" presetClass="entr" presetSubtype="2" decel="20000" fill="hold" grpId="0" nodeType="withEffect">
                                  <p:stCondLst>
                                    <p:cond delay="0"/>
                                  </p:stCondLst>
                                  <p:childTnLst>
                                    <p:set>
                                      <p:cBhvr>
                                        <p:cTn id="33" dur="1" fill="hold">
                                          <p:stCondLst>
                                            <p:cond delay="0"/>
                                          </p:stCondLst>
                                        </p:cTn>
                                        <p:tgtEl>
                                          <p:spTgt spid="22">
                                            <p:txEl>
                                              <p:pRg st="0" end="0"/>
                                            </p:txEl>
                                          </p:spTgt>
                                        </p:tgtEl>
                                        <p:attrNameLst>
                                          <p:attrName>style.visibility</p:attrName>
                                        </p:attrNameLst>
                                      </p:cBhvr>
                                      <p:to>
                                        <p:strVal val="visible"/>
                                      </p:to>
                                    </p:set>
                                    <p:anim calcmode="lin" valueType="num">
                                      <p:cBhvr additive="base">
                                        <p:cTn id="34"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decel="20000" fill="hold" grpId="0" nodeType="clickEffect">
                                  <p:stCondLst>
                                    <p:cond delay="0"/>
                                  </p:stCondLst>
                                  <p:childTnLst>
                                    <p:set>
                                      <p:cBhvr>
                                        <p:cTn id="39" dur="1" fill="hold">
                                          <p:stCondLst>
                                            <p:cond delay="0"/>
                                          </p:stCondLst>
                                        </p:cTn>
                                        <p:tgtEl>
                                          <p:spTgt spid="18">
                                            <p:txEl>
                                              <p:pRg st="0" end="0"/>
                                            </p:txEl>
                                          </p:spTgt>
                                        </p:tgtEl>
                                        <p:attrNameLst>
                                          <p:attrName>style.visibility</p:attrName>
                                        </p:attrNameLst>
                                      </p:cBhvr>
                                      <p:to>
                                        <p:strVal val="visible"/>
                                      </p:to>
                                    </p:set>
                                    <p:anim calcmode="lin" valueType="num">
                                      <p:cBhvr additive="base">
                                        <p:cTn id="40"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18">
                                            <p:txEl>
                                              <p:pRg st="0" end="0"/>
                                            </p:txEl>
                                          </p:spTgt>
                                        </p:tgtEl>
                                        <p:attrNameLst>
                                          <p:attrName>ppt_y</p:attrName>
                                        </p:attrNameLst>
                                      </p:cBhvr>
                                      <p:tavLst>
                                        <p:tav tm="0">
                                          <p:val>
                                            <p:strVal val="#ppt_y"/>
                                          </p:val>
                                        </p:tav>
                                        <p:tav tm="100000">
                                          <p:val>
                                            <p:strVal val="#ppt_y"/>
                                          </p:val>
                                        </p:tav>
                                      </p:tavLst>
                                    </p:anim>
                                  </p:childTnLst>
                                </p:cTn>
                              </p:par>
                              <p:par>
                                <p:cTn id="42" presetID="2" presetClass="entr" presetSubtype="2" decel="20000" fill="hold" grpId="0" nodeType="withEffect">
                                  <p:stCondLst>
                                    <p:cond delay="0"/>
                                  </p:stCondLst>
                                  <p:childTnLst>
                                    <p:set>
                                      <p:cBhvr>
                                        <p:cTn id="43" dur="1" fill="hold">
                                          <p:stCondLst>
                                            <p:cond delay="0"/>
                                          </p:stCondLst>
                                        </p:cTn>
                                        <p:tgtEl>
                                          <p:spTgt spid="20">
                                            <p:txEl>
                                              <p:pRg st="0" end="0"/>
                                            </p:txEl>
                                          </p:spTgt>
                                        </p:tgtEl>
                                        <p:attrNameLst>
                                          <p:attrName>style.visibility</p:attrName>
                                        </p:attrNameLst>
                                      </p:cBhvr>
                                      <p:to>
                                        <p:strVal val="visible"/>
                                      </p:to>
                                    </p:set>
                                    <p:anim calcmode="lin" valueType="num">
                                      <p:cBhvr additive="base">
                                        <p:cTn id="44" dur="5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2" decel="20000" fill="hold" grpId="0" nodeType="clickEffect">
                                  <p:stCondLst>
                                    <p:cond delay="0"/>
                                  </p:stCondLst>
                                  <p:childTnLst>
                                    <p:set>
                                      <p:cBhvr>
                                        <p:cTn id="49" dur="1" fill="hold">
                                          <p:stCondLst>
                                            <p:cond delay="0"/>
                                          </p:stCondLst>
                                        </p:cTn>
                                        <p:tgtEl>
                                          <p:spTgt spid="23">
                                            <p:txEl>
                                              <p:pRg st="0" end="0"/>
                                            </p:txEl>
                                          </p:spTgt>
                                        </p:tgtEl>
                                        <p:attrNameLst>
                                          <p:attrName>style.visibility</p:attrName>
                                        </p:attrNameLst>
                                      </p:cBhvr>
                                      <p:to>
                                        <p:strVal val="visible"/>
                                      </p:to>
                                    </p:set>
                                    <p:anim calcmode="lin" valueType="num">
                                      <p:cBhvr additive="base">
                                        <p:cTn id="50"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23">
                                            <p:txEl>
                                              <p:pRg st="0" end="0"/>
                                            </p:txEl>
                                          </p:spTgt>
                                        </p:tgtEl>
                                        <p:attrNameLst>
                                          <p:attrName>ppt_y</p:attrName>
                                        </p:attrNameLst>
                                      </p:cBhvr>
                                      <p:tavLst>
                                        <p:tav tm="0">
                                          <p:val>
                                            <p:strVal val="#ppt_y"/>
                                          </p:val>
                                        </p:tav>
                                        <p:tav tm="100000">
                                          <p:val>
                                            <p:strVal val="#ppt_y"/>
                                          </p:val>
                                        </p:tav>
                                      </p:tavLst>
                                    </p:anim>
                                  </p:childTnLst>
                                </p:cTn>
                              </p:par>
                              <p:par>
                                <p:cTn id="52" presetID="2" presetClass="entr" presetSubtype="2" decel="20000" fill="hold" grpId="0" nodeType="withEffect">
                                  <p:stCondLst>
                                    <p:cond delay="0"/>
                                  </p:stCondLst>
                                  <p:childTnLst>
                                    <p:set>
                                      <p:cBhvr>
                                        <p:cTn id="53" dur="1" fill="hold">
                                          <p:stCondLst>
                                            <p:cond delay="0"/>
                                          </p:stCondLst>
                                        </p:cTn>
                                        <p:tgtEl>
                                          <p:spTgt spid="24">
                                            <p:txEl>
                                              <p:pRg st="0" end="0"/>
                                            </p:txEl>
                                          </p:spTgt>
                                        </p:tgtEl>
                                        <p:attrNameLst>
                                          <p:attrName>style.visibility</p:attrName>
                                        </p:attrNameLst>
                                      </p:cBhvr>
                                      <p:to>
                                        <p:strVal val="visible"/>
                                      </p:to>
                                    </p:set>
                                    <p:anim calcmode="lin" valueType="num">
                                      <p:cBhvr additive="base">
                                        <p:cTn id="54" dur="5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2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P spid="12" grpId="0" animBg="1"/>
      <p:bldP spid="12" grpId="1" animBg="1"/>
      <p:bldP spid="12" grpId="2" animBg="1"/>
      <p:bldP spid="13" grpId="0" animBg="1"/>
      <p:bldP spid="13" grpId="1" animBg="1"/>
      <p:bldP spid="13" grpId="2" animBg="1"/>
      <p:bldP spid="18" grpId="0" build="p">
        <p:tmplLst>
          <p:tmpl lvl="1">
            <p:tnLst>
              <p:par>
                <p:cTn presetID="2" presetClass="entr" presetSubtype="2" decel="20000" fill="hold" nodeType="click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 presetClass="entr" presetSubtype="2" decel="2000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build="p">
        <p:tmplLst>
          <p:tmpl lvl="1">
            <p:tnLst>
              <p:par>
                <p:cTn presetID="2" presetClass="entr" presetSubtype="2" decel="20000" fill="hold" nodeType="click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2" presetClass="entr" presetSubtype="2" decel="2000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build="p">
        <p:tmplLst>
          <p:tmpl lvl="1">
            <p:tnLst>
              <p:par>
                <p:cTn presetID="2" presetClass="entr" presetSubtype="2" decel="20000" fill="hold" nodeType="click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2" decel="2000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1+#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hree Icon - Horizontal - Green - RBLF">
    <p:spTree>
      <p:nvGrpSpPr>
        <p:cNvPr id="1" name=""/>
        <p:cNvGrpSpPr/>
        <p:nvPr/>
      </p:nvGrpSpPr>
      <p:grpSpPr>
        <a:xfrm>
          <a:off x="0" y="0"/>
          <a:ext cx="0" cy="0"/>
          <a:chOff x="0" y="0"/>
          <a:chExt cx="0" cy="0"/>
        </a:xfrm>
      </p:grpSpPr>
      <p:sp>
        <p:nvSpPr>
          <p:cNvPr id="10" name="BKG Rectangle">
            <a:extLst>
              <a:ext uri="{FF2B5EF4-FFF2-40B4-BE49-F238E27FC236}">
                <a16:creationId xmlns:a16="http://schemas.microsoft.com/office/drawing/2014/main" id="{EEE2E3E4-09C5-48F7-AA0C-61C0C3FD24C2}"/>
              </a:ext>
              <a:ext uri="{C183D7F6-B498-43B3-948B-1728B52AA6E4}">
                <adec:decorative xmlns:adec="http://schemas.microsoft.com/office/drawing/2017/decorative" val="1"/>
              </a:ext>
            </a:extLst>
          </p:cNvPr>
          <p:cNvSpPr/>
          <p:nvPr userDrawn="1"/>
        </p:nvSpPr>
        <p:spPr>
          <a:xfrm>
            <a:off x="-4" y="0"/>
            <a:ext cx="6094413" cy="6858000"/>
          </a:xfrm>
          <a:prstGeom prst="rect">
            <a:avLst/>
          </a:prstGeom>
          <a:solidFill>
            <a:schemeClr val="accent4">
              <a:lumMod val="20000"/>
              <a:lumOff val="80000"/>
              <a:alpha val="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Title 1">
            <a:extLst>
              <a:ext uri="{FF2B5EF4-FFF2-40B4-BE49-F238E27FC236}">
                <a16:creationId xmlns:a16="http://schemas.microsoft.com/office/drawing/2014/main" id="{30A5567E-F548-4720-B611-7850ADCA900C}"/>
              </a:ext>
            </a:extLst>
          </p:cNvPr>
          <p:cNvSpPr>
            <a:spLocks noGrp="1"/>
          </p:cNvSpPr>
          <p:nvPr>
            <p:ph type="title"/>
          </p:nvPr>
        </p:nvSpPr>
        <p:spPr>
          <a:xfrm>
            <a:off x="667444" y="2376306"/>
            <a:ext cx="3630903" cy="2105388"/>
          </a:xfrm>
        </p:spPr>
        <p:txBody>
          <a:bodyPr wrap="square" anchor="ctr"/>
          <a:lstStyle>
            <a:lvl1pPr>
              <a:defRPr sz="3600">
                <a:solidFill>
                  <a:schemeClr val="accent4">
                    <a:lumMod val="50000"/>
                  </a:schemeClr>
                </a:solidFill>
              </a:defRPr>
            </a:lvl1pPr>
          </a:lstStyle>
          <a:p>
            <a:r>
              <a:rPr lang="en-GB" dirty="0"/>
              <a:t>Click to edit Master title style</a:t>
            </a:r>
            <a:endParaRPr lang="en-US" dirty="0"/>
          </a:p>
        </p:txBody>
      </p:sp>
      <p:sp>
        <p:nvSpPr>
          <p:cNvPr id="11" name="!! Oval Top">
            <a:extLst>
              <a:ext uri="{FF2B5EF4-FFF2-40B4-BE49-F238E27FC236}">
                <a16:creationId xmlns:a16="http://schemas.microsoft.com/office/drawing/2014/main" id="{B95A82A4-D00E-4BAE-97E0-52FA7B87C0D9}"/>
              </a:ext>
              <a:ext uri="{C183D7F6-B498-43B3-948B-1728B52AA6E4}">
                <adec:decorative xmlns:adec="http://schemas.microsoft.com/office/drawing/2017/decorative" val="1"/>
              </a:ext>
            </a:extLst>
          </p:cNvPr>
          <p:cNvSpPr/>
          <p:nvPr userDrawn="1"/>
        </p:nvSpPr>
        <p:spPr>
          <a:xfrm>
            <a:off x="5432325" y="2719433"/>
            <a:ext cx="1324173" cy="1324169"/>
          </a:xfrm>
          <a:prstGeom prst="ellipse">
            <a:avLst/>
          </a:prstGeom>
          <a:solidFill>
            <a:schemeClr val="accent4"/>
          </a:solidFill>
          <a:ln w="25400" cap="flat" cmpd="sng" algn="ctr">
            <a:solidFill>
              <a:schemeClr val="accent4"/>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2" name="!! Oval Top">
            <a:extLst>
              <a:ext uri="{FF2B5EF4-FFF2-40B4-BE49-F238E27FC236}">
                <a16:creationId xmlns:a16="http://schemas.microsoft.com/office/drawing/2014/main" id="{332FAD7F-A532-4557-9487-947B2391D066}"/>
              </a:ext>
              <a:ext uri="{C183D7F6-B498-43B3-948B-1728B52AA6E4}">
                <adec:decorative xmlns:adec="http://schemas.microsoft.com/office/drawing/2017/decorative" val="1"/>
              </a:ext>
            </a:extLst>
          </p:cNvPr>
          <p:cNvSpPr/>
          <p:nvPr userDrawn="1"/>
        </p:nvSpPr>
        <p:spPr>
          <a:xfrm>
            <a:off x="5432324" y="4481694"/>
            <a:ext cx="1324173" cy="1324169"/>
          </a:xfrm>
          <a:prstGeom prst="ellipse">
            <a:avLst/>
          </a:prstGeom>
          <a:solidFill>
            <a:schemeClr val="accent4"/>
          </a:solidFill>
          <a:ln w="25400" cap="flat" cmpd="sng" algn="ctr">
            <a:solidFill>
              <a:schemeClr val="accent4"/>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3" name="!! Oval Top">
            <a:extLst>
              <a:ext uri="{FF2B5EF4-FFF2-40B4-BE49-F238E27FC236}">
                <a16:creationId xmlns:a16="http://schemas.microsoft.com/office/drawing/2014/main" id="{5095E217-E63E-4FE6-9C8D-FB447A5BD47D}"/>
              </a:ext>
              <a:ext uri="{C183D7F6-B498-43B3-948B-1728B52AA6E4}">
                <adec:decorative xmlns:adec="http://schemas.microsoft.com/office/drawing/2017/decorative" val="1"/>
              </a:ext>
            </a:extLst>
          </p:cNvPr>
          <p:cNvSpPr/>
          <p:nvPr userDrawn="1"/>
        </p:nvSpPr>
        <p:spPr>
          <a:xfrm>
            <a:off x="5432323" y="957172"/>
            <a:ext cx="1324173" cy="1324169"/>
          </a:xfrm>
          <a:prstGeom prst="ellipse">
            <a:avLst/>
          </a:prstGeom>
          <a:solidFill>
            <a:schemeClr val="accent4"/>
          </a:solidFill>
          <a:ln w="25400" cap="flat" cmpd="sng" algn="ctr">
            <a:solidFill>
              <a:schemeClr val="accent4"/>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8" name="Text Placeholder 17">
            <a:extLst>
              <a:ext uri="{FF2B5EF4-FFF2-40B4-BE49-F238E27FC236}">
                <a16:creationId xmlns:a16="http://schemas.microsoft.com/office/drawing/2014/main" id="{A8557501-25C3-4809-A7FA-8635CEF681FE}"/>
              </a:ext>
            </a:extLst>
          </p:cNvPr>
          <p:cNvSpPr>
            <a:spLocks noGrp="1"/>
          </p:cNvSpPr>
          <p:nvPr>
            <p:ph type="body" sz="quarter" idx="12" hasCustomPrompt="1"/>
          </p:nvPr>
        </p:nvSpPr>
        <p:spPr>
          <a:xfrm>
            <a:off x="7167433" y="2719433"/>
            <a:ext cx="4532442" cy="431800"/>
          </a:xfrm>
        </p:spPr>
        <p:txBody>
          <a:bodyPr/>
          <a:lstStyle>
            <a:lvl1pPr>
              <a:defRPr sz="2800">
                <a:solidFill>
                  <a:schemeClr val="accent4">
                    <a:lumMod val="75000"/>
                  </a:schemeClr>
                </a:solidFill>
              </a:defRPr>
            </a:lvl1pPr>
            <a:lvl2pPr>
              <a:defRPr sz="2800"/>
            </a:lvl2pPr>
            <a:lvl3pPr>
              <a:defRPr sz="2800"/>
            </a:lvl3pPr>
            <a:lvl4pPr>
              <a:defRPr sz="2800"/>
            </a:lvl4pPr>
            <a:lvl5pPr>
              <a:defRPr sz="2800"/>
            </a:lvl5pPr>
          </a:lstStyle>
          <a:p>
            <a:pPr lvl="0"/>
            <a:r>
              <a:rPr lang="en-US" dirty="0"/>
              <a:t>Click to Edit</a:t>
            </a:r>
          </a:p>
        </p:txBody>
      </p:sp>
      <p:sp>
        <p:nvSpPr>
          <p:cNvPr id="20" name="Text Placeholder 19">
            <a:extLst>
              <a:ext uri="{FF2B5EF4-FFF2-40B4-BE49-F238E27FC236}">
                <a16:creationId xmlns:a16="http://schemas.microsoft.com/office/drawing/2014/main" id="{2A7333B4-78E3-4DDB-AF65-D0BD9DDB0B13}"/>
              </a:ext>
            </a:extLst>
          </p:cNvPr>
          <p:cNvSpPr>
            <a:spLocks noGrp="1"/>
          </p:cNvSpPr>
          <p:nvPr>
            <p:ph type="body" sz="quarter" idx="13"/>
          </p:nvPr>
        </p:nvSpPr>
        <p:spPr>
          <a:xfrm>
            <a:off x="7167433" y="3291127"/>
            <a:ext cx="4532442" cy="752475"/>
          </a:xfrm>
        </p:spPr>
        <p:txBody>
          <a:bodyPr/>
          <a:lstStyle>
            <a:lvl1pPr>
              <a:defRPr sz="1600"/>
            </a:lvl1pPr>
            <a:lvl2pPr marL="273050" indent="0">
              <a:buNone/>
              <a:defRPr/>
            </a:lvl2pPr>
          </a:lstStyle>
          <a:p>
            <a:pPr lvl="0"/>
            <a:r>
              <a:rPr lang="en-GB"/>
              <a:t>Click to edit Master text styles</a:t>
            </a:r>
          </a:p>
        </p:txBody>
      </p:sp>
      <p:sp>
        <p:nvSpPr>
          <p:cNvPr id="21" name="Text Placeholder 17">
            <a:extLst>
              <a:ext uri="{FF2B5EF4-FFF2-40B4-BE49-F238E27FC236}">
                <a16:creationId xmlns:a16="http://schemas.microsoft.com/office/drawing/2014/main" id="{3A04C10E-4C0A-4F1C-AF4B-9368D6EEE1D5}"/>
              </a:ext>
            </a:extLst>
          </p:cNvPr>
          <p:cNvSpPr>
            <a:spLocks noGrp="1"/>
          </p:cNvSpPr>
          <p:nvPr>
            <p:ph type="body" sz="quarter" idx="14" hasCustomPrompt="1"/>
          </p:nvPr>
        </p:nvSpPr>
        <p:spPr>
          <a:xfrm>
            <a:off x="7167433" y="962235"/>
            <a:ext cx="4532442" cy="431800"/>
          </a:xfrm>
        </p:spPr>
        <p:txBody>
          <a:bodyPr/>
          <a:lstStyle>
            <a:lvl1pPr>
              <a:defRPr sz="2800">
                <a:solidFill>
                  <a:schemeClr val="accent4">
                    <a:lumMod val="75000"/>
                  </a:schemeClr>
                </a:solidFill>
              </a:defRPr>
            </a:lvl1pPr>
            <a:lvl2pPr>
              <a:defRPr sz="2800"/>
            </a:lvl2pPr>
            <a:lvl3pPr>
              <a:defRPr sz="2800"/>
            </a:lvl3pPr>
            <a:lvl4pPr>
              <a:defRPr sz="2800"/>
            </a:lvl4pPr>
            <a:lvl5pPr>
              <a:defRPr sz="2800"/>
            </a:lvl5pPr>
          </a:lstStyle>
          <a:p>
            <a:pPr lvl="0"/>
            <a:r>
              <a:rPr lang="en-US" dirty="0"/>
              <a:t>Click to Edit</a:t>
            </a:r>
          </a:p>
        </p:txBody>
      </p:sp>
      <p:sp>
        <p:nvSpPr>
          <p:cNvPr id="22" name="Text Placeholder 19">
            <a:extLst>
              <a:ext uri="{FF2B5EF4-FFF2-40B4-BE49-F238E27FC236}">
                <a16:creationId xmlns:a16="http://schemas.microsoft.com/office/drawing/2014/main" id="{DCD08270-3B84-4C0F-9D4B-B8C9B4451C98}"/>
              </a:ext>
            </a:extLst>
          </p:cNvPr>
          <p:cNvSpPr>
            <a:spLocks noGrp="1"/>
          </p:cNvSpPr>
          <p:nvPr>
            <p:ph type="body" sz="quarter" idx="15"/>
          </p:nvPr>
        </p:nvSpPr>
        <p:spPr>
          <a:xfrm>
            <a:off x="7167433" y="1533929"/>
            <a:ext cx="4532442" cy="752475"/>
          </a:xfrm>
        </p:spPr>
        <p:txBody>
          <a:bodyPr/>
          <a:lstStyle>
            <a:lvl1pPr>
              <a:defRPr sz="1600"/>
            </a:lvl1pPr>
            <a:lvl2pPr marL="273050" indent="0">
              <a:buNone/>
              <a:defRPr/>
            </a:lvl2pPr>
          </a:lstStyle>
          <a:p>
            <a:pPr lvl="0"/>
            <a:r>
              <a:rPr lang="en-GB"/>
              <a:t>Click to edit Master text styles</a:t>
            </a:r>
          </a:p>
        </p:txBody>
      </p:sp>
      <p:sp>
        <p:nvSpPr>
          <p:cNvPr id="23" name="Text Placeholder 17">
            <a:extLst>
              <a:ext uri="{FF2B5EF4-FFF2-40B4-BE49-F238E27FC236}">
                <a16:creationId xmlns:a16="http://schemas.microsoft.com/office/drawing/2014/main" id="{EF8022DB-38FA-4981-80AA-7A1F41B2303D}"/>
              </a:ext>
            </a:extLst>
          </p:cNvPr>
          <p:cNvSpPr>
            <a:spLocks noGrp="1"/>
          </p:cNvSpPr>
          <p:nvPr>
            <p:ph type="body" sz="quarter" idx="16" hasCustomPrompt="1"/>
          </p:nvPr>
        </p:nvSpPr>
        <p:spPr>
          <a:xfrm>
            <a:off x="7167433" y="4487077"/>
            <a:ext cx="4532442" cy="431800"/>
          </a:xfrm>
        </p:spPr>
        <p:txBody>
          <a:bodyPr/>
          <a:lstStyle>
            <a:lvl1pPr>
              <a:defRPr sz="2800">
                <a:solidFill>
                  <a:schemeClr val="accent4">
                    <a:lumMod val="75000"/>
                  </a:schemeClr>
                </a:solidFill>
              </a:defRPr>
            </a:lvl1pPr>
            <a:lvl2pPr>
              <a:defRPr sz="2800"/>
            </a:lvl2pPr>
            <a:lvl3pPr>
              <a:defRPr sz="2800"/>
            </a:lvl3pPr>
            <a:lvl4pPr>
              <a:defRPr sz="2800"/>
            </a:lvl4pPr>
            <a:lvl5pPr>
              <a:defRPr sz="2800"/>
            </a:lvl5pPr>
          </a:lstStyle>
          <a:p>
            <a:pPr lvl="0"/>
            <a:r>
              <a:rPr lang="en-US" dirty="0"/>
              <a:t>Click to Edit</a:t>
            </a:r>
          </a:p>
        </p:txBody>
      </p:sp>
      <p:sp>
        <p:nvSpPr>
          <p:cNvPr id="24" name="Text Placeholder 19">
            <a:extLst>
              <a:ext uri="{FF2B5EF4-FFF2-40B4-BE49-F238E27FC236}">
                <a16:creationId xmlns:a16="http://schemas.microsoft.com/office/drawing/2014/main" id="{B6DC575F-9A95-44E0-9909-8EAD3FF0D8C6}"/>
              </a:ext>
            </a:extLst>
          </p:cNvPr>
          <p:cNvSpPr>
            <a:spLocks noGrp="1"/>
          </p:cNvSpPr>
          <p:nvPr>
            <p:ph type="body" sz="quarter" idx="17"/>
          </p:nvPr>
        </p:nvSpPr>
        <p:spPr>
          <a:xfrm>
            <a:off x="7167433" y="5058771"/>
            <a:ext cx="4532442" cy="752475"/>
          </a:xfrm>
        </p:spPr>
        <p:txBody>
          <a:bodyPr/>
          <a:lstStyle>
            <a:lvl1pPr>
              <a:defRPr sz="1600"/>
            </a:lvl1pPr>
            <a:lvl2pPr marL="273050" indent="0">
              <a:buNone/>
              <a:defRPr/>
            </a:lvl2pPr>
          </a:lstStyle>
          <a:p>
            <a:pPr lvl="0"/>
            <a:r>
              <a:rPr lang="en-GB"/>
              <a:t>Click to edit Master text styles</a:t>
            </a:r>
          </a:p>
        </p:txBody>
      </p:sp>
      <p:sp>
        <p:nvSpPr>
          <p:cNvPr id="35" name="page number">
            <a:extLst>
              <a:ext uri="{FF2B5EF4-FFF2-40B4-BE49-F238E27FC236}">
                <a16:creationId xmlns:a16="http://schemas.microsoft.com/office/drawing/2014/main" id="{91E9769B-8BED-31C2-BCC5-5ED788A8862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Arial" panose="020B0604020202020204" pitchFamily="34" charset="0"/>
            </a:endParaRPr>
          </a:p>
        </p:txBody>
      </p:sp>
      <p:sp>
        <p:nvSpPr>
          <p:cNvPr id="3" name="TextBox 2">
            <a:extLst>
              <a:ext uri="{FF2B5EF4-FFF2-40B4-BE49-F238E27FC236}">
                <a16:creationId xmlns:a16="http://schemas.microsoft.com/office/drawing/2014/main" id="{E5BD7664-B488-7E4F-4D3B-ABAB755733E7}"/>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5" name="Graphic 8">
            <a:extLst>
              <a:ext uri="{FF2B5EF4-FFF2-40B4-BE49-F238E27FC236}">
                <a16:creationId xmlns:a16="http://schemas.microsoft.com/office/drawing/2014/main" id="{D0F9EA36-BB70-5313-044B-80807DA9CCD3}"/>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C2685E30-24AA-7761-80C0-48E5848DA42B}"/>
                </a:ext>
              </a:extLst>
            </p:cNvPr>
            <p:cNvGrpSpPr/>
            <p:nvPr/>
          </p:nvGrpSpPr>
          <p:grpSpPr>
            <a:xfrm>
              <a:off x="745455" y="6594444"/>
              <a:ext cx="722662" cy="98475"/>
              <a:chOff x="745455" y="6594444"/>
              <a:chExt cx="722662" cy="98475"/>
            </a:xfrm>
            <a:solidFill>
              <a:srgbClr val="000000"/>
            </a:solidFill>
          </p:grpSpPr>
          <p:sp>
            <p:nvSpPr>
              <p:cNvPr id="25" name="Freeform 49">
                <a:extLst>
                  <a:ext uri="{FF2B5EF4-FFF2-40B4-BE49-F238E27FC236}">
                    <a16:creationId xmlns:a16="http://schemas.microsoft.com/office/drawing/2014/main" id="{E99FBFD3-FC96-695C-66D3-862CB40AC301}"/>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6" name="Freeform 50">
                <a:extLst>
                  <a:ext uri="{FF2B5EF4-FFF2-40B4-BE49-F238E27FC236}">
                    <a16:creationId xmlns:a16="http://schemas.microsoft.com/office/drawing/2014/main" id="{6CDEBF1C-4273-612B-EE4B-68FA2CD80F6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7" name="Freeform 51">
                <a:extLst>
                  <a:ext uri="{FF2B5EF4-FFF2-40B4-BE49-F238E27FC236}">
                    <a16:creationId xmlns:a16="http://schemas.microsoft.com/office/drawing/2014/main" id="{0AFBAC62-9E83-6584-B456-AD66A2F13638}"/>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8" name="Freeform 52">
                <a:extLst>
                  <a:ext uri="{FF2B5EF4-FFF2-40B4-BE49-F238E27FC236}">
                    <a16:creationId xmlns:a16="http://schemas.microsoft.com/office/drawing/2014/main" id="{7AE67FF2-752E-D8BD-6B17-68A624B2764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9" name="Freeform 53">
                <a:extLst>
                  <a:ext uri="{FF2B5EF4-FFF2-40B4-BE49-F238E27FC236}">
                    <a16:creationId xmlns:a16="http://schemas.microsoft.com/office/drawing/2014/main" id="{F274C2D8-E9AD-F8CF-758D-E76DE4236FF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0" name="Freeform 54">
                <a:extLst>
                  <a:ext uri="{FF2B5EF4-FFF2-40B4-BE49-F238E27FC236}">
                    <a16:creationId xmlns:a16="http://schemas.microsoft.com/office/drawing/2014/main" id="{8D25EEE2-4428-09D0-2C2E-A4671B9BE44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31" name="Freeform 55">
                <a:extLst>
                  <a:ext uri="{FF2B5EF4-FFF2-40B4-BE49-F238E27FC236}">
                    <a16:creationId xmlns:a16="http://schemas.microsoft.com/office/drawing/2014/main" id="{F812BB8E-233F-3979-A51B-8634E7DB54C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2" name="Freeform 56">
                <a:extLst>
                  <a:ext uri="{FF2B5EF4-FFF2-40B4-BE49-F238E27FC236}">
                    <a16:creationId xmlns:a16="http://schemas.microsoft.com/office/drawing/2014/main" id="{AAA3E88A-2807-2D3B-8F46-54C67622DCB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3" name="Freeform 57">
                <a:extLst>
                  <a:ext uri="{FF2B5EF4-FFF2-40B4-BE49-F238E27FC236}">
                    <a16:creationId xmlns:a16="http://schemas.microsoft.com/office/drawing/2014/main" id="{04F62A2C-C883-D52B-C7F2-32F5EF8E781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4" name="Freeform 58">
                <a:extLst>
                  <a:ext uri="{FF2B5EF4-FFF2-40B4-BE49-F238E27FC236}">
                    <a16:creationId xmlns:a16="http://schemas.microsoft.com/office/drawing/2014/main" id="{D399ED2E-7F86-EDD9-F686-2BD5A307732C}"/>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7" name="Graphic 8">
              <a:extLst>
                <a:ext uri="{FF2B5EF4-FFF2-40B4-BE49-F238E27FC236}">
                  <a16:creationId xmlns:a16="http://schemas.microsoft.com/office/drawing/2014/main" id="{965D35B2-5C93-A6A0-129B-3451010F0999}"/>
                </a:ext>
              </a:extLst>
            </p:cNvPr>
            <p:cNvGrpSpPr/>
            <p:nvPr/>
          </p:nvGrpSpPr>
          <p:grpSpPr>
            <a:xfrm>
              <a:off x="265625" y="6323271"/>
              <a:ext cx="1249223" cy="190348"/>
              <a:chOff x="265625" y="6323271"/>
              <a:chExt cx="1249223" cy="190348"/>
            </a:xfrm>
            <a:solidFill>
              <a:srgbClr val="000000"/>
            </a:solidFill>
          </p:grpSpPr>
          <p:sp>
            <p:nvSpPr>
              <p:cNvPr id="8" name="Freeform 60">
                <a:extLst>
                  <a:ext uri="{FF2B5EF4-FFF2-40B4-BE49-F238E27FC236}">
                    <a16:creationId xmlns:a16="http://schemas.microsoft.com/office/drawing/2014/main" id="{E0FFA6EF-56B4-D322-134D-C0560EC0235D}"/>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9" name="Freeform 61">
                <a:extLst>
                  <a:ext uri="{FF2B5EF4-FFF2-40B4-BE49-F238E27FC236}">
                    <a16:creationId xmlns:a16="http://schemas.microsoft.com/office/drawing/2014/main" id="{5E208487-B1C7-8686-5965-DD8E1AF8ABB5}"/>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40722565-B854-AEC2-6FDD-4F8379CDFC6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AD2CAD7B-FFD3-87BD-81A9-89308D8D353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2E1E1374-E627-8B13-838C-C8E843CA72B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3D1EB2FF-6096-0636-BB9E-03CEF2B07E8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9" name="Freeform 66">
                <a:extLst>
                  <a:ext uri="{FF2B5EF4-FFF2-40B4-BE49-F238E27FC236}">
                    <a16:creationId xmlns:a16="http://schemas.microsoft.com/office/drawing/2014/main" id="{A9F2620B-E7EA-2199-0614-41C3DC49F39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4" name="TextBox 3">
            <a:extLst>
              <a:ext uri="{FF2B5EF4-FFF2-40B4-BE49-F238E27FC236}">
                <a16:creationId xmlns:a16="http://schemas.microsoft.com/office/drawing/2014/main" id="{D509BAC9-1014-CADB-5852-96D2DBA9D8F9}"/>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1219187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750"/>
                                        <p:tgtEl>
                                          <p:spTgt spid="13"/>
                                        </p:tgtEl>
                                      </p:cBhvr>
                                    </p:animEffect>
                                  </p:childTnLst>
                                </p:cTn>
                              </p:par>
                              <p:par>
                                <p:cTn id="8" presetID="6" presetClass="emph" presetSubtype="0" fill="hold" grpId="1" nodeType="withEffect">
                                  <p:stCondLst>
                                    <p:cond delay="0"/>
                                  </p:stCondLst>
                                  <p:childTnLst>
                                    <p:animScale>
                                      <p:cBhvr>
                                        <p:cTn id="9" dur="10" fill="hold"/>
                                        <p:tgtEl>
                                          <p:spTgt spid="13"/>
                                        </p:tgtEl>
                                      </p:cBhvr>
                                      <p:by x="1000" y="1000"/>
                                    </p:animScale>
                                  </p:childTnLst>
                                </p:cTn>
                              </p:par>
                              <p:par>
                                <p:cTn id="10" presetID="6" presetClass="emph" presetSubtype="0" accel="33333" decel="66667" fill="hold" grpId="2" nodeType="withEffect">
                                  <p:stCondLst>
                                    <p:cond delay="0"/>
                                  </p:stCondLst>
                                  <p:childTnLst>
                                    <p:animScale>
                                      <p:cBhvr>
                                        <p:cTn id="11" dur="750" fill="hold"/>
                                        <p:tgtEl>
                                          <p:spTgt spid="13"/>
                                        </p:tgtEl>
                                      </p:cBhvr>
                                      <p:by x="9999000" y="9999000"/>
                                    </p:animScale>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750"/>
                                        <p:tgtEl>
                                          <p:spTgt spid="11"/>
                                        </p:tgtEl>
                                      </p:cBhvr>
                                    </p:animEffect>
                                  </p:childTnLst>
                                </p:cTn>
                              </p:par>
                              <p:par>
                                <p:cTn id="15" presetID="6" presetClass="emph" presetSubtype="0" fill="hold" grpId="1" nodeType="withEffect">
                                  <p:stCondLst>
                                    <p:cond delay="0"/>
                                  </p:stCondLst>
                                  <p:childTnLst>
                                    <p:animScale>
                                      <p:cBhvr>
                                        <p:cTn id="16" dur="10" fill="hold"/>
                                        <p:tgtEl>
                                          <p:spTgt spid="11"/>
                                        </p:tgtEl>
                                      </p:cBhvr>
                                      <p:by x="1000" y="1000"/>
                                    </p:animScale>
                                  </p:childTnLst>
                                </p:cTn>
                              </p:par>
                              <p:par>
                                <p:cTn id="17" presetID="6" presetClass="emph" presetSubtype="0" accel="33333" decel="66667" fill="hold" grpId="2" nodeType="withEffect">
                                  <p:stCondLst>
                                    <p:cond delay="0"/>
                                  </p:stCondLst>
                                  <p:childTnLst>
                                    <p:animScale>
                                      <p:cBhvr>
                                        <p:cTn id="18" dur="750" fill="hold"/>
                                        <p:tgtEl>
                                          <p:spTgt spid="11"/>
                                        </p:tgtEl>
                                      </p:cBhvr>
                                      <p:by x="9999000" y="9999000"/>
                                    </p:animScale>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50"/>
                                        <p:tgtEl>
                                          <p:spTgt spid="12"/>
                                        </p:tgtEl>
                                      </p:cBhvr>
                                    </p:animEffect>
                                  </p:childTnLst>
                                </p:cTn>
                              </p:par>
                              <p:par>
                                <p:cTn id="22" presetID="6" presetClass="emph" presetSubtype="0" fill="hold" grpId="1" nodeType="withEffect">
                                  <p:stCondLst>
                                    <p:cond delay="0"/>
                                  </p:stCondLst>
                                  <p:childTnLst>
                                    <p:animScale>
                                      <p:cBhvr>
                                        <p:cTn id="23" dur="10" fill="hold"/>
                                        <p:tgtEl>
                                          <p:spTgt spid="12"/>
                                        </p:tgtEl>
                                      </p:cBhvr>
                                      <p:by x="1000" y="1000"/>
                                    </p:animScale>
                                  </p:childTnLst>
                                </p:cTn>
                              </p:par>
                              <p:par>
                                <p:cTn id="24" presetID="6" presetClass="emph" presetSubtype="0" accel="33333" decel="66667" fill="hold" grpId="2" nodeType="withEffect">
                                  <p:stCondLst>
                                    <p:cond delay="0"/>
                                  </p:stCondLst>
                                  <p:childTnLst>
                                    <p:animScale>
                                      <p:cBhvr>
                                        <p:cTn id="25" dur="750" fill="hold"/>
                                        <p:tgtEl>
                                          <p:spTgt spid="12"/>
                                        </p:tgtEl>
                                      </p:cBhvr>
                                      <p:by x="9999000" y="9999000"/>
                                    </p:animScale>
                                  </p:childTnLst>
                                </p:cTn>
                              </p:par>
                            </p:childTnLst>
                          </p:cTn>
                        </p:par>
                      </p:childTnLst>
                    </p:cTn>
                  </p:par>
                  <p:par>
                    <p:cTn id="26" fill="hold">
                      <p:stCondLst>
                        <p:cond delay="indefinite"/>
                      </p:stCondLst>
                      <p:childTnLst>
                        <p:par>
                          <p:cTn id="27" fill="hold">
                            <p:stCondLst>
                              <p:cond delay="0"/>
                            </p:stCondLst>
                            <p:childTnLst>
                              <p:par>
                                <p:cTn id="28" presetID="2" presetClass="entr" presetSubtype="2" decel="20000" fill="hold" grpId="0" nodeType="clickEffect">
                                  <p:stCondLst>
                                    <p:cond delay="0"/>
                                  </p:stCondLst>
                                  <p:childTnLst>
                                    <p:set>
                                      <p:cBhvr>
                                        <p:cTn id="29" dur="1" fill="hold">
                                          <p:stCondLst>
                                            <p:cond delay="0"/>
                                          </p:stCondLst>
                                        </p:cTn>
                                        <p:tgtEl>
                                          <p:spTgt spid="21">
                                            <p:txEl>
                                              <p:pRg st="0" end="0"/>
                                            </p:txEl>
                                          </p:spTgt>
                                        </p:tgtEl>
                                        <p:attrNameLst>
                                          <p:attrName>style.visibility</p:attrName>
                                        </p:attrNameLst>
                                      </p:cBhvr>
                                      <p:to>
                                        <p:strVal val="visible"/>
                                      </p:to>
                                    </p:set>
                                    <p:anim calcmode="lin" valueType="num">
                                      <p:cBhvr additive="base">
                                        <p:cTn id="30"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21">
                                            <p:txEl>
                                              <p:pRg st="0" end="0"/>
                                            </p:txEl>
                                          </p:spTgt>
                                        </p:tgtEl>
                                        <p:attrNameLst>
                                          <p:attrName>ppt_y</p:attrName>
                                        </p:attrNameLst>
                                      </p:cBhvr>
                                      <p:tavLst>
                                        <p:tav tm="0">
                                          <p:val>
                                            <p:strVal val="#ppt_y"/>
                                          </p:val>
                                        </p:tav>
                                        <p:tav tm="100000">
                                          <p:val>
                                            <p:strVal val="#ppt_y"/>
                                          </p:val>
                                        </p:tav>
                                      </p:tavLst>
                                    </p:anim>
                                  </p:childTnLst>
                                </p:cTn>
                              </p:par>
                              <p:par>
                                <p:cTn id="32" presetID="2" presetClass="entr" presetSubtype="2" decel="20000" fill="hold" grpId="0" nodeType="withEffect">
                                  <p:stCondLst>
                                    <p:cond delay="0"/>
                                  </p:stCondLst>
                                  <p:childTnLst>
                                    <p:set>
                                      <p:cBhvr>
                                        <p:cTn id="33" dur="1" fill="hold">
                                          <p:stCondLst>
                                            <p:cond delay="0"/>
                                          </p:stCondLst>
                                        </p:cTn>
                                        <p:tgtEl>
                                          <p:spTgt spid="22">
                                            <p:txEl>
                                              <p:pRg st="0" end="0"/>
                                            </p:txEl>
                                          </p:spTgt>
                                        </p:tgtEl>
                                        <p:attrNameLst>
                                          <p:attrName>style.visibility</p:attrName>
                                        </p:attrNameLst>
                                      </p:cBhvr>
                                      <p:to>
                                        <p:strVal val="visible"/>
                                      </p:to>
                                    </p:set>
                                    <p:anim calcmode="lin" valueType="num">
                                      <p:cBhvr additive="base">
                                        <p:cTn id="34"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decel="20000" fill="hold" grpId="0" nodeType="clickEffect">
                                  <p:stCondLst>
                                    <p:cond delay="0"/>
                                  </p:stCondLst>
                                  <p:childTnLst>
                                    <p:set>
                                      <p:cBhvr>
                                        <p:cTn id="39" dur="1" fill="hold">
                                          <p:stCondLst>
                                            <p:cond delay="0"/>
                                          </p:stCondLst>
                                        </p:cTn>
                                        <p:tgtEl>
                                          <p:spTgt spid="18">
                                            <p:txEl>
                                              <p:pRg st="0" end="0"/>
                                            </p:txEl>
                                          </p:spTgt>
                                        </p:tgtEl>
                                        <p:attrNameLst>
                                          <p:attrName>style.visibility</p:attrName>
                                        </p:attrNameLst>
                                      </p:cBhvr>
                                      <p:to>
                                        <p:strVal val="visible"/>
                                      </p:to>
                                    </p:set>
                                    <p:anim calcmode="lin" valueType="num">
                                      <p:cBhvr additive="base">
                                        <p:cTn id="40"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18">
                                            <p:txEl>
                                              <p:pRg st="0" end="0"/>
                                            </p:txEl>
                                          </p:spTgt>
                                        </p:tgtEl>
                                        <p:attrNameLst>
                                          <p:attrName>ppt_y</p:attrName>
                                        </p:attrNameLst>
                                      </p:cBhvr>
                                      <p:tavLst>
                                        <p:tav tm="0">
                                          <p:val>
                                            <p:strVal val="#ppt_y"/>
                                          </p:val>
                                        </p:tav>
                                        <p:tav tm="100000">
                                          <p:val>
                                            <p:strVal val="#ppt_y"/>
                                          </p:val>
                                        </p:tav>
                                      </p:tavLst>
                                    </p:anim>
                                  </p:childTnLst>
                                </p:cTn>
                              </p:par>
                              <p:par>
                                <p:cTn id="42" presetID="2" presetClass="entr" presetSubtype="2" decel="20000" fill="hold" grpId="0" nodeType="withEffect">
                                  <p:stCondLst>
                                    <p:cond delay="0"/>
                                  </p:stCondLst>
                                  <p:childTnLst>
                                    <p:set>
                                      <p:cBhvr>
                                        <p:cTn id="43" dur="1" fill="hold">
                                          <p:stCondLst>
                                            <p:cond delay="0"/>
                                          </p:stCondLst>
                                        </p:cTn>
                                        <p:tgtEl>
                                          <p:spTgt spid="20">
                                            <p:txEl>
                                              <p:pRg st="0" end="0"/>
                                            </p:txEl>
                                          </p:spTgt>
                                        </p:tgtEl>
                                        <p:attrNameLst>
                                          <p:attrName>style.visibility</p:attrName>
                                        </p:attrNameLst>
                                      </p:cBhvr>
                                      <p:to>
                                        <p:strVal val="visible"/>
                                      </p:to>
                                    </p:set>
                                    <p:anim calcmode="lin" valueType="num">
                                      <p:cBhvr additive="base">
                                        <p:cTn id="44" dur="5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2" decel="20000" fill="hold" grpId="0" nodeType="clickEffect">
                                  <p:stCondLst>
                                    <p:cond delay="0"/>
                                  </p:stCondLst>
                                  <p:childTnLst>
                                    <p:set>
                                      <p:cBhvr>
                                        <p:cTn id="49" dur="1" fill="hold">
                                          <p:stCondLst>
                                            <p:cond delay="0"/>
                                          </p:stCondLst>
                                        </p:cTn>
                                        <p:tgtEl>
                                          <p:spTgt spid="23">
                                            <p:txEl>
                                              <p:pRg st="0" end="0"/>
                                            </p:txEl>
                                          </p:spTgt>
                                        </p:tgtEl>
                                        <p:attrNameLst>
                                          <p:attrName>style.visibility</p:attrName>
                                        </p:attrNameLst>
                                      </p:cBhvr>
                                      <p:to>
                                        <p:strVal val="visible"/>
                                      </p:to>
                                    </p:set>
                                    <p:anim calcmode="lin" valueType="num">
                                      <p:cBhvr additive="base">
                                        <p:cTn id="50"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23">
                                            <p:txEl>
                                              <p:pRg st="0" end="0"/>
                                            </p:txEl>
                                          </p:spTgt>
                                        </p:tgtEl>
                                        <p:attrNameLst>
                                          <p:attrName>ppt_y</p:attrName>
                                        </p:attrNameLst>
                                      </p:cBhvr>
                                      <p:tavLst>
                                        <p:tav tm="0">
                                          <p:val>
                                            <p:strVal val="#ppt_y"/>
                                          </p:val>
                                        </p:tav>
                                        <p:tav tm="100000">
                                          <p:val>
                                            <p:strVal val="#ppt_y"/>
                                          </p:val>
                                        </p:tav>
                                      </p:tavLst>
                                    </p:anim>
                                  </p:childTnLst>
                                </p:cTn>
                              </p:par>
                              <p:par>
                                <p:cTn id="52" presetID="2" presetClass="entr" presetSubtype="2" decel="20000" fill="hold" grpId="0" nodeType="withEffect">
                                  <p:stCondLst>
                                    <p:cond delay="0"/>
                                  </p:stCondLst>
                                  <p:childTnLst>
                                    <p:set>
                                      <p:cBhvr>
                                        <p:cTn id="53" dur="1" fill="hold">
                                          <p:stCondLst>
                                            <p:cond delay="0"/>
                                          </p:stCondLst>
                                        </p:cTn>
                                        <p:tgtEl>
                                          <p:spTgt spid="24">
                                            <p:txEl>
                                              <p:pRg st="0" end="0"/>
                                            </p:txEl>
                                          </p:spTgt>
                                        </p:tgtEl>
                                        <p:attrNameLst>
                                          <p:attrName>style.visibility</p:attrName>
                                        </p:attrNameLst>
                                      </p:cBhvr>
                                      <p:to>
                                        <p:strVal val="visible"/>
                                      </p:to>
                                    </p:set>
                                    <p:anim calcmode="lin" valueType="num">
                                      <p:cBhvr additive="base">
                                        <p:cTn id="54" dur="5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2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P spid="12" grpId="0" animBg="1"/>
      <p:bldP spid="12" grpId="1" animBg="1"/>
      <p:bldP spid="12" grpId="2" animBg="1"/>
      <p:bldP spid="13" grpId="0" animBg="1"/>
      <p:bldP spid="13" grpId="1" animBg="1"/>
      <p:bldP spid="13" grpId="2" animBg="1"/>
      <p:bldP spid="18" grpId="0" build="p">
        <p:tmplLst>
          <p:tmpl lvl="1">
            <p:tnLst>
              <p:par>
                <p:cTn presetID="2" presetClass="entr" presetSubtype="2" decel="20000" fill="hold" nodeType="click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 presetClass="entr" presetSubtype="2" decel="2000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build="p">
        <p:tmplLst>
          <p:tmpl lvl="1">
            <p:tnLst>
              <p:par>
                <p:cTn presetID="2" presetClass="entr" presetSubtype="2" decel="20000" fill="hold" nodeType="click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2" presetClass="entr" presetSubtype="2" decel="2000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build="p">
        <p:tmplLst>
          <p:tmpl lvl="1">
            <p:tnLst>
              <p:par>
                <p:cTn presetID="2" presetClass="entr" presetSubtype="2" decel="20000" fill="hold" nodeType="click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2" decel="2000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1+#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ig Statement - Leaf">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AE796DBB-7792-6B1A-4BD6-1B6B3F4B736A}"/>
              </a:ext>
            </a:extLst>
          </p:cNvPr>
          <p:cNvGrpSpPr/>
          <p:nvPr/>
        </p:nvGrpSpPr>
        <p:grpSpPr>
          <a:xfrm>
            <a:off x="5111737" y="1408637"/>
            <a:ext cx="7077088" cy="4553747"/>
            <a:chOff x="5111737" y="1408637"/>
            <a:chExt cx="7077088" cy="4553747"/>
          </a:xfrm>
        </p:grpSpPr>
        <p:sp>
          <p:nvSpPr>
            <p:cNvPr id="33" name="Freeform: Shape 32">
              <a:extLst>
                <a:ext uri="{FF2B5EF4-FFF2-40B4-BE49-F238E27FC236}">
                  <a16:creationId xmlns:a16="http://schemas.microsoft.com/office/drawing/2014/main" id="{E4086297-1AF3-2A2B-2613-14EDF97D3E23}"/>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30" name="Freeform: Shape 29">
              <a:extLst>
                <a:ext uri="{FF2B5EF4-FFF2-40B4-BE49-F238E27FC236}">
                  <a16:creationId xmlns:a16="http://schemas.microsoft.com/office/drawing/2014/main" id="{6E43FCC5-AD89-BD2E-37A1-C8E7D4E39967}"/>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9" name="Text Placeholder 862">
            <a:extLst>
              <a:ext uri="{FF2B5EF4-FFF2-40B4-BE49-F238E27FC236}">
                <a16:creationId xmlns:a16="http://schemas.microsoft.com/office/drawing/2014/main" id="{65A5776C-9EB9-F84B-B0C4-411FA1106F62}"/>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4"/>
                </a:solidFill>
              </a:defRPr>
            </a:lvl1pPr>
            <a:lvl2pPr marL="273050" indent="0">
              <a:buNone/>
              <a:defRPr/>
            </a:lvl2pPr>
          </a:lstStyle>
          <a:p>
            <a:pPr lvl="0"/>
            <a:r>
              <a:rPr lang="en-US" dirty="0"/>
              <a:t>Slide with large text placeholder, green theme.</a:t>
            </a:r>
          </a:p>
        </p:txBody>
      </p:sp>
      <p:sp>
        <p:nvSpPr>
          <p:cNvPr id="15" name="page number">
            <a:extLst>
              <a:ext uri="{FF2B5EF4-FFF2-40B4-BE49-F238E27FC236}">
                <a16:creationId xmlns:a16="http://schemas.microsoft.com/office/drawing/2014/main" id="{55FF2E89-7A98-C14C-B802-9BBF588108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55FF2E89-7A98-C14C-B802-9BBF588108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270682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ig Statement - Aqua">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AE981AE-FE9F-186D-50E0-7F14F9BF53B6}"/>
              </a:ext>
            </a:extLst>
          </p:cNvPr>
          <p:cNvGrpSpPr/>
          <p:nvPr/>
        </p:nvGrpSpPr>
        <p:grpSpPr>
          <a:xfrm>
            <a:off x="5111737" y="1408637"/>
            <a:ext cx="7077088" cy="4553747"/>
            <a:chOff x="5111737" y="1408637"/>
            <a:chExt cx="7077088" cy="4553747"/>
          </a:xfrm>
        </p:grpSpPr>
        <p:sp>
          <p:nvSpPr>
            <p:cNvPr id="3" name="Freeform: Shape 2">
              <a:extLst>
                <a:ext uri="{FF2B5EF4-FFF2-40B4-BE49-F238E27FC236}">
                  <a16:creationId xmlns:a16="http://schemas.microsoft.com/office/drawing/2014/main" id="{4C6C08E0-382E-E034-0786-953B81FE7655}"/>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3" name="Freeform: Shape 12">
              <a:extLst>
                <a:ext uri="{FF2B5EF4-FFF2-40B4-BE49-F238E27FC236}">
                  <a16:creationId xmlns:a16="http://schemas.microsoft.com/office/drawing/2014/main" id="{E200D762-9980-0F2F-A4D2-E7F64294A756}"/>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9" name="Text Placeholder 862">
            <a:extLst>
              <a:ext uri="{FF2B5EF4-FFF2-40B4-BE49-F238E27FC236}">
                <a16:creationId xmlns:a16="http://schemas.microsoft.com/office/drawing/2014/main" id="{113BEA88-710C-A54D-A13C-5E36B6B878B7}"/>
              </a:ext>
            </a:extLst>
          </p:cNvPr>
          <p:cNvSpPr>
            <a:spLocks noGrp="1"/>
          </p:cNvSpPr>
          <p:nvPr>
            <p:ph type="body" sz="quarter" idx="12" hasCustomPrompt="1"/>
          </p:nvPr>
        </p:nvSpPr>
        <p:spPr>
          <a:xfrm>
            <a:off x="580171" y="2233670"/>
            <a:ext cx="6525709" cy="22859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dirty="0"/>
              <a:t>Slide with large text placeholder, blue theme.</a:t>
            </a:r>
          </a:p>
        </p:txBody>
      </p:sp>
      <p:sp>
        <p:nvSpPr>
          <p:cNvPr id="16" name="page number">
            <a:extLst>
              <a:ext uri="{FF2B5EF4-FFF2-40B4-BE49-F238E27FC236}">
                <a16:creationId xmlns:a16="http://schemas.microsoft.com/office/drawing/2014/main" id="{3A15EC20-3B57-4E4E-872C-A34852CBEF1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3A15EC20-3B57-4E4E-872C-A34852CBEF1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6763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ig Statement - Plum">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76AE21A-751A-3AAB-6E34-CE624563FF91}"/>
              </a:ext>
            </a:extLst>
          </p:cNvPr>
          <p:cNvGrpSpPr/>
          <p:nvPr/>
        </p:nvGrpSpPr>
        <p:grpSpPr>
          <a:xfrm>
            <a:off x="5111737" y="1408637"/>
            <a:ext cx="7077088" cy="4553747"/>
            <a:chOff x="5111737" y="1408637"/>
            <a:chExt cx="7077088" cy="4553747"/>
          </a:xfrm>
        </p:grpSpPr>
        <p:sp>
          <p:nvSpPr>
            <p:cNvPr id="13" name="Freeform: Shape 12">
              <a:extLst>
                <a:ext uri="{FF2B5EF4-FFF2-40B4-BE49-F238E27FC236}">
                  <a16:creationId xmlns:a16="http://schemas.microsoft.com/office/drawing/2014/main" id="{FCFA1240-3D0D-AB66-BC3F-80EED3546482}"/>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6000">
                  <a:schemeClr val="accent5"/>
                </a:gs>
                <a:gs pos="7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4" name="Freeform: Shape 13">
              <a:extLst>
                <a:ext uri="{FF2B5EF4-FFF2-40B4-BE49-F238E27FC236}">
                  <a16:creationId xmlns:a16="http://schemas.microsoft.com/office/drawing/2014/main" id="{A884ED15-B8BE-771F-D78D-1BE6D9F66CCF}"/>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5"/>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10" name="Text Placeholder 862">
            <a:extLst>
              <a:ext uri="{FF2B5EF4-FFF2-40B4-BE49-F238E27FC236}">
                <a16:creationId xmlns:a16="http://schemas.microsoft.com/office/drawing/2014/main" id="{BB1BA4EC-6D18-954E-81DD-4678CFBE6FFB}"/>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5"/>
                </a:solidFill>
              </a:defRPr>
            </a:lvl1pPr>
            <a:lvl2pPr marL="273050" indent="0">
              <a:buNone/>
              <a:defRPr/>
            </a:lvl2pPr>
          </a:lstStyle>
          <a:p>
            <a:pPr lvl="0"/>
            <a:r>
              <a:rPr lang="en-US" dirty="0"/>
              <a:t>Slide with large text placeholder, purple theme.</a:t>
            </a:r>
          </a:p>
        </p:txBody>
      </p:sp>
      <p:sp>
        <p:nvSpPr>
          <p:cNvPr id="16" name="page number">
            <a:extLst>
              <a:ext uri="{FF2B5EF4-FFF2-40B4-BE49-F238E27FC236}">
                <a16:creationId xmlns:a16="http://schemas.microsoft.com/office/drawing/2014/main" id="{312DD3E6-E621-1B4F-9197-621CC0C346A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312DD3E6-E621-1B4F-9197-621CC0C346A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828199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ig Statement 2 - Leaf ">
    <p:spTree>
      <p:nvGrpSpPr>
        <p:cNvPr id="1" name=""/>
        <p:cNvGrpSpPr/>
        <p:nvPr/>
      </p:nvGrpSpPr>
      <p:grpSpPr>
        <a:xfrm>
          <a:off x="0" y="0"/>
          <a:ext cx="0" cy="0"/>
          <a:chOff x="0" y="0"/>
          <a:chExt cx="0" cy="0"/>
        </a:xfrm>
      </p:grpSpPr>
      <p:sp>
        <p:nvSpPr>
          <p:cNvPr id="61" name="Freeform: Shape 60">
            <a:extLst>
              <a:ext uri="{FF2B5EF4-FFF2-40B4-BE49-F238E27FC236}">
                <a16:creationId xmlns:a16="http://schemas.microsoft.com/office/drawing/2014/main" id="{552AB5D8-753F-CA24-2C8A-45BC9791756E}"/>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1A0A18CC-E157-AD15-E51D-50F3DC99465B}"/>
              </a:ext>
            </a:extLst>
          </p:cNvPr>
          <p:cNvSpPr/>
          <p:nvPr userDrawn="1"/>
        </p:nvSpPr>
        <p:spPr>
          <a:xfrm>
            <a:off x="6457030" y="355921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rgbClr val="61A30E"/>
              </a:gs>
              <a:gs pos="83000">
                <a:srgbClr val="0095C4"/>
              </a:gs>
            </a:gsLst>
            <a:lin ang="18900033" scaled="1"/>
          </a:gradFill>
          <a:ln w="0" cap="flat">
            <a:noFill/>
            <a:prstDash val="solid"/>
            <a:miter/>
          </a:ln>
        </p:spPr>
        <p:txBody>
          <a:bodyPr rtlCol="0" anchor="ctr"/>
          <a:lstStyle/>
          <a:p>
            <a:endParaRPr lang="en-US" dirty="0"/>
          </a:p>
        </p:txBody>
      </p:sp>
      <p:sp>
        <p:nvSpPr>
          <p:cNvPr id="28" name="Title 1">
            <a:extLst>
              <a:ext uri="{FF2B5EF4-FFF2-40B4-BE49-F238E27FC236}">
                <a16:creationId xmlns:a16="http://schemas.microsoft.com/office/drawing/2014/main" id="{426C215B-BC62-3CF9-EDF0-6413174A435A}"/>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 </a:t>
            </a:r>
            <a:br>
              <a:rPr lang="en-US"/>
            </a:br>
            <a:r>
              <a:rPr lang="en-US"/>
              <a:t>Green Theme</a:t>
            </a:r>
          </a:p>
        </p:txBody>
      </p:sp>
      <p:sp>
        <p:nvSpPr>
          <p:cNvPr id="29" name="Subtitle">
            <a:extLst>
              <a:ext uri="{FF2B5EF4-FFF2-40B4-BE49-F238E27FC236}">
                <a16:creationId xmlns:a16="http://schemas.microsoft.com/office/drawing/2014/main" id="{615FECE3-9918-4B48-E68F-739600E4B93A}"/>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7" name="page number">
            <a:extLst>
              <a:ext uri="{FF2B5EF4-FFF2-40B4-BE49-F238E27FC236}">
                <a16:creationId xmlns:a16="http://schemas.microsoft.com/office/drawing/2014/main" id="{4144FBF0-61D7-2140-A159-ECF2E9CDDA2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334703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Big Statement 2 - Aqua">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C6694C6-6A30-F4F5-68A3-ABC8048E7AE9}"/>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C43BE5DC-D92A-9A5C-C8AE-7A979F11542A}"/>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2"/>
              </a:gs>
              <a:gs pos="83000">
                <a:srgbClr val="0095C4"/>
              </a:gs>
            </a:gsLst>
            <a:lin ang="18900033" scaled="1"/>
          </a:gradFill>
          <a:ln w="0" cap="flat">
            <a:noFill/>
            <a:prstDash val="solid"/>
            <a:miter/>
          </a:ln>
        </p:spPr>
        <p:txBody>
          <a:bodyPr rtlCol="0" anchor="ctr"/>
          <a:lstStyle/>
          <a:p>
            <a:endParaRPr lang="en-US" dirty="0"/>
          </a:p>
        </p:txBody>
      </p:sp>
      <p:sp>
        <p:nvSpPr>
          <p:cNvPr id="8" name="page number">
            <a:extLst>
              <a:ext uri="{FF2B5EF4-FFF2-40B4-BE49-F238E27FC236}">
                <a16:creationId xmlns:a16="http://schemas.microsoft.com/office/drawing/2014/main" id="{45469056-638C-FF40-8AA5-0675077535B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9" name="Title 1">
            <a:extLst>
              <a:ext uri="{FF2B5EF4-FFF2-40B4-BE49-F238E27FC236}">
                <a16:creationId xmlns:a16="http://schemas.microsoft.com/office/drawing/2014/main" id="{001CFD5C-7C19-8E30-BF20-52E7629C490B}"/>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a:t>
            </a:r>
            <a:br>
              <a:rPr lang="en-US"/>
            </a:br>
            <a:r>
              <a:rPr lang="en-US"/>
              <a:t>Blue Theme</a:t>
            </a:r>
          </a:p>
        </p:txBody>
      </p:sp>
      <p:sp>
        <p:nvSpPr>
          <p:cNvPr id="30" name="Subtitle">
            <a:extLst>
              <a:ext uri="{FF2B5EF4-FFF2-40B4-BE49-F238E27FC236}">
                <a16:creationId xmlns:a16="http://schemas.microsoft.com/office/drawing/2014/main" id="{2765CEAA-0CA6-BE98-B450-1301D576C6A5}"/>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0" name="Freeform: Shape 5">
            <a:extLst>
              <a:ext uri="{FF2B5EF4-FFF2-40B4-BE49-F238E27FC236}">
                <a16:creationId xmlns:a16="http://schemas.microsoft.com/office/drawing/2014/main" id="{DC6694C6-6A30-F4F5-68A3-ABC8048E7AE9}"/>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2" name="page number">
            <a:extLst>
              <a:ext uri="{FF2B5EF4-FFF2-40B4-BE49-F238E27FC236}">
                <a16:creationId xmlns:a16="http://schemas.microsoft.com/office/drawing/2014/main" id="{45469056-638C-FF40-8AA5-0675077535B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220227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Big Statement 2 - Plum">
    <p:spTree>
      <p:nvGrpSpPr>
        <p:cNvPr id="1" name=""/>
        <p:cNvGrpSpPr/>
        <p:nvPr/>
      </p:nvGrpSpPr>
      <p:grpSpPr>
        <a:xfrm>
          <a:off x="0" y="0"/>
          <a:ext cx="0" cy="0"/>
          <a:chOff x="0" y="0"/>
          <a:chExt cx="0" cy="0"/>
        </a:xfrm>
      </p:grpSpPr>
      <p:sp>
        <p:nvSpPr>
          <p:cNvPr id="32" name="Freeform: Shape 31">
            <a:extLst>
              <a:ext uri="{FF2B5EF4-FFF2-40B4-BE49-F238E27FC236}">
                <a16:creationId xmlns:a16="http://schemas.microsoft.com/office/drawing/2014/main" id="{23AA4DDC-2936-0AB6-8344-5481913C661E}"/>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C2AE01D1-6E35-D230-30F3-0D3E2F8A5364}"/>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5"/>
              </a:gs>
              <a:gs pos="83000">
                <a:srgbClr val="0095C4"/>
              </a:gs>
            </a:gsLst>
            <a:lin ang="18900033" scaled="1"/>
          </a:gradFill>
          <a:ln w="0" cap="flat">
            <a:noFill/>
            <a:prstDash val="solid"/>
            <a:miter/>
          </a:ln>
        </p:spPr>
        <p:txBody>
          <a:bodyPr rtlCol="0" anchor="ctr"/>
          <a:lstStyle/>
          <a:p>
            <a:endParaRPr lang="en-US" dirty="0"/>
          </a:p>
        </p:txBody>
      </p:sp>
      <p:sp>
        <p:nvSpPr>
          <p:cNvPr id="7" name="page number">
            <a:extLst>
              <a:ext uri="{FF2B5EF4-FFF2-40B4-BE49-F238E27FC236}">
                <a16:creationId xmlns:a16="http://schemas.microsoft.com/office/drawing/2014/main" id="{2A1148C9-BE55-F64C-8A6E-A5239BDB408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 name="Title 1">
            <a:extLst>
              <a:ext uri="{FF2B5EF4-FFF2-40B4-BE49-F238E27FC236}">
                <a16:creationId xmlns:a16="http://schemas.microsoft.com/office/drawing/2014/main" id="{98CA9A76-8DB9-793E-B69C-4DDA15EBC5E2}"/>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Big Statement – </a:t>
            </a:r>
            <a:br>
              <a:rPr lang="en-US" dirty="0"/>
            </a:br>
            <a:r>
              <a:rPr lang="en-US" dirty="0"/>
              <a:t>Purple Theme</a:t>
            </a:r>
          </a:p>
        </p:txBody>
      </p:sp>
      <p:sp>
        <p:nvSpPr>
          <p:cNvPr id="3" name="Subtitle">
            <a:extLst>
              <a:ext uri="{FF2B5EF4-FFF2-40B4-BE49-F238E27FC236}">
                <a16:creationId xmlns:a16="http://schemas.microsoft.com/office/drawing/2014/main" id="{E9F2B30E-136B-200F-6F46-63B36E449AFD}"/>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9" name="Freeform: Shape 31">
            <a:extLst>
              <a:ext uri="{FF2B5EF4-FFF2-40B4-BE49-F238E27FC236}">
                <a16:creationId xmlns:a16="http://schemas.microsoft.com/office/drawing/2014/main" id="{23AA4DDC-2936-0AB6-8344-5481913C661E}"/>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11" name="page number">
            <a:extLst>
              <a:ext uri="{FF2B5EF4-FFF2-40B4-BE49-F238E27FC236}">
                <a16:creationId xmlns:a16="http://schemas.microsoft.com/office/drawing/2014/main" id="{2A1148C9-BE55-F64C-8A6E-A5239BDB408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013995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Big Statement with Photo">
    <p:spTree>
      <p:nvGrpSpPr>
        <p:cNvPr id="1" name=""/>
        <p:cNvGrpSpPr/>
        <p:nvPr/>
      </p:nvGrpSpPr>
      <p:grpSpPr>
        <a:xfrm>
          <a:off x="0" y="0"/>
          <a:ext cx="0" cy="0"/>
          <a:chOff x="0" y="0"/>
          <a:chExt cx="0" cy="0"/>
        </a:xfrm>
      </p:grpSpPr>
      <p:sp>
        <p:nvSpPr>
          <p:cNvPr id="17" name="Text Placeholder 862">
            <a:extLst>
              <a:ext uri="{FF2B5EF4-FFF2-40B4-BE49-F238E27FC236}">
                <a16:creationId xmlns:a16="http://schemas.microsoft.com/office/drawing/2014/main" id="{C8F55BC8-3E55-49EB-BF20-18EB4F7F5970}"/>
              </a:ext>
            </a:extLst>
          </p:cNvPr>
          <p:cNvSpPr>
            <a:spLocks noGrp="1"/>
          </p:cNvSpPr>
          <p:nvPr>
            <p:ph type="body" sz="quarter" idx="12" hasCustomPrompt="1"/>
          </p:nvPr>
        </p:nvSpPr>
        <p:spPr>
          <a:xfrm>
            <a:off x="608014" y="2514600"/>
            <a:ext cx="5485844" cy="18287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a:t>Click to add text</a:t>
            </a:r>
          </a:p>
        </p:txBody>
      </p:sp>
      <p:sp>
        <p:nvSpPr>
          <p:cNvPr id="4" name="Picture Placeholder 3">
            <a:extLst>
              <a:ext uri="{FF2B5EF4-FFF2-40B4-BE49-F238E27FC236}">
                <a16:creationId xmlns:a16="http://schemas.microsoft.com/office/drawing/2014/main" id="{05DD6E7D-B875-48DF-B6A8-450BD6AE1716}"/>
              </a:ext>
            </a:extLst>
          </p:cNvPr>
          <p:cNvSpPr>
            <a:spLocks noGrp="1"/>
          </p:cNvSpPr>
          <p:nvPr>
            <p:ph type="pic" sz="quarter" idx="11" hasCustomPrompt="1"/>
          </p:nvPr>
        </p:nvSpPr>
        <p:spPr>
          <a:xfrm>
            <a:off x="6785687" y="69850"/>
            <a:ext cx="5403138" cy="6788150"/>
          </a:xfrm>
        </p:spPr>
        <p:txBody>
          <a:bodyPr lIns="640080" tIns="0" rIns="640080" anchor="ctr"/>
          <a:lstStyle>
            <a:lvl1pPr algn="ctr">
              <a:defRPr>
                <a:solidFill>
                  <a:schemeClr val="tx1"/>
                </a:solidFill>
              </a:defRPr>
            </a:lvl1pPr>
          </a:lstStyle>
          <a:p>
            <a:r>
              <a:rPr lang="en-US" dirty="0"/>
              <a:t>Click on the icon to insert a picture from your computer</a:t>
            </a:r>
          </a:p>
        </p:txBody>
      </p:sp>
      <p:sp>
        <p:nvSpPr>
          <p:cNvPr id="6" name="page number">
            <a:extLst>
              <a:ext uri="{FF2B5EF4-FFF2-40B4-BE49-F238E27FC236}">
                <a16:creationId xmlns:a16="http://schemas.microsoft.com/office/drawing/2014/main" id="{1AAC44A2-B8BC-4B45-BE44-C4C65AFCB66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1AAC44A2-B8BC-4B45-BE44-C4C65AFCB66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856434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Big Statist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B88A46-F304-51F6-1AAF-726E7309052D}"/>
              </a:ext>
            </a:extLst>
          </p:cNvPr>
          <p:cNvSpPr/>
          <p:nvPr/>
        </p:nvSpPr>
        <p:spPr>
          <a:xfrm>
            <a:off x="0" y="4332288"/>
            <a:ext cx="12188825" cy="2525712"/>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Oval 2">
            <a:extLst>
              <a:ext uri="{FF2B5EF4-FFF2-40B4-BE49-F238E27FC236}">
                <a16:creationId xmlns:a16="http://schemas.microsoft.com/office/drawing/2014/main" id="{24AFE851-C873-10C5-E165-301FDB834692}"/>
              </a:ext>
            </a:extLst>
          </p:cNvPr>
          <p:cNvSpPr/>
          <p:nvPr/>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Text Placeholder 14" descr="Doughnut chart label 3">
            <a:extLst>
              <a:ext uri="{FF2B5EF4-FFF2-40B4-BE49-F238E27FC236}">
                <a16:creationId xmlns:a16="http://schemas.microsoft.com/office/drawing/2014/main" id="{E4BDA96F-134D-4855-8751-F1043ABF3B47}"/>
              </a:ext>
            </a:extLst>
          </p:cNvPr>
          <p:cNvSpPr>
            <a:spLocks noGrp="1"/>
          </p:cNvSpPr>
          <p:nvPr>
            <p:ph type="body" sz="quarter" idx="11" hasCustomPrompt="1"/>
          </p:nvPr>
        </p:nvSpPr>
        <p:spPr>
          <a:xfrm>
            <a:off x="6096000" y="2514599"/>
            <a:ext cx="5027613" cy="1371601"/>
          </a:xfrm>
        </p:spPr>
        <p:txBody>
          <a:bodyPr anchor="ctr"/>
          <a:lstStyle>
            <a:lvl1pPr>
              <a:spcBef>
                <a:spcPts val="0"/>
              </a:spcBef>
              <a:defRPr sz="3600">
                <a:solidFill>
                  <a:schemeClr val="accent2"/>
                </a:solidFill>
              </a:defRPr>
            </a:lvl1pPr>
          </a:lstStyle>
          <a:p>
            <a:pPr lvl="0"/>
            <a:r>
              <a:rPr lang="en-US" dirty="0"/>
              <a:t>Doughnut Chart slide, click to add text here</a:t>
            </a:r>
          </a:p>
        </p:txBody>
      </p:sp>
      <p:sp>
        <p:nvSpPr>
          <p:cNvPr id="13" name="Text Placeholder 12" descr="Doughnut chart label 1">
            <a:extLst>
              <a:ext uri="{FF2B5EF4-FFF2-40B4-BE49-F238E27FC236}">
                <a16:creationId xmlns:a16="http://schemas.microsoft.com/office/drawing/2014/main" id="{8C4F4198-4BE0-4282-8B86-20DED598DC17}"/>
              </a:ext>
            </a:extLst>
          </p:cNvPr>
          <p:cNvSpPr>
            <a:spLocks noGrp="1"/>
          </p:cNvSpPr>
          <p:nvPr>
            <p:ph type="body" sz="quarter" idx="18"/>
          </p:nvPr>
        </p:nvSpPr>
        <p:spPr>
          <a:xfrm>
            <a:off x="608330" y="5507147"/>
            <a:ext cx="1371064" cy="423862"/>
          </a:xfrm>
        </p:spPr>
        <p:txBody>
          <a:bodyPr/>
          <a:lstStyle>
            <a:lvl1pPr algn="l">
              <a:defRPr sz="1200">
                <a:solidFill>
                  <a:schemeClr val="tx1"/>
                </a:solidFill>
              </a:defRPr>
            </a:lvl1pPr>
          </a:lstStyle>
          <a:p>
            <a:pPr lvl="0"/>
            <a:r>
              <a:rPr lang="en-US"/>
              <a:t>Click to edit Master text styles</a:t>
            </a:r>
          </a:p>
        </p:txBody>
      </p:sp>
      <p:sp>
        <p:nvSpPr>
          <p:cNvPr id="70" name="Text Placeholder 12" descr="Doughnut chart label 2">
            <a:extLst>
              <a:ext uri="{FF2B5EF4-FFF2-40B4-BE49-F238E27FC236}">
                <a16:creationId xmlns:a16="http://schemas.microsoft.com/office/drawing/2014/main" id="{4B5F4E67-F2E8-4777-B495-668C321DCBAF}"/>
              </a:ext>
            </a:extLst>
          </p:cNvPr>
          <p:cNvSpPr>
            <a:spLocks noGrp="1"/>
          </p:cNvSpPr>
          <p:nvPr>
            <p:ph type="body" sz="quarter" idx="19"/>
          </p:nvPr>
        </p:nvSpPr>
        <p:spPr>
          <a:xfrm>
            <a:off x="2436416" y="5507147"/>
            <a:ext cx="1371064" cy="423862"/>
          </a:xfrm>
        </p:spPr>
        <p:txBody>
          <a:bodyPr/>
          <a:lstStyle>
            <a:lvl1pPr algn="l">
              <a:defRPr sz="1200">
                <a:solidFill>
                  <a:schemeClr val="tx1"/>
                </a:solidFill>
              </a:defRPr>
            </a:lvl1pPr>
          </a:lstStyle>
          <a:p>
            <a:pPr lvl="0"/>
            <a:r>
              <a:rPr lang="en-US"/>
              <a:t>Click to edit Master text styles</a:t>
            </a:r>
          </a:p>
        </p:txBody>
      </p:sp>
      <p:sp>
        <p:nvSpPr>
          <p:cNvPr id="71" name="Text Placeholder 12" descr="Doughnut chart label 4">
            <a:extLst>
              <a:ext uri="{FF2B5EF4-FFF2-40B4-BE49-F238E27FC236}">
                <a16:creationId xmlns:a16="http://schemas.microsoft.com/office/drawing/2014/main" id="{704846F3-64ED-4181-8AEC-68B9734DA96D}"/>
              </a:ext>
            </a:extLst>
          </p:cNvPr>
          <p:cNvSpPr>
            <a:spLocks noGrp="1"/>
          </p:cNvSpPr>
          <p:nvPr>
            <p:ph type="body" sz="quarter" idx="20"/>
          </p:nvPr>
        </p:nvSpPr>
        <p:spPr>
          <a:xfrm>
            <a:off x="4261103" y="5507147"/>
            <a:ext cx="1371064" cy="423862"/>
          </a:xfrm>
        </p:spPr>
        <p:txBody>
          <a:bodyPr/>
          <a:lstStyle>
            <a:lvl1pPr algn="l">
              <a:defRPr sz="1200">
                <a:solidFill>
                  <a:schemeClr val="tx1"/>
                </a:solidFill>
              </a:defRPr>
            </a:lvl1pPr>
          </a:lstStyle>
          <a:p>
            <a:pPr lvl="0"/>
            <a:r>
              <a:rPr lang="en-US"/>
              <a:t>Click to edit Master text styles</a:t>
            </a:r>
          </a:p>
        </p:txBody>
      </p:sp>
      <p:sp>
        <p:nvSpPr>
          <p:cNvPr id="72" name="Text Placeholder 12" descr="Doughnut chart label 5">
            <a:extLst>
              <a:ext uri="{FF2B5EF4-FFF2-40B4-BE49-F238E27FC236}">
                <a16:creationId xmlns:a16="http://schemas.microsoft.com/office/drawing/2014/main" id="{DD17F439-D919-44B7-889F-96A1DAF172D4}"/>
              </a:ext>
            </a:extLst>
          </p:cNvPr>
          <p:cNvSpPr>
            <a:spLocks noGrp="1"/>
          </p:cNvSpPr>
          <p:nvPr>
            <p:ph type="body" sz="quarter" idx="21"/>
          </p:nvPr>
        </p:nvSpPr>
        <p:spPr>
          <a:xfrm>
            <a:off x="6088109" y="5507147"/>
            <a:ext cx="1371064" cy="423862"/>
          </a:xfrm>
        </p:spPr>
        <p:txBody>
          <a:bodyPr/>
          <a:lstStyle>
            <a:lvl1pPr algn="l">
              <a:defRPr sz="1200">
                <a:solidFill>
                  <a:schemeClr val="tx1"/>
                </a:solidFill>
              </a:defRPr>
            </a:lvl1pPr>
          </a:lstStyle>
          <a:p>
            <a:pPr lvl="0"/>
            <a:r>
              <a:rPr lang="en-US"/>
              <a:t>Click to edit Master text styles</a:t>
            </a:r>
          </a:p>
        </p:txBody>
      </p:sp>
      <p:sp>
        <p:nvSpPr>
          <p:cNvPr id="73" name="Text Placeholder 12" descr="Doughnut chart label 6">
            <a:extLst>
              <a:ext uri="{FF2B5EF4-FFF2-40B4-BE49-F238E27FC236}">
                <a16:creationId xmlns:a16="http://schemas.microsoft.com/office/drawing/2014/main" id="{0DA74846-CC03-44FE-9AE5-4975E808F8A0}"/>
              </a:ext>
            </a:extLst>
          </p:cNvPr>
          <p:cNvSpPr>
            <a:spLocks noGrp="1"/>
          </p:cNvSpPr>
          <p:nvPr>
            <p:ph type="body" sz="quarter" idx="22"/>
          </p:nvPr>
        </p:nvSpPr>
        <p:spPr>
          <a:xfrm>
            <a:off x="7920672" y="5507147"/>
            <a:ext cx="1371064" cy="423862"/>
          </a:xfrm>
        </p:spPr>
        <p:txBody>
          <a:bodyPr/>
          <a:lstStyle>
            <a:lvl1pPr algn="l">
              <a:defRPr sz="1200">
                <a:solidFill>
                  <a:schemeClr val="tx1"/>
                </a:solidFill>
              </a:defRPr>
            </a:lvl1pPr>
          </a:lstStyle>
          <a:p>
            <a:pPr lvl="0"/>
            <a:r>
              <a:rPr lang="en-US"/>
              <a:t>Click to edit Master text styles</a:t>
            </a:r>
          </a:p>
        </p:txBody>
      </p:sp>
      <p:sp>
        <p:nvSpPr>
          <p:cNvPr id="16" name="page number">
            <a:extLst>
              <a:ext uri="{FF2B5EF4-FFF2-40B4-BE49-F238E27FC236}">
                <a16:creationId xmlns:a16="http://schemas.microsoft.com/office/drawing/2014/main" id="{5FED840F-E343-734C-96BA-0EFF5AE5DAD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grpSp>
        <p:nvGrpSpPr>
          <p:cNvPr id="9" name="Graphic 8">
            <a:extLst>
              <a:ext uri="{FF2B5EF4-FFF2-40B4-BE49-F238E27FC236}">
                <a16:creationId xmlns:a16="http://schemas.microsoft.com/office/drawing/2014/main" id="{51D71EBD-582E-1FCD-4FB5-19DB293014E0}"/>
              </a:ext>
            </a:extLst>
          </p:cNvPr>
          <p:cNvGrpSpPr/>
          <p:nvPr/>
        </p:nvGrpSpPr>
        <p:grpSpPr>
          <a:xfrm>
            <a:off x="265625" y="6323271"/>
            <a:ext cx="1249223" cy="369648"/>
            <a:chOff x="265625" y="6323271"/>
            <a:chExt cx="1249223" cy="369648"/>
          </a:xfrm>
          <a:solidFill>
            <a:srgbClr val="000000"/>
          </a:solidFill>
        </p:grpSpPr>
        <p:grpSp>
          <p:nvGrpSpPr>
            <p:cNvPr id="1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22"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1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4"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7"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8"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9"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0"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1"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5" name="Oval 34">
            <a:extLst>
              <a:ext uri="{FF2B5EF4-FFF2-40B4-BE49-F238E27FC236}">
                <a16:creationId xmlns:a16="http://schemas.microsoft.com/office/drawing/2014/main" id="{24AFE851-C873-10C5-E165-301FDB834692}"/>
              </a:ext>
            </a:extLst>
          </p:cNvPr>
          <p:cNvSpPr/>
          <p:nvPr userDrawn="1"/>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6" name="page number">
            <a:extLst>
              <a:ext uri="{FF2B5EF4-FFF2-40B4-BE49-F238E27FC236}">
                <a16:creationId xmlns:a16="http://schemas.microsoft.com/office/drawing/2014/main" id="{5FED840F-E343-734C-96BA-0EFF5AE5DAD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grpSp>
        <p:nvGrpSpPr>
          <p:cNvPr id="39" name="Graphic 8">
            <a:extLst>
              <a:ext uri="{FF2B5EF4-FFF2-40B4-BE49-F238E27FC236}">
                <a16:creationId xmlns:a16="http://schemas.microsoft.com/office/drawing/2014/main" id="{51D71EBD-582E-1FCD-4FB5-19DB293014E0}"/>
              </a:ext>
            </a:extLst>
          </p:cNvPr>
          <p:cNvGrpSpPr/>
          <p:nvPr userDrawn="1"/>
        </p:nvGrpSpPr>
        <p:grpSpPr>
          <a:xfrm>
            <a:off x="265625" y="6323271"/>
            <a:ext cx="1249223" cy="369648"/>
            <a:chOff x="265625" y="6323271"/>
            <a:chExt cx="1249223" cy="369648"/>
          </a:xfrm>
          <a:solidFill>
            <a:srgbClr val="000000"/>
          </a:solidFill>
        </p:grpSpPr>
        <p:grpSp>
          <p:nvGrpSpPr>
            <p:cNvPr id="4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49"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0"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1"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2"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3"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5"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6"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4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3"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4"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5"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6"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7"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8"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23" name="Chart Placeholder 22">
            <a:extLst>
              <a:ext uri="{FF2B5EF4-FFF2-40B4-BE49-F238E27FC236}">
                <a16:creationId xmlns:a16="http://schemas.microsoft.com/office/drawing/2014/main" id="{4093E53D-7586-4113-99BD-F45F1343692F}"/>
              </a:ext>
            </a:extLst>
          </p:cNvPr>
          <p:cNvSpPr>
            <a:spLocks noGrp="1"/>
          </p:cNvSpPr>
          <p:nvPr>
            <p:ph type="chart" sz="quarter" idx="13" hasCustomPrompt="1"/>
          </p:nvPr>
        </p:nvSpPr>
        <p:spPr bwMode="gray">
          <a:xfrm>
            <a:off x="662672" y="722997"/>
            <a:ext cx="4480256" cy="4480256"/>
          </a:xfrm>
        </p:spPr>
        <p:txBody>
          <a:bodyPr anchor="ctr"/>
          <a:lstStyle>
            <a:lvl1pPr algn="ctr">
              <a:defRPr>
                <a:solidFill>
                  <a:schemeClr val="tx1"/>
                </a:solidFill>
              </a:defRPr>
            </a:lvl1pPr>
          </a:lstStyle>
          <a:p>
            <a:r>
              <a:rPr lang="en-US" dirty="0"/>
              <a:t>Click to insert a </a:t>
            </a:r>
            <a:br>
              <a:rPr lang="en-US" dirty="0"/>
            </a:br>
            <a:r>
              <a:rPr lang="en-US" dirty="0"/>
              <a:t>Doughnut chart</a:t>
            </a:r>
          </a:p>
        </p:txBody>
      </p:sp>
      <p:sp>
        <p:nvSpPr>
          <p:cNvPr id="5" name="TextBox 4">
            <a:extLst>
              <a:ext uri="{FF2B5EF4-FFF2-40B4-BE49-F238E27FC236}">
                <a16:creationId xmlns:a16="http://schemas.microsoft.com/office/drawing/2014/main" id="{9EE7E0D9-D41D-881D-F813-4A2FF0C435F7}"/>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996566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page number">
            <a:extLst>
              <a:ext uri="{FF2B5EF4-FFF2-40B4-BE49-F238E27FC236}">
                <a16:creationId xmlns:a16="http://schemas.microsoft.com/office/drawing/2014/main" id="{BE17F87B-8433-6C45-84D8-13DF5C0ADDB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3" name="page number">
            <a:extLst>
              <a:ext uri="{FF2B5EF4-FFF2-40B4-BE49-F238E27FC236}">
                <a16:creationId xmlns:a16="http://schemas.microsoft.com/office/drawing/2014/main" id="{BE17F87B-8433-6C45-84D8-13DF5C0ADDB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358493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Actually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4024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1_Full-Bleed Photo 2">
    <p:bg>
      <p:bgPr>
        <a:blipFill dpi="0" rotWithShape="1">
          <a:blip r:embed="rId2">
            <a:lum/>
          </a:blip>
          <a:srcRect/>
          <a:stretch>
            <a:fillRect t="-10000" b="-10000"/>
          </a:stretch>
        </a:blipFill>
        <a:effectLst/>
      </p:bgPr>
    </p:bg>
    <p:spTree>
      <p:nvGrpSpPr>
        <p:cNvPr id="1" name=""/>
        <p:cNvGrpSpPr/>
        <p:nvPr/>
      </p:nvGrpSpPr>
      <p:grpSpPr>
        <a:xfrm>
          <a:off x="0" y="0"/>
          <a:ext cx="0" cy="0"/>
          <a:chOff x="0" y="0"/>
          <a:chExt cx="0" cy="0"/>
        </a:xfrm>
      </p:grpSpPr>
      <p:sp>
        <p:nvSpPr>
          <p:cNvPr id="11" name="page number">
            <a:extLst>
              <a:ext uri="{FF2B5EF4-FFF2-40B4-BE49-F238E27FC236}">
                <a16:creationId xmlns:a16="http://schemas.microsoft.com/office/drawing/2014/main" id="{55062593-5C0A-1043-8749-AF6C4D1E873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2" name="TextBox 1">
            <a:extLst>
              <a:ext uri="{FF2B5EF4-FFF2-40B4-BE49-F238E27FC236}">
                <a16:creationId xmlns:a16="http://schemas.microsoft.com/office/drawing/2014/main" id="{C682F43D-B7AC-B18F-9189-FA59A807C71C}"/>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chemeClr val="bg1"/>
                </a:solidFill>
                <a:latin typeface="Arial" panose="020B0604020202020204" pitchFamily="34" charset="0"/>
                <a:sym typeface="Arial" panose="020B0604020202020204" pitchFamily="34" charset="0"/>
                <a:rtl val="0"/>
              </a:rPr>
              <a:t>.  </a:t>
            </a:r>
          </a:p>
        </p:txBody>
      </p:sp>
      <p:grpSp>
        <p:nvGrpSpPr>
          <p:cNvPr id="9" name="Graphic 8">
            <a:extLst>
              <a:ext uri="{FF2B5EF4-FFF2-40B4-BE49-F238E27FC236}">
                <a16:creationId xmlns:a16="http://schemas.microsoft.com/office/drawing/2014/main" id="{7855E429-EE5F-A662-3A5F-984B499AA750}"/>
              </a:ext>
            </a:extLst>
          </p:cNvPr>
          <p:cNvGrpSpPr/>
          <p:nvPr userDrawn="1"/>
        </p:nvGrpSpPr>
        <p:grpSpPr>
          <a:xfrm>
            <a:off x="265625" y="6323271"/>
            <a:ext cx="1249223" cy="369648"/>
            <a:chOff x="265625" y="6323271"/>
            <a:chExt cx="1249223" cy="369648"/>
          </a:xfrm>
          <a:solidFill>
            <a:schemeClr val="bg1"/>
          </a:solidFill>
        </p:grpSpPr>
        <p:grpSp>
          <p:nvGrpSpPr>
            <p:cNvPr id="10" name="Graphic 8">
              <a:extLst>
                <a:ext uri="{FF2B5EF4-FFF2-40B4-BE49-F238E27FC236}">
                  <a16:creationId xmlns:a16="http://schemas.microsoft.com/office/drawing/2014/main" id="{4F5F4771-6F17-344D-A184-324EF5C0B82D}"/>
                </a:ext>
              </a:extLst>
            </p:cNvPr>
            <p:cNvGrpSpPr/>
            <p:nvPr/>
          </p:nvGrpSpPr>
          <p:grpSpPr>
            <a:xfrm>
              <a:off x="745455" y="6594444"/>
              <a:ext cx="722662" cy="98475"/>
              <a:chOff x="745455" y="6594444"/>
              <a:chExt cx="722662" cy="98475"/>
            </a:xfrm>
            <a:grpFill/>
          </p:grpSpPr>
          <p:sp>
            <p:nvSpPr>
              <p:cNvPr id="35" name="Freeform 49">
                <a:extLst>
                  <a:ext uri="{FF2B5EF4-FFF2-40B4-BE49-F238E27FC236}">
                    <a16:creationId xmlns:a16="http://schemas.microsoft.com/office/drawing/2014/main" id="{5CED349D-CB12-B6A3-8EF9-468569C49DA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p>
            </p:txBody>
          </p:sp>
          <p:sp>
            <p:nvSpPr>
              <p:cNvPr id="36" name="Freeform 50">
                <a:extLst>
                  <a:ext uri="{FF2B5EF4-FFF2-40B4-BE49-F238E27FC236}">
                    <a16:creationId xmlns:a16="http://schemas.microsoft.com/office/drawing/2014/main" id="{CFD0F796-3503-808B-7074-C98318787410}"/>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p>
            </p:txBody>
          </p:sp>
          <p:sp>
            <p:nvSpPr>
              <p:cNvPr id="37" name="Freeform 51">
                <a:extLst>
                  <a:ext uri="{FF2B5EF4-FFF2-40B4-BE49-F238E27FC236}">
                    <a16:creationId xmlns:a16="http://schemas.microsoft.com/office/drawing/2014/main" id="{4E6983B4-13C5-191F-4988-A019CE32DD3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p>
            </p:txBody>
          </p:sp>
          <p:sp>
            <p:nvSpPr>
              <p:cNvPr id="38" name="Freeform 52">
                <a:extLst>
                  <a:ext uri="{FF2B5EF4-FFF2-40B4-BE49-F238E27FC236}">
                    <a16:creationId xmlns:a16="http://schemas.microsoft.com/office/drawing/2014/main" id="{E74848E9-1BA7-CE02-0022-A7AD9791F089}"/>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p>
            </p:txBody>
          </p:sp>
          <p:sp>
            <p:nvSpPr>
              <p:cNvPr id="39" name="Freeform 53">
                <a:extLst>
                  <a:ext uri="{FF2B5EF4-FFF2-40B4-BE49-F238E27FC236}">
                    <a16:creationId xmlns:a16="http://schemas.microsoft.com/office/drawing/2014/main" id="{AFA0534F-AB03-5359-DFA5-3D5195FF44B0}"/>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p>
            </p:txBody>
          </p:sp>
          <p:sp>
            <p:nvSpPr>
              <p:cNvPr id="40" name="Freeform 54">
                <a:extLst>
                  <a:ext uri="{FF2B5EF4-FFF2-40B4-BE49-F238E27FC236}">
                    <a16:creationId xmlns:a16="http://schemas.microsoft.com/office/drawing/2014/main" id="{32788929-CA5D-DBE6-3272-F117979A4DD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p>
            </p:txBody>
          </p:sp>
          <p:sp>
            <p:nvSpPr>
              <p:cNvPr id="41" name="Freeform 55">
                <a:extLst>
                  <a:ext uri="{FF2B5EF4-FFF2-40B4-BE49-F238E27FC236}">
                    <a16:creationId xmlns:a16="http://schemas.microsoft.com/office/drawing/2014/main" id="{8AF20F3F-7EC8-975C-0E60-B1937BA7A94D}"/>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p>
            </p:txBody>
          </p:sp>
          <p:sp>
            <p:nvSpPr>
              <p:cNvPr id="42" name="Freeform 56">
                <a:extLst>
                  <a:ext uri="{FF2B5EF4-FFF2-40B4-BE49-F238E27FC236}">
                    <a16:creationId xmlns:a16="http://schemas.microsoft.com/office/drawing/2014/main" id="{1E3B2EBA-5335-FF4B-F436-9F0E46E64C0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p>
            </p:txBody>
          </p:sp>
          <p:sp>
            <p:nvSpPr>
              <p:cNvPr id="43" name="Freeform 57">
                <a:extLst>
                  <a:ext uri="{FF2B5EF4-FFF2-40B4-BE49-F238E27FC236}">
                    <a16:creationId xmlns:a16="http://schemas.microsoft.com/office/drawing/2014/main" id="{2F539CE2-E30D-5B78-1B59-E6AC69547F5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p>
            </p:txBody>
          </p:sp>
          <p:sp>
            <p:nvSpPr>
              <p:cNvPr id="44" name="Freeform 58">
                <a:extLst>
                  <a:ext uri="{FF2B5EF4-FFF2-40B4-BE49-F238E27FC236}">
                    <a16:creationId xmlns:a16="http://schemas.microsoft.com/office/drawing/2014/main" id="{F31B47CE-111E-71BB-EBB8-CDBF018C1A2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p>
            </p:txBody>
          </p:sp>
        </p:grpSp>
        <p:grpSp>
          <p:nvGrpSpPr>
            <p:cNvPr id="14" name="Graphic 8">
              <a:extLst>
                <a:ext uri="{FF2B5EF4-FFF2-40B4-BE49-F238E27FC236}">
                  <a16:creationId xmlns:a16="http://schemas.microsoft.com/office/drawing/2014/main" id="{9570471E-00E1-D3B9-B980-7671A19F179C}"/>
                </a:ext>
              </a:extLst>
            </p:cNvPr>
            <p:cNvGrpSpPr/>
            <p:nvPr/>
          </p:nvGrpSpPr>
          <p:grpSpPr>
            <a:xfrm>
              <a:off x="265625" y="6323271"/>
              <a:ext cx="1249223" cy="190348"/>
              <a:chOff x="265625" y="6323271"/>
              <a:chExt cx="1249223" cy="190348"/>
            </a:xfrm>
            <a:grpFill/>
          </p:grpSpPr>
          <p:sp>
            <p:nvSpPr>
              <p:cNvPr id="28" name="Freeform 60">
                <a:extLst>
                  <a:ext uri="{FF2B5EF4-FFF2-40B4-BE49-F238E27FC236}">
                    <a16:creationId xmlns:a16="http://schemas.microsoft.com/office/drawing/2014/main" id="{999844D3-BB84-8D8B-8758-83D5D910D18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p>
            </p:txBody>
          </p:sp>
          <p:sp>
            <p:nvSpPr>
              <p:cNvPr id="29" name="Freeform 61">
                <a:extLst>
                  <a:ext uri="{FF2B5EF4-FFF2-40B4-BE49-F238E27FC236}">
                    <a16:creationId xmlns:a16="http://schemas.microsoft.com/office/drawing/2014/main" id="{91400D9F-9F37-C8FC-309F-BD4E0A011F9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p>
            </p:txBody>
          </p:sp>
          <p:sp>
            <p:nvSpPr>
              <p:cNvPr id="30" name="Freeform 62">
                <a:extLst>
                  <a:ext uri="{FF2B5EF4-FFF2-40B4-BE49-F238E27FC236}">
                    <a16:creationId xmlns:a16="http://schemas.microsoft.com/office/drawing/2014/main" id="{57F513C5-32F8-37C0-FEFD-936A2D057DA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p>
            </p:txBody>
          </p:sp>
          <p:sp>
            <p:nvSpPr>
              <p:cNvPr id="31" name="Freeform 63">
                <a:extLst>
                  <a:ext uri="{FF2B5EF4-FFF2-40B4-BE49-F238E27FC236}">
                    <a16:creationId xmlns:a16="http://schemas.microsoft.com/office/drawing/2014/main" id="{D10E4385-F14D-8C3A-3629-12233CF99C77}"/>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p>
            </p:txBody>
          </p:sp>
          <p:sp>
            <p:nvSpPr>
              <p:cNvPr id="32" name="Freeform 64">
                <a:extLst>
                  <a:ext uri="{FF2B5EF4-FFF2-40B4-BE49-F238E27FC236}">
                    <a16:creationId xmlns:a16="http://schemas.microsoft.com/office/drawing/2014/main" id="{8727ACDC-9726-8357-D559-6D60D851282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p>
            </p:txBody>
          </p:sp>
          <p:sp>
            <p:nvSpPr>
              <p:cNvPr id="33" name="Freeform 65">
                <a:extLst>
                  <a:ext uri="{FF2B5EF4-FFF2-40B4-BE49-F238E27FC236}">
                    <a16:creationId xmlns:a16="http://schemas.microsoft.com/office/drawing/2014/main" id="{1DF7BAE7-1EC3-A932-03D3-476132EC37D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p>
            </p:txBody>
          </p:sp>
          <p:sp>
            <p:nvSpPr>
              <p:cNvPr id="34" name="Freeform 66">
                <a:extLst>
                  <a:ext uri="{FF2B5EF4-FFF2-40B4-BE49-F238E27FC236}">
                    <a16:creationId xmlns:a16="http://schemas.microsoft.com/office/drawing/2014/main" id="{CD126E1A-578C-7A1F-F664-BDCB509AAE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p>
            </p:txBody>
          </p:sp>
        </p:grpSp>
      </p:grpSp>
      <p:sp>
        <p:nvSpPr>
          <p:cNvPr id="3" name="TextBox 2">
            <a:extLst>
              <a:ext uri="{FF2B5EF4-FFF2-40B4-BE49-F238E27FC236}">
                <a16:creationId xmlns:a16="http://schemas.microsoft.com/office/drawing/2014/main" id="{CC665986-2A27-8CFB-4383-5D5C82192E99}"/>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bg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bg1"/>
              </a:solidFill>
              <a:latin typeface="+mn-lt"/>
              <a:sym typeface="Arial" panose="020B0604020202020204" pitchFamily="34" charset="0"/>
              <a:rtl val="0"/>
            </a:endParaRPr>
          </a:p>
        </p:txBody>
      </p:sp>
    </p:spTree>
    <p:extLst>
      <p:ext uri="{BB962C8B-B14F-4D97-AF65-F5344CB8AC3E}">
        <p14:creationId xmlns:p14="http://schemas.microsoft.com/office/powerpoint/2010/main" val="2314369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Full-Bleed Photo - Dark Text">
    <p:bg>
      <p:bgPr>
        <a:blipFill dpi="0" rotWithShape="1">
          <a:blip r:embed="rId2">
            <a:lum/>
          </a:blip>
          <a:srcRect/>
          <a:stretch>
            <a:fillRect t="-10000" b="-10000"/>
          </a:stretch>
        </a:blipFill>
        <a:effectLst/>
      </p:bgPr>
    </p:bg>
    <p:spTree>
      <p:nvGrpSpPr>
        <p:cNvPr id="1" name=""/>
        <p:cNvGrpSpPr/>
        <p:nvPr/>
      </p:nvGrpSpPr>
      <p:grpSpPr>
        <a:xfrm>
          <a:off x="0" y="0"/>
          <a:ext cx="0" cy="0"/>
          <a:chOff x="0" y="0"/>
          <a:chExt cx="0" cy="0"/>
        </a:xfrm>
      </p:grpSpPr>
      <p:sp>
        <p:nvSpPr>
          <p:cNvPr id="11" name="page number">
            <a:extLst>
              <a:ext uri="{FF2B5EF4-FFF2-40B4-BE49-F238E27FC236}">
                <a16:creationId xmlns:a16="http://schemas.microsoft.com/office/drawing/2014/main" id="{55062593-5C0A-1043-8749-AF6C4D1E873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2" name="TextBox 1">
            <a:extLst>
              <a:ext uri="{FF2B5EF4-FFF2-40B4-BE49-F238E27FC236}">
                <a16:creationId xmlns:a16="http://schemas.microsoft.com/office/drawing/2014/main" id="{5EAE8F62-7119-B3B2-C68C-F4BF98ABBC9C}"/>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9" name="Graphic 8">
            <a:extLst>
              <a:ext uri="{FF2B5EF4-FFF2-40B4-BE49-F238E27FC236}">
                <a16:creationId xmlns:a16="http://schemas.microsoft.com/office/drawing/2014/main" id="{599BD11D-D129-3E7C-8776-63BB012FC944}"/>
              </a:ext>
            </a:extLst>
          </p:cNvPr>
          <p:cNvGrpSpPr/>
          <p:nvPr userDrawn="1"/>
        </p:nvGrpSpPr>
        <p:grpSpPr>
          <a:xfrm>
            <a:off x="265625" y="6323271"/>
            <a:ext cx="1249223" cy="369648"/>
            <a:chOff x="265625" y="6323271"/>
            <a:chExt cx="1249223" cy="369648"/>
          </a:xfrm>
          <a:solidFill>
            <a:srgbClr val="000000"/>
          </a:solidFill>
        </p:grpSpPr>
        <p:grpSp>
          <p:nvGrpSpPr>
            <p:cNvPr id="10" name="Graphic 8">
              <a:extLst>
                <a:ext uri="{FF2B5EF4-FFF2-40B4-BE49-F238E27FC236}">
                  <a16:creationId xmlns:a16="http://schemas.microsoft.com/office/drawing/2014/main" id="{21DD2AE3-7BE2-1D6A-6C78-4CD74B479047}"/>
                </a:ext>
              </a:extLst>
            </p:cNvPr>
            <p:cNvGrpSpPr/>
            <p:nvPr/>
          </p:nvGrpSpPr>
          <p:grpSpPr>
            <a:xfrm>
              <a:off x="745455" y="6594444"/>
              <a:ext cx="722662" cy="98475"/>
              <a:chOff x="745455" y="6594444"/>
              <a:chExt cx="722662" cy="98475"/>
            </a:xfrm>
            <a:solidFill>
              <a:srgbClr val="000000"/>
            </a:solidFill>
          </p:grpSpPr>
          <p:sp>
            <p:nvSpPr>
              <p:cNvPr id="35" name="Freeform 49">
                <a:extLst>
                  <a:ext uri="{FF2B5EF4-FFF2-40B4-BE49-F238E27FC236}">
                    <a16:creationId xmlns:a16="http://schemas.microsoft.com/office/drawing/2014/main" id="{109F874C-C221-4081-09C4-52643A91FEDD}"/>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36" name="Freeform 50">
                <a:extLst>
                  <a:ext uri="{FF2B5EF4-FFF2-40B4-BE49-F238E27FC236}">
                    <a16:creationId xmlns:a16="http://schemas.microsoft.com/office/drawing/2014/main" id="{E4299243-E861-FC60-AF90-A6FD975BEEF5}"/>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37" name="Freeform 51">
                <a:extLst>
                  <a:ext uri="{FF2B5EF4-FFF2-40B4-BE49-F238E27FC236}">
                    <a16:creationId xmlns:a16="http://schemas.microsoft.com/office/drawing/2014/main" id="{2EAF3D58-B596-1CE0-B594-F570952C402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38" name="Freeform 52">
                <a:extLst>
                  <a:ext uri="{FF2B5EF4-FFF2-40B4-BE49-F238E27FC236}">
                    <a16:creationId xmlns:a16="http://schemas.microsoft.com/office/drawing/2014/main" id="{7814E893-5379-1561-C9F0-E02F81ACB66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39" name="Freeform 53">
                <a:extLst>
                  <a:ext uri="{FF2B5EF4-FFF2-40B4-BE49-F238E27FC236}">
                    <a16:creationId xmlns:a16="http://schemas.microsoft.com/office/drawing/2014/main" id="{29F85AC4-3FC1-8071-2E6A-0AB2FDBC81E5}"/>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0" name="Freeform 54">
                <a:extLst>
                  <a:ext uri="{FF2B5EF4-FFF2-40B4-BE49-F238E27FC236}">
                    <a16:creationId xmlns:a16="http://schemas.microsoft.com/office/drawing/2014/main" id="{E2339612-79EF-24A3-34E8-788CE6E23AF3}"/>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41" name="Freeform 55">
                <a:extLst>
                  <a:ext uri="{FF2B5EF4-FFF2-40B4-BE49-F238E27FC236}">
                    <a16:creationId xmlns:a16="http://schemas.microsoft.com/office/drawing/2014/main" id="{38E8D992-4D91-3946-7CD2-2A9B454F925F}"/>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42" name="Freeform 56">
                <a:extLst>
                  <a:ext uri="{FF2B5EF4-FFF2-40B4-BE49-F238E27FC236}">
                    <a16:creationId xmlns:a16="http://schemas.microsoft.com/office/drawing/2014/main" id="{6B320424-3E1F-E34B-6A50-E99AFE64AE4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43" name="Freeform 57">
                <a:extLst>
                  <a:ext uri="{FF2B5EF4-FFF2-40B4-BE49-F238E27FC236}">
                    <a16:creationId xmlns:a16="http://schemas.microsoft.com/office/drawing/2014/main" id="{E96F1D9F-F2F8-2CE4-FB5B-EAF44E4BF0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4" name="Freeform 58">
                <a:extLst>
                  <a:ext uri="{FF2B5EF4-FFF2-40B4-BE49-F238E27FC236}">
                    <a16:creationId xmlns:a16="http://schemas.microsoft.com/office/drawing/2014/main" id="{D513DE77-B23B-E2C1-D3BA-B4479F76D8A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4" name="Graphic 8">
              <a:extLst>
                <a:ext uri="{FF2B5EF4-FFF2-40B4-BE49-F238E27FC236}">
                  <a16:creationId xmlns:a16="http://schemas.microsoft.com/office/drawing/2014/main" id="{4E0DB74B-4915-FD1D-1F25-D5335240CB41}"/>
                </a:ext>
              </a:extLst>
            </p:cNvPr>
            <p:cNvGrpSpPr/>
            <p:nvPr/>
          </p:nvGrpSpPr>
          <p:grpSpPr>
            <a:xfrm>
              <a:off x="265625" y="6323271"/>
              <a:ext cx="1249223" cy="190348"/>
              <a:chOff x="265625" y="6323271"/>
              <a:chExt cx="1249223" cy="190348"/>
            </a:xfrm>
            <a:solidFill>
              <a:srgbClr val="000000"/>
            </a:solidFill>
          </p:grpSpPr>
          <p:sp>
            <p:nvSpPr>
              <p:cNvPr id="28" name="Freeform 60">
                <a:extLst>
                  <a:ext uri="{FF2B5EF4-FFF2-40B4-BE49-F238E27FC236}">
                    <a16:creationId xmlns:a16="http://schemas.microsoft.com/office/drawing/2014/main" id="{40A537D4-5528-AA79-9447-928DD4029041}"/>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29" name="Freeform 61">
                <a:extLst>
                  <a:ext uri="{FF2B5EF4-FFF2-40B4-BE49-F238E27FC236}">
                    <a16:creationId xmlns:a16="http://schemas.microsoft.com/office/drawing/2014/main" id="{E7D3589B-B975-8E38-DFFD-F88A1C642CC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30" name="Freeform 62">
                <a:extLst>
                  <a:ext uri="{FF2B5EF4-FFF2-40B4-BE49-F238E27FC236}">
                    <a16:creationId xmlns:a16="http://schemas.microsoft.com/office/drawing/2014/main" id="{DB9D18F8-7D75-3039-E84C-4388E5B08F7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31" name="Freeform 63">
                <a:extLst>
                  <a:ext uri="{FF2B5EF4-FFF2-40B4-BE49-F238E27FC236}">
                    <a16:creationId xmlns:a16="http://schemas.microsoft.com/office/drawing/2014/main" id="{533A6790-D0C5-67EC-091E-5227B01EB762}"/>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32" name="Freeform 64">
                <a:extLst>
                  <a:ext uri="{FF2B5EF4-FFF2-40B4-BE49-F238E27FC236}">
                    <a16:creationId xmlns:a16="http://schemas.microsoft.com/office/drawing/2014/main" id="{AAA1DF8D-D6BC-D8D1-9540-9BF527D79CA7}"/>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33" name="Freeform 65">
                <a:extLst>
                  <a:ext uri="{FF2B5EF4-FFF2-40B4-BE49-F238E27FC236}">
                    <a16:creationId xmlns:a16="http://schemas.microsoft.com/office/drawing/2014/main" id="{2C11636D-F267-31DF-0E5B-D371C8315D6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34" name="Freeform 66">
                <a:extLst>
                  <a:ext uri="{FF2B5EF4-FFF2-40B4-BE49-F238E27FC236}">
                    <a16:creationId xmlns:a16="http://schemas.microsoft.com/office/drawing/2014/main" id="{9B241429-A185-DA97-EBF1-73F7DDC5369B}"/>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3" name="TextBox 2">
            <a:extLst>
              <a:ext uri="{FF2B5EF4-FFF2-40B4-BE49-F238E27FC236}">
                <a16:creationId xmlns:a16="http://schemas.microsoft.com/office/drawing/2014/main" id="{B6122E83-608D-1160-7A00-AA90B692FEF9}"/>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759421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Big Statement with Icon - Ocean">
    <p:spTree>
      <p:nvGrpSpPr>
        <p:cNvPr id="1" name=""/>
        <p:cNvGrpSpPr/>
        <p:nvPr/>
      </p:nvGrpSpPr>
      <p:grpSpPr>
        <a:xfrm>
          <a:off x="0" y="0"/>
          <a:ext cx="0" cy="0"/>
          <a:chOff x="0" y="0"/>
          <a:chExt cx="0" cy="0"/>
        </a:xfrm>
      </p:grpSpPr>
      <p:sp>
        <p:nvSpPr>
          <p:cNvPr id="18" name="Text Placeholder 862">
            <a:extLst>
              <a:ext uri="{FF2B5EF4-FFF2-40B4-BE49-F238E27FC236}">
                <a16:creationId xmlns:a16="http://schemas.microsoft.com/office/drawing/2014/main" id="{E56855D3-D3B3-4208-ADBF-9790190F0A6E}"/>
              </a:ext>
            </a:extLst>
          </p:cNvPr>
          <p:cNvSpPr>
            <a:spLocks noGrp="1"/>
          </p:cNvSpPr>
          <p:nvPr>
            <p:ph type="body" sz="quarter" idx="12" hasCustomPrompt="1"/>
          </p:nvPr>
        </p:nvSpPr>
        <p:spPr>
          <a:xfrm>
            <a:off x="608013" y="2514600"/>
            <a:ext cx="5486400" cy="18287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dirty="0"/>
              <a:t>Slide with large text placeholder and circle graphic.</a:t>
            </a:r>
          </a:p>
        </p:txBody>
      </p:sp>
      <p:sp>
        <p:nvSpPr>
          <p:cNvPr id="6" name="Freeform: Shape 5">
            <a:extLst>
              <a:ext uri="{FF2B5EF4-FFF2-40B4-BE49-F238E27FC236}">
                <a16:creationId xmlns:a16="http://schemas.microsoft.com/office/drawing/2014/main" id="{B95FD2E6-B8EA-4366-97C4-6A53370F84D0}"/>
              </a:ext>
              <a:ext uri="{C183D7F6-B498-43B3-948B-1728B52AA6E4}">
                <adec:decorative xmlns:adec="http://schemas.microsoft.com/office/drawing/2017/decorative" val="1"/>
              </a:ext>
            </a:extLst>
          </p:cNvPr>
          <p:cNvSpPr/>
          <p:nvPr userDrawn="1"/>
        </p:nvSpPr>
        <p:spPr>
          <a:xfrm>
            <a:off x="5378859" y="1"/>
            <a:ext cx="6809966" cy="6858000"/>
          </a:xfrm>
          <a:custGeom>
            <a:avLst/>
            <a:gdLst>
              <a:gd name="connsiteX0" fmla="*/ 6845677 w 6846538"/>
              <a:gd name="connsiteY0" fmla="*/ 4820854 h 6858000"/>
              <a:gd name="connsiteX1" fmla="*/ 4811938 w 6846538"/>
              <a:gd name="connsiteY1" fmla="*/ 6857998 h 6858000"/>
              <a:gd name="connsiteX2" fmla="*/ 6845677 w 6846538"/>
              <a:gd name="connsiteY2" fmla="*/ 6857998 h 6858000"/>
              <a:gd name="connsiteX3" fmla="*/ 6846538 w 6846538"/>
              <a:gd name="connsiteY3" fmla="*/ 0 h 6858000"/>
              <a:gd name="connsiteX4" fmla="*/ 6846538 w 6846538"/>
              <a:gd name="connsiteY4" fmla="*/ 6858000 h 6858000"/>
              <a:gd name="connsiteX5" fmla="*/ 0 w 6846538"/>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46538" h="6858000">
                <a:moveTo>
                  <a:pt x="6845677" y="4820854"/>
                </a:moveTo>
                <a:lnTo>
                  <a:pt x="4811938" y="6857998"/>
                </a:lnTo>
                <a:lnTo>
                  <a:pt x="6845677" y="6857998"/>
                </a:lnTo>
                <a:close/>
                <a:moveTo>
                  <a:pt x="6846538" y="0"/>
                </a:moveTo>
                <a:lnTo>
                  <a:pt x="6846538" y="6858000"/>
                </a:lnTo>
                <a:lnTo>
                  <a:pt x="0" y="6858000"/>
                </a:lnTo>
                <a:close/>
              </a:path>
            </a:pathLst>
          </a:custGeom>
          <a:gradFill>
            <a:gsLst>
              <a:gs pos="0">
                <a:schemeClr val="bg2">
                  <a:alpha val="0"/>
                </a:schemeClr>
              </a:gs>
              <a:gs pos="100000">
                <a:schemeClr val="tx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dirty="0">
              <a:solidFill>
                <a:schemeClr val="bg1"/>
              </a:solidFill>
            </a:endParaRPr>
          </a:p>
        </p:txBody>
      </p:sp>
      <p:sp>
        <p:nvSpPr>
          <p:cNvPr id="2147" name="Oval 2146" descr="place icon in center">
            <a:extLst>
              <a:ext uri="{FF2B5EF4-FFF2-40B4-BE49-F238E27FC236}">
                <a16:creationId xmlns:a16="http://schemas.microsoft.com/office/drawing/2014/main" id="{FDDA58E5-A99B-48C0-A6B7-6BAE32E46F62}"/>
              </a:ext>
              <a:ext uri="{C183D7F6-B498-43B3-948B-1728B52AA6E4}">
                <adec:decorative xmlns:adec="http://schemas.microsoft.com/office/drawing/2017/decorative" val="0"/>
              </a:ext>
            </a:extLst>
          </p:cNvPr>
          <p:cNvSpPr/>
          <p:nvPr userDrawn="1"/>
        </p:nvSpPr>
        <p:spPr bwMode="gray">
          <a:xfrm>
            <a:off x="7273815" y="1515193"/>
            <a:ext cx="3735912" cy="3735912"/>
          </a:xfrm>
          <a:prstGeom prst="ellipse">
            <a:avLst/>
          </a:prstGeom>
          <a:solidFill>
            <a:schemeClr val="bg1"/>
          </a:solidFill>
          <a:ln w="38100">
            <a:solidFill>
              <a:schemeClr val="tx2"/>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60325" lvl="0" algn="ctr">
              <a:spcAft>
                <a:spcPts val="800"/>
              </a:spcAft>
            </a:pPr>
            <a:endParaRPr lang="en-US" sz="1400" kern="0" dirty="0"/>
          </a:p>
        </p:txBody>
      </p:sp>
      <p:sp>
        <p:nvSpPr>
          <p:cNvPr id="8" name="page number">
            <a:extLst>
              <a:ext uri="{FF2B5EF4-FFF2-40B4-BE49-F238E27FC236}">
                <a16:creationId xmlns:a16="http://schemas.microsoft.com/office/drawing/2014/main" id="{45469056-638C-FF40-8AA5-0675077535B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 name="TextBox 1">
            <a:extLst>
              <a:ext uri="{FF2B5EF4-FFF2-40B4-BE49-F238E27FC236}">
                <a16:creationId xmlns:a16="http://schemas.microsoft.com/office/drawing/2014/main" id="{846D0F11-C378-F8AB-BAF2-238F51965B13}"/>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4" name="Graphic 8">
            <a:extLst>
              <a:ext uri="{FF2B5EF4-FFF2-40B4-BE49-F238E27FC236}">
                <a16:creationId xmlns:a16="http://schemas.microsoft.com/office/drawing/2014/main" id="{0D5F970B-8A4A-7222-0FD2-E307FD49F987}"/>
              </a:ext>
            </a:extLst>
          </p:cNvPr>
          <p:cNvGrpSpPr/>
          <p:nvPr userDrawn="1"/>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9B8BAA96-15B4-F3FB-AB7B-51A87CDE3DF4}"/>
                </a:ext>
              </a:extLst>
            </p:cNvPr>
            <p:cNvGrpSpPr/>
            <p:nvPr/>
          </p:nvGrpSpPr>
          <p:grpSpPr>
            <a:xfrm>
              <a:off x="745455" y="6594444"/>
              <a:ext cx="722662" cy="98475"/>
              <a:chOff x="745455" y="6594444"/>
              <a:chExt cx="722662" cy="98475"/>
            </a:xfrm>
            <a:solidFill>
              <a:srgbClr val="000000"/>
            </a:solidFill>
          </p:grpSpPr>
          <p:sp>
            <p:nvSpPr>
              <p:cNvPr id="16" name="Freeform 49">
                <a:extLst>
                  <a:ext uri="{FF2B5EF4-FFF2-40B4-BE49-F238E27FC236}">
                    <a16:creationId xmlns:a16="http://schemas.microsoft.com/office/drawing/2014/main" id="{E610C5B3-1D03-0361-1F2B-5D842D6202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17" name="Freeform 50">
                <a:extLst>
                  <a:ext uri="{FF2B5EF4-FFF2-40B4-BE49-F238E27FC236}">
                    <a16:creationId xmlns:a16="http://schemas.microsoft.com/office/drawing/2014/main" id="{333EE999-6EAD-01CE-732F-915D12FF734C}"/>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19" name="Freeform 51">
                <a:extLst>
                  <a:ext uri="{FF2B5EF4-FFF2-40B4-BE49-F238E27FC236}">
                    <a16:creationId xmlns:a16="http://schemas.microsoft.com/office/drawing/2014/main" id="{CCA5ABB9-08D4-D513-62C6-41756BBB134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0" name="Freeform 52">
                <a:extLst>
                  <a:ext uri="{FF2B5EF4-FFF2-40B4-BE49-F238E27FC236}">
                    <a16:creationId xmlns:a16="http://schemas.microsoft.com/office/drawing/2014/main" id="{6A0DB4AB-BCF1-EE04-9956-55A15AD8CD4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1" name="Freeform 53">
                <a:extLst>
                  <a:ext uri="{FF2B5EF4-FFF2-40B4-BE49-F238E27FC236}">
                    <a16:creationId xmlns:a16="http://schemas.microsoft.com/office/drawing/2014/main" id="{97332E21-F7D9-C6B3-B54B-7B7C7D260D2C}"/>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2" name="Freeform 54">
                <a:extLst>
                  <a:ext uri="{FF2B5EF4-FFF2-40B4-BE49-F238E27FC236}">
                    <a16:creationId xmlns:a16="http://schemas.microsoft.com/office/drawing/2014/main" id="{7110CF00-DDAA-1561-29C3-B9043D35EAC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3" name="Freeform 55">
                <a:extLst>
                  <a:ext uri="{FF2B5EF4-FFF2-40B4-BE49-F238E27FC236}">
                    <a16:creationId xmlns:a16="http://schemas.microsoft.com/office/drawing/2014/main" id="{8743735F-F3BE-CD3C-DBEA-2AFEC437EDA3}"/>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4" name="Freeform 56">
                <a:extLst>
                  <a:ext uri="{FF2B5EF4-FFF2-40B4-BE49-F238E27FC236}">
                    <a16:creationId xmlns:a16="http://schemas.microsoft.com/office/drawing/2014/main" id="{61D1B77E-130F-660C-4AC7-78D0F99767CC}"/>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5" name="Freeform 57">
                <a:extLst>
                  <a:ext uri="{FF2B5EF4-FFF2-40B4-BE49-F238E27FC236}">
                    <a16:creationId xmlns:a16="http://schemas.microsoft.com/office/drawing/2014/main" id="{BA4B8876-726E-54AB-B885-672A83BBCEE9}"/>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6" name="Freeform 58">
                <a:extLst>
                  <a:ext uri="{FF2B5EF4-FFF2-40B4-BE49-F238E27FC236}">
                    <a16:creationId xmlns:a16="http://schemas.microsoft.com/office/drawing/2014/main" id="{03C38D1C-9F91-91CA-6AD9-B9F474AB7AD9}"/>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7" name="Graphic 8">
              <a:extLst>
                <a:ext uri="{FF2B5EF4-FFF2-40B4-BE49-F238E27FC236}">
                  <a16:creationId xmlns:a16="http://schemas.microsoft.com/office/drawing/2014/main" id="{AD321CC0-02FB-4673-EC37-BEC78A60B530}"/>
                </a:ext>
              </a:extLst>
            </p:cNvPr>
            <p:cNvGrpSpPr/>
            <p:nvPr/>
          </p:nvGrpSpPr>
          <p:grpSpPr>
            <a:xfrm>
              <a:off x="265625" y="6323271"/>
              <a:ext cx="1249223" cy="190348"/>
              <a:chOff x="265625" y="6323271"/>
              <a:chExt cx="1249223" cy="190348"/>
            </a:xfrm>
            <a:solidFill>
              <a:srgbClr val="000000"/>
            </a:solidFill>
          </p:grpSpPr>
          <p:sp>
            <p:nvSpPr>
              <p:cNvPr id="9" name="Freeform 60">
                <a:extLst>
                  <a:ext uri="{FF2B5EF4-FFF2-40B4-BE49-F238E27FC236}">
                    <a16:creationId xmlns:a16="http://schemas.microsoft.com/office/drawing/2014/main" id="{3F8B5B57-7894-BCF8-1021-6508B67F605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0" name="Freeform 61">
                <a:extLst>
                  <a:ext uri="{FF2B5EF4-FFF2-40B4-BE49-F238E27FC236}">
                    <a16:creationId xmlns:a16="http://schemas.microsoft.com/office/drawing/2014/main" id="{2D81B226-DB69-C331-BB03-6A1A759596C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1" name="Freeform 62">
                <a:extLst>
                  <a:ext uri="{FF2B5EF4-FFF2-40B4-BE49-F238E27FC236}">
                    <a16:creationId xmlns:a16="http://schemas.microsoft.com/office/drawing/2014/main" id="{E824B014-B989-2E3D-558E-C9EE8D4B186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2" name="Freeform 63">
                <a:extLst>
                  <a:ext uri="{FF2B5EF4-FFF2-40B4-BE49-F238E27FC236}">
                    <a16:creationId xmlns:a16="http://schemas.microsoft.com/office/drawing/2014/main" id="{D509F8AC-4FB3-2B6F-5A4C-AA94FF6CBA07}"/>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3" name="Freeform 64">
                <a:extLst>
                  <a:ext uri="{FF2B5EF4-FFF2-40B4-BE49-F238E27FC236}">
                    <a16:creationId xmlns:a16="http://schemas.microsoft.com/office/drawing/2014/main" id="{3C4450EE-C450-E67D-777B-4AB32A942CB0}"/>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4" name="Freeform 65">
                <a:extLst>
                  <a:ext uri="{FF2B5EF4-FFF2-40B4-BE49-F238E27FC236}">
                    <a16:creationId xmlns:a16="http://schemas.microsoft.com/office/drawing/2014/main" id="{76940B2C-D8FF-CBBB-3272-4F983D27C3BB}"/>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5" name="Freeform 66">
                <a:extLst>
                  <a:ext uri="{FF2B5EF4-FFF2-40B4-BE49-F238E27FC236}">
                    <a16:creationId xmlns:a16="http://schemas.microsoft.com/office/drawing/2014/main" id="{31094477-4058-2F2B-47DF-DECC75FDEA6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3" name="TextBox 2">
            <a:extLst>
              <a:ext uri="{FF2B5EF4-FFF2-40B4-BE49-F238E27FC236}">
                <a16:creationId xmlns:a16="http://schemas.microsoft.com/office/drawing/2014/main" id="{5DABD2D2-17C3-119C-4611-C81680CA6FB1}"/>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3618595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Big Statement with Icon - Indigo">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0240D96F-DE33-80F8-2C2A-CFCF89A6BD2C}"/>
              </a:ext>
              <a:ext uri="{C183D7F6-B498-43B3-948B-1728B52AA6E4}">
                <adec:decorative xmlns:adec="http://schemas.microsoft.com/office/drawing/2017/decorative" val="1"/>
              </a:ext>
            </a:extLst>
          </p:cNvPr>
          <p:cNvSpPr/>
          <p:nvPr userDrawn="1"/>
        </p:nvSpPr>
        <p:spPr>
          <a:xfrm>
            <a:off x="5378859" y="7557"/>
            <a:ext cx="6809966" cy="6857999"/>
          </a:xfrm>
          <a:custGeom>
            <a:avLst/>
            <a:gdLst>
              <a:gd name="connsiteX0" fmla="*/ 6845677 w 6846538"/>
              <a:gd name="connsiteY0" fmla="*/ 4820854 h 6858000"/>
              <a:gd name="connsiteX1" fmla="*/ 4811938 w 6846538"/>
              <a:gd name="connsiteY1" fmla="*/ 6857998 h 6858000"/>
              <a:gd name="connsiteX2" fmla="*/ 6845677 w 6846538"/>
              <a:gd name="connsiteY2" fmla="*/ 6857998 h 6858000"/>
              <a:gd name="connsiteX3" fmla="*/ 6846538 w 6846538"/>
              <a:gd name="connsiteY3" fmla="*/ 0 h 6858000"/>
              <a:gd name="connsiteX4" fmla="*/ 6846538 w 6846538"/>
              <a:gd name="connsiteY4" fmla="*/ 6858000 h 6858000"/>
              <a:gd name="connsiteX5" fmla="*/ 0 w 6846538"/>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46538" h="6858000">
                <a:moveTo>
                  <a:pt x="6845677" y="4820854"/>
                </a:moveTo>
                <a:lnTo>
                  <a:pt x="4811938" y="6857998"/>
                </a:lnTo>
                <a:lnTo>
                  <a:pt x="6845677" y="6857998"/>
                </a:lnTo>
                <a:close/>
                <a:moveTo>
                  <a:pt x="6846538" y="0"/>
                </a:moveTo>
                <a:lnTo>
                  <a:pt x="6846538" y="6858000"/>
                </a:lnTo>
                <a:lnTo>
                  <a:pt x="0" y="6858000"/>
                </a:lnTo>
                <a:close/>
              </a:path>
            </a:pathLst>
          </a:custGeom>
          <a:gradFill>
            <a:gsLst>
              <a:gs pos="0">
                <a:schemeClr val="bg2">
                  <a:alpha val="0"/>
                </a:schemeClr>
              </a:gs>
              <a:gs pos="98000">
                <a:schemeClr val="accent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dirty="0">
              <a:solidFill>
                <a:schemeClr val="bg1"/>
              </a:solidFill>
            </a:endParaRPr>
          </a:p>
        </p:txBody>
      </p:sp>
      <p:sp>
        <p:nvSpPr>
          <p:cNvPr id="18" name="Text Placeholder 862">
            <a:extLst>
              <a:ext uri="{FF2B5EF4-FFF2-40B4-BE49-F238E27FC236}">
                <a16:creationId xmlns:a16="http://schemas.microsoft.com/office/drawing/2014/main" id="{E56855D3-D3B3-4208-ADBF-9790190F0A6E}"/>
              </a:ext>
            </a:extLst>
          </p:cNvPr>
          <p:cNvSpPr>
            <a:spLocks noGrp="1"/>
          </p:cNvSpPr>
          <p:nvPr>
            <p:ph type="body" sz="quarter" idx="12" hasCustomPrompt="1"/>
          </p:nvPr>
        </p:nvSpPr>
        <p:spPr>
          <a:xfrm>
            <a:off x="608012" y="2514600"/>
            <a:ext cx="5486400" cy="18287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dirty="0"/>
              <a:t>Slide with large text placeholder and circle graphic.</a:t>
            </a:r>
          </a:p>
        </p:txBody>
      </p:sp>
      <p:sp>
        <p:nvSpPr>
          <p:cNvPr id="2147" name="Oval 2146" descr="place icon in center">
            <a:extLst>
              <a:ext uri="{FF2B5EF4-FFF2-40B4-BE49-F238E27FC236}">
                <a16:creationId xmlns:a16="http://schemas.microsoft.com/office/drawing/2014/main" id="{FDDA58E5-A99B-48C0-A6B7-6BAE32E46F62}"/>
              </a:ext>
              <a:ext uri="{C183D7F6-B498-43B3-948B-1728B52AA6E4}">
                <adec:decorative xmlns:adec="http://schemas.microsoft.com/office/drawing/2017/decorative" val="0"/>
              </a:ext>
            </a:extLst>
          </p:cNvPr>
          <p:cNvSpPr/>
          <p:nvPr userDrawn="1"/>
        </p:nvSpPr>
        <p:spPr bwMode="gray">
          <a:xfrm rot="10800000">
            <a:off x="7273815" y="1515193"/>
            <a:ext cx="3735912" cy="3735912"/>
          </a:xfrm>
          <a:prstGeom prst="ellipse">
            <a:avLst/>
          </a:prstGeom>
          <a:solidFill>
            <a:schemeClr val="bg1"/>
          </a:solidFill>
          <a:ln w="38100">
            <a:solidFill>
              <a:schemeClr val="accent2"/>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60325" lvl="0" algn="ctr">
              <a:spcAft>
                <a:spcPts val="800"/>
              </a:spcAft>
            </a:pPr>
            <a:endParaRPr lang="en-US" sz="1400" kern="0" dirty="0"/>
          </a:p>
        </p:txBody>
      </p:sp>
      <p:sp>
        <p:nvSpPr>
          <p:cNvPr id="7" name="page number">
            <a:extLst>
              <a:ext uri="{FF2B5EF4-FFF2-40B4-BE49-F238E27FC236}">
                <a16:creationId xmlns:a16="http://schemas.microsoft.com/office/drawing/2014/main" id="{2A1148C9-BE55-F64C-8A6E-A5239BDB408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3" name="TextBox 2">
            <a:extLst>
              <a:ext uri="{FF2B5EF4-FFF2-40B4-BE49-F238E27FC236}">
                <a16:creationId xmlns:a16="http://schemas.microsoft.com/office/drawing/2014/main" id="{927CA03F-42F5-50E2-4300-D4689873E6BF}"/>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5" name="Graphic 8">
            <a:extLst>
              <a:ext uri="{FF2B5EF4-FFF2-40B4-BE49-F238E27FC236}">
                <a16:creationId xmlns:a16="http://schemas.microsoft.com/office/drawing/2014/main" id="{122FEF99-9568-C127-B59A-D97585286AFF}"/>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33D4A503-4B73-9719-047A-FBB90698A583}"/>
                </a:ext>
              </a:extLst>
            </p:cNvPr>
            <p:cNvGrpSpPr/>
            <p:nvPr/>
          </p:nvGrpSpPr>
          <p:grpSpPr>
            <a:xfrm>
              <a:off x="745455" y="6594444"/>
              <a:ext cx="722662" cy="98475"/>
              <a:chOff x="745455" y="6594444"/>
              <a:chExt cx="722662" cy="98475"/>
            </a:xfrm>
            <a:solidFill>
              <a:srgbClr val="000000"/>
            </a:solidFill>
          </p:grpSpPr>
          <p:sp>
            <p:nvSpPr>
              <p:cNvPr id="16" name="Freeform 49">
                <a:extLst>
                  <a:ext uri="{FF2B5EF4-FFF2-40B4-BE49-F238E27FC236}">
                    <a16:creationId xmlns:a16="http://schemas.microsoft.com/office/drawing/2014/main" id="{6AA45075-6961-ABCF-6F83-1EBA5CC2C34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17" name="Freeform 50">
                <a:extLst>
                  <a:ext uri="{FF2B5EF4-FFF2-40B4-BE49-F238E27FC236}">
                    <a16:creationId xmlns:a16="http://schemas.microsoft.com/office/drawing/2014/main" id="{568D0346-39B9-799C-F87F-899C65BD333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19" name="Freeform 51">
                <a:extLst>
                  <a:ext uri="{FF2B5EF4-FFF2-40B4-BE49-F238E27FC236}">
                    <a16:creationId xmlns:a16="http://schemas.microsoft.com/office/drawing/2014/main" id="{CAD8B827-6241-B7C2-8DA8-6248DCD91B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0" name="Freeform 52">
                <a:extLst>
                  <a:ext uri="{FF2B5EF4-FFF2-40B4-BE49-F238E27FC236}">
                    <a16:creationId xmlns:a16="http://schemas.microsoft.com/office/drawing/2014/main" id="{A8BBFD5D-DD60-828F-1319-78ED8F3E2E0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1" name="Freeform 53">
                <a:extLst>
                  <a:ext uri="{FF2B5EF4-FFF2-40B4-BE49-F238E27FC236}">
                    <a16:creationId xmlns:a16="http://schemas.microsoft.com/office/drawing/2014/main" id="{9BD8E7FB-59CF-1A95-8BBE-CF4064F67C4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2" name="Freeform 54">
                <a:extLst>
                  <a:ext uri="{FF2B5EF4-FFF2-40B4-BE49-F238E27FC236}">
                    <a16:creationId xmlns:a16="http://schemas.microsoft.com/office/drawing/2014/main" id="{5F717A5A-64ED-28A6-3BF7-CF6BF69FF96B}"/>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3" name="Freeform 55">
                <a:extLst>
                  <a:ext uri="{FF2B5EF4-FFF2-40B4-BE49-F238E27FC236}">
                    <a16:creationId xmlns:a16="http://schemas.microsoft.com/office/drawing/2014/main" id="{2A3CEE21-8E03-D3B6-478C-91904FA873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4" name="Freeform 56">
                <a:extLst>
                  <a:ext uri="{FF2B5EF4-FFF2-40B4-BE49-F238E27FC236}">
                    <a16:creationId xmlns:a16="http://schemas.microsoft.com/office/drawing/2014/main" id="{FD187A30-EF1A-E792-C000-1D6DE72BA55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5" name="Freeform 57">
                <a:extLst>
                  <a:ext uri="{FF2B5EF4-FFF2-40B4-BE49-F238E27FC236}">
                    <a16:creationId xmlns:a16="http://schemas.microsoft.com/office/drawing/2014/main" id="{136F0EF1-E65A-81BA-62E5-4FA01CF143EF}"/>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6" name="Freeform 58">
                <a:extLst>
                  <a:ext uri="{FF2B5EF4-FFF2-40B4-BE49-F238E27FC236}">
                    <a16:creationId xmlns:a16="http://schemas.microsoft.com/office/drawing/2014/main" id="{74B6B4D0-A721-8E88-73B9-2550263A796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8" name="Graphic 8">
              <a:extLst>
                <a:ext uri="{FF2B5EF4-FFF2-40B4-BE49-F238E27FC236}">
                  <a16:creationId xmlns:a16="http://schemas.microsoft.com/office/drawing/2014/main" id="{80B4DF58-E10F-AD88-BB25-64A24616D8F0}"/>
                </a:ext>
              </a:extLst>
            </p:cNvPr>
            <p:cNvGrpSpPr/>
            <p:nvPr/>
          </p:nvGrpSpPr>
          <p:grpSpPr>
            <a:xfrm>
              <a:off x="265625" y="6323271"/>
              <a:ext cx="1249223" cy="190348"/>
              <a:chOff x="265625" y="6323271"/>
              <a:chExt cx="1249223" cy="190348"/>
            </a:xfrm>
            <a:solidFill>
              <a:srgbClr val="000000"/>
            </a:solidFill>
          </p:grpSpPr>
          <p:sp>
            <p:nvSpPr>
              <p:cNvPr id="9" name="Freeform 60">
                <a:extLst>
                  <a:ext uri="{FF2B5EF4-FFF2-40B4-BE49-F238E27FC236}">
                    <a16:creationId xmlns:a16="http://schemas.microsoft.com/office/drawing/2014/main" id="{F191DBA3-C2FA-E4B0-7EF8-6172EE9A4313}"/>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0" name="Freeform 61">
                <a:extLst>
                  <a:ext uri="{FF2B5EF4-FFF2-40B4-BE49-F238E27FC236}">
                    <a16:creationId xmlns:a16="http://schemas.microsoft.com/office/drawing/2014/main" id="{FC648FD2-6E19-7AD4-57F5-07C166C8EBD6}"/>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1" name="Freeform 62">
                <a:extLst>
                  <a:ext uri="{FF2B5EF4-FFF2-40B4-BE49-F238E27FC236}">
                    <a16:creationId xmlns:a16="http://schemas.microsoft.com/office/drawing/2014/main" id="{A7643791-A875-36A1-3E74-D2E7BC3732E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2" name="Freeform 63">
                <a:extLst>
                  <a:ext uri="{FF2B5EF4-FFF2-40B4-BE49-F238E27FC236}">
                    <a16:creationId xmlns:a16="http://schemas.microsoft.com/office/drawing/2014/main" id="{188ED956-AE28-3E93-9B26-5F126130521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3" name="Freeform 64">
                <a:extLst>
                  <a:ext uri="{FF2B5EF4-FFF2-40B4-BE49-F238E27FC236}">
                    <a16:creationId xmlns:a16="http://schemas.microsoft.com/office/drawing/2014/main" id="{4974D72F-3DBA-B8AF-31D1-D6B81BCB7C6B}"/>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4" name="Freeform 65">
                <a:extLst>
                  <a:ext uri="{FF2B5EF4-FFF2-40B4-BE49-F238E27FC236}">
                    <a16:creationId xmlns:a16="http://schemas.microsoft.com/office/drawing/2014/main" id="{B3E4686C-BC34-6EE3-3C08-05C3F8E41F53}"/>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5" name="Freeform 66">
                <a:extLst>
                  <a:ext uri="{FF2B5EF4-FFF2-40B4-BE49-F238E27FC236}">
                    <a16:creationId xmlns:a16="http://schemas.microsoft.com/office/drawing/2014/main" id="{4D63FFC6-C392-DCA1-A545-0910536D1B1B}"/>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4" name="TextBox 3">
            <a:extLst>
              <a:ext uri="{FF2B5EF4-FFF2-40B4-BE49-F238E27FC236}">
                <a16:creationId xmlns:a16="http://schemas.microsoft.com/office/drawing/2014/main" id="{B93B0B1C-DB7A-2964-04D6-7D582FD5B9C3}"/>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735558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Big Statement with Icon - Plum">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EDA64E18-1A4A-077B-C551-0C1CB5D4F85E}"/>
              </a:ext>
              <a:ext uri="{C183D7F6-B498-43B3-948B-1728B52AA6E4}">
                <adec:decorative xmlns:adec="http://schemas.microsoft.com/office/drawing/2017/decorative" val="1"/>
              </a:ext>
            </a:extLst>
          </p:cNvPr>
          <p:cNvSpPr/>
          <p:nvPr userDrawn="1"/>
        </p:nvSpPr>
        <p:spPr>
          <a:xfrm>
            <a:off x="5378859" y="0"/>
            <a:ext cx="6809966" cy="6858000"/>
          </a:xfrm>
          <a:custGeom>
            <a:avLst/>
            <a:gdLst>
              <a:gd name="connsiteX0" fmla="*/ 6845677 w 6846538"/>
              <a:gd name="connsiteY0" fmla="*/ 4820854 h 6858000"/>
              <a:gd name="connsiteX1" fmla="*/ 4811938 w 6846538"/>
              <a:gd name="connsiteY1" fmla="*/ 6857998 h 6858000"/>
              <a:gd name="connsiteX2" fmla="*/ 6845677 w 6846538"/>
              <a:gd name="connsiteY2" fmla="*/ 6857998 h 6858000"/>
              <a:gd name="connsiteX3" fmla="*/ 6846538 w 6846538"/>
              <a:gd name="connsiteY3" fmla="*/ 0 h 6858000"/>
              <a:gd name="connsiteX4" fmla="*/ 6846538 w 6846538"/>
              <a:gd name="connsiteY4" fmla="*/ 6858000 h 6858000"/>
              <a:gd name="connsiteX5" fmla="*/ 0 w 6846538"/>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46538" h="6858000">
                <a:moveTo>
                  <a:pt x="6845677" y="4820854"/>
                </a:moveTo>
                <a:lnTo>
                  <a:pt x="4811938" y="6857998"/>
                </a:lnTo>
                <a:lnTo>
                  <a:pt x="6845677" y="6857998"/>
                </a:lnTo>
                <a:close/>
                <a:moveTo>
                  <a:pt x="6846538" y="0"/>
                </a:moveTo>
                <a:lnTo>
                  <a:pt x="6846538" y="6858000"/>
                </a:lnTo>
                <a:lnTo>
                  <a:pt x="0" y="6858000"/>
                </a:lnTo>
                <a:close/>
              </a:path>
            </a:pathLst>
          </a:custGeom>
          <a:gradFill>
            <a:gsLst>
              <a:gs pos="0">
                <a:schemeClr val="bg2">
                  <a:alpha val="0"/>
                </a:schemeClr>
              </a:gs>
              <a:gs pos="100000">
                <a:schemeClr val="accent5"/>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dirty="0">
              <a:solidFill>
                <a:schemeClr val="bg1"/>
              </a:solidFill>
            </a:endParaRPr>
          </a:p>
        </p:txBody>
      </p:sp>
      <p:sp>
        <p:nvSpPr>
          <p:cNvPr id="9" name="Text Placeholder 862">
            <a:extLst>
              <a:ext uri="{FF2B5EF4-FFF2-40B4-BE49-F238E27FC236}">
                <a16:creationId xmlns:a16="http://schemas.microsoft.com/office/drawing/2014/main" id="{0F507127-789E-994A-9A44-353C37E789F7}"/>
              </a:ext>
            </a:extLst>
          </p:cNvPr>
          <p:cNvSpPr>
            <a:spLocks noGrp="1"/>
          </p:cNvSpPr>
          <p:nvPr>
            <p:ph type="body" sz="quarter" idx="13" hasCustomPrompt="1"/>
          </p:nvPr>
        </p:nvSpPr>
        <p:spPr>
          <a:xfrm>
            <a:off x="608015" y="2514600"/>
            <a:ext cx="5486400" cy="1828799"/>
          </a:xfrm>
        </p:spPr>
        <p:txBody>
          <a:bodyPr anchor="ctr"/>
          <a:lstStyle>
            <a:lvl1pPr>
              <a:lnSpc>
                <a:spcPct val="100000"/>
              </a:lnSpc>
              <a:spcBef>
                <a:spcPts val="0"/>
              </a:spcBef>
              <a:defRPr sz="3600">
                <a:solidFill>
                  <a:schemeClr val="accent5"/>
                </a:solidFill>
              </a:defRPr>
            </a:lvl1pPr>
            <a:lvl2pPr marL="273050" indent="0">
              <a:buNone/>
              <a:defRPr/>
            </a:lvl2pPr>
          </a:lstStyle>
          <a:p>
            <a:pPr lvl="0"/>
            <a:r>
              <a:rPr lang="en-US" dirty="0"/>
              <a:t>Slide with large text placeholder and circle graphic.</a:t>
            </a:r>
          </a:p>
        </p:txBody>
      </p:sp>
      <p:sp>
        <p:nvSpPr>
          <p:cNvPr id="2147" name="Oval 2146" descr="place icon in center">
            <a:extLst>
              <a:ext uri="{FF2B5EF4-FFF2-40B4-BE49-F238E27FC236}">
                <a16:creationId xmlns:a16="http://schemas.microsoft.com/office/drawing/2014/main" id="{FDDA58E5-A99B-48C0-A6B7-6BAE32E46F62}"/>
              </a:ext>
              <a:ext uri="{C183D7F6-B498-43B3-948B-1728B52AA6E4}">
                <adec:decorative xmlns:adec="http://schemas.microsoft.com/office/drawing/2017/decorative" val="0"/>
              </a:ext>
            </a:extLst>
          </p:cNvPr>
          <p:cNvSpPr/>
          <p:nvPr userDrawn="1"/>
        </p:nvSpPr>
        <p:spPr bwMode="gray">
          <a:xfrm>
            <a:off x="7273815" y="1515193"/>
            <a:ext cx="3735912" cy="3735912"/>
          </a:xfrm>
          <a:prstGeom prst="ellipse">
            <a:avLst/>
          </a:prstGeom>
          <a:solidFill>
            <a:schemeClr val="bg1"/>
          </a:solidFill>
          <a:ln w="38100">
            <a:solidFill>
              <a:schemeClr val="accent5"/>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60325" lvl="0" algn="ctr">
              <a:spcAft>
                <a:spcPts val="800"/>
              </a:spcAft>
            </a:pPr>
            <a:endParaRPr lang="en-US" sz="1400" kern="0" dirty="0"/>
          </a:p>
        </p:txBody>
      </p:sp>
      <p:sp>
        <p:nvSpPr>
          <p:cNvPr id="7" name="page number">
            <a:extLst>
              <a:ext uri="{FF2B5EF4-FFF2-40B4-BE49-F238E27FC236}">
                <a16:creationId xmlns:a16="http://schemas.microsoft.com/office/drawing/2014/main" id="{4144FBF0-61D7-2140-A159-ECF2E9CDDA2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3" name="TextBox 2">
            <a:extLst>
              <a:ext uri="{FF2B5EF4-FFF2-40B4-BE49-F238E27FC236}">
                <a16:creationId xmlns:a16="http://schemas.microsoft.com/office/drawing/2014/main" id="{5E6848FA-3F32-F321-B6F4-BD8E3DA700A2}"/>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5" name="Graphic 8">
            <a:extLst>
              <a:ext uri="{FF2B5EF4-FFF2-40B4-BE49-F238E27FC236}">
                <a16:creationId xmlns:a16="http://schemas.microsoft.com/office/drawing/2014/main" id="{3E228101-C66C-3FA3-BC33-17B25C68AC63}"/>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34E08562-914A-6293-AB3E-AD1F7438AA7C}"/>
                </a:ext>
              </a:extLst>
            </p:cNvPr>
            <p:cNvGrpSpPr/>
            <p:nvPr/>
          </p:nvGrpSpPr>
          <p:grpSpPr>
            <a:xfrm>
              <a:off x="745455" y="6594444"/>
              <a:ext cx="722662" cy="98475"/>
              <a:chOff x="745455" y="6594444"/>
              <a:chExt cx="722662" cy="98475"/>
            </a:xfrm>
            <a:solidFill>
              <a:srgbClr val="000000"/>
            </a:solidFill>
          </p:grpSpPr>
          <p:sp>
            <p:nvSpPr>
              <p:cNvPr id="17" name="Freeform 49">
                <a:extLst>
                  <a:ext uri="{FF2B5EF4-FFF2-40B4-BE49-F238E27FC236}">
                    <a16:creationId xmlns:a16="http://schemas.microsoft.com/office/drawing/2014/main" id="{2479D982-A424-253E-FDA9-1075B0394B5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18" name="Freeform 50">
                <a:extLst>
                  <a:ext uri="{FF2B5EF4-FFF2-40B4-BE49-F238E27FC236}">
                    <a16:creationId xmlns:a16="http://schemas.microsoft.com/office/drawing/2014/main" id="{677EE2AF-BC9D-F084-01EC-BDA1C007BF1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19" name="Freeform 51">
                <a:extLst>
                  <a:ext uri="{FF2B5EF4-FFF2-40B4-BE49-F238E27FC236}">
                    <a16:creationId xmlns:a16="http://schemas.microsoft.com/office/drawing/2014/main" id="{405F2BD0-B9FA-6F67-762E-B6FAE891AD98}"/>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0" name="Freeform 52">
                <a:extLst>
                  <a:ext uri="{FF2B5EF4-FFF2-40B4-BE49-F238E27FC236}">
                    <a16:creationId xmlns:a16="http://schemas.microsoft.com/office/drawing/2014/main" id="{961C935A-9FED-CE71-115E-BE4E9B143C0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1" name="Freeform 53">
                <a:extLst>
                  <a:ext uri="{FF2B5EF4-FFF2-40B4-BE49-F238E27FC236}">
                    <a16:creationId xmlns:a16="http://schemas.microsoft.com/office/drawing/2014/main" id="{AF34E106-EF93-088A-39B0-CDC236BD84E9}"/>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2" name="Freeform 54">
                <a:extLst>
                  <a:ext uri="{FF2B5EF4-FFF2-40B4-BE49-F238E27FC236}">
                    <a16:creationId xmlns:a16="http://schemas.microsoft.com/office/drawing/2014/main" id="{1BD83468-56C4-1EC3-EC84-A54FFF8940DB}"/>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3" name="Freeform 55">
                <a:extLst>
                  <a:ext uri="{FF2B5EF4-FFF2-40B4-BE49-F238E27FC236}">
                    <a16:creationId xmlns:a16="http://schemas.microsoft.com/office/drawing/2014/main" id="{F270D062-DA4C-542D-8DEE-B6B668D8ED1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4" name="Freeform 56">
                <a:extLst>
                  <a:ext uri="{FF2B5EF4-FFF2-40B4-BE49-F238E27FC236}">
                    <a16:creationId xmlns:a16="http://schemas.microsoft.com/office/drawing/2014/main" id="{7C933C01-5186-1188-816E-F0F105C428CA}"/>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5" name="Freeform 57">
                <a:extLst>
                  <a:ext uri="{FF2B5EF4-FFF2-40B4-BE49-F238E27FC236}">
                    <a16:creationId xmlns:a16="http://schemas.microsoft.com/office/drawing/2014/main" id="{782FB9F1-EF51-7F31-5901-538957B7AB9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6" name="Freeform 58">
                <a:extLst>
                  <a:ext uri="{FF2B5EF4-FFF2-40B4-BE49-F238E27FC236}">
                    <a16:creationId xmlns:a16="http://schemas.microsoft.com/office/drawing/2014/main" id="{62CB707E-F39E-3D53-8791-2677637D016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8" name="Graphic 8">
              <a:extLst>
                <a:ext uri="{FF2B5EF4-FFF2-40B4-BE49-F238E27FC236}">
                  <a16:creationId xmlns:a16="http://schemas.microsoft.com/office/drawing/2014/main" id="{5795F136-F71E-B049-F0DD-84F2952BFC0D}"/>
                </a:ext>
              </a:extLst>
            </p:cNvPr>
            <p:cNvGrpSpPr/>
            <p:nvPr/>
          </p:nvGrpSpPr>
          <p:grpSpPr>
            <a:xfrm>
              <a:off x="265625" y="6323271"/>
              <a:ext cx="1249223" cy="190348"/>
              <a:chOff x="265625" y="6323271"/>
              <a:chExt cx="1249223" cy="190348"/>
            </a:xfrm>
            <a:solidFill>
              <a:srgbClr val="000000"/>
            </a:solidFill>
          </p:grpSpPr>
          <p:sp>
            <p:nvSpPr>
              <p:cNvPr id="10" name="Freeform 60">
                <a:extLst>
                  <a:ext uri="{FF2B5EF4-FFF2-40B4-BE49-F238E27FC236}">
                    <a16:creationId xmlns:a16="http://schemas.microsoft.com/office/drawing/2014/main" id="{376D3759-3639-AC4F-8076-C355B010096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1" name="Freeform 61">
                <a:extLst>
                  <a:ext uri="{FF2B5EF4-FFF2-40B4-BE49-F238E27FC236}">
                    <a16:creationId xmlns:a16="http://schemas.microsoft.com/office/drawing/2014/main" id="{CD4B151F-7D1F-8954-E784-7605482B291F}"/>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2" name="Freeform 62">
                <a:extLst>
                  <a:ext uri="{FF2B5EF4-FFF2-40B4-BE49-F238E27FC236}">
                    <a16:creationId xmlns:a16="http://schemas.microsoft.com/office/drawing/2014/main" id="{B40D9F42-AF0A-DE8A-5307-F8956165C7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3" name="Freeform 63">
                <a:extLst>
                  <a:ext uri="{FF2B5EF4-FFF2-40B4-BE49-F238E27FC236}">
                    <a16:creationId xmlns:a16="http://schemas.microsoft.com/office/drawing/2014/main" id="{D27CD8E0-E2C2-D155-7ED6-82D4C3AE5D21}"/>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4" name="Freeform 64">
                <a:extLst>
                  <a:ext uri="{FF2B5EF4-FFF2-40B4-BE49-F238E27FC236}">
                    <a16:creationId xmlns:a16="http://schemas.microsoft.com/office/drawing/2014/main" id="{0C1C198C-6EA4-B531-2246-6FDABBE5F14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5" name="Freeform 65">
                <a:extLst>
                  <a:ext uri="{FF2B5EF4-FFF2-40B4-BE49-F238E27FC236}">
                    <a16:creationId xmlns:a16="http://schemas.microsoft.com/office/drawing/2014/main" id="{83BE54EB-90E7-0347-1F71-69FB6E33746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6" name="Freeform 66">
                <a:extLst>
                  <a:ext uri="{FF2B5EF4-FFF2-40B4-BE49-F238E27FC236}">
                    <a16:creationId xmlns:a16="http://schemas.microsoft.com/office/drawing/2014/main" id="{1F40B3A4-4550-A2BD-7032-C23BD4122C9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4" name="TextBox 3">
            <a:extLst>
              <a:ext uri="{FF2B5EF4-FFF2-40B4-BE49-F238E27FC236}">
                <a16:creationId xmlns:a16="http://schemas.microsoft.com/office/drawing/2014/main" id="{7F9DC764-3FC6-01FE-DCAF-5FCF9A8BB547}"/>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3338683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Definition">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F50ED68F-525B-00F4-AE58-E7AACD420745}"/>
              </a:ext>
              <a:ext uri="{C183D7F6-B498-43B3-948B-1728B52AA6E4}">
                <adec:decorative xmlns:adec="http://schemas.microsoft.com/office/drawing/2017/decorative" val="1"/>
              </a:ext>
            </a:extLst>
          </p:cNvPr>
          <p:cNvSpPr/>
          <p:nvPr userDrawn="1"/>
        </p:nvSpPr>
        <p:spPr>
          <a:xfrm>
            <a:off x="5378859" y="7558"/>
            <a:ext cx="6809966" cy="6857998"/>
          </a:xfrm>
          <a:custGeom>
            <a:avLst/>
            <a:gdLst>
              <a:gd name="connsiteX0" fmla="*/ 6845677 w 6846538"/>
              <a:gd name="connsiteY0" fmla="*/ 4820854 h 6858000"/>
              <a:gd name="connsiteX1" fmla="*/ 4811938 w 6846538"/>
              <a:gd name="connsiteY1" fmla="*/ 6857998 h 6858000"/>
              <a:gd name="connsiteX2" fmla="*/ 6845677 w 6846538"/>
              <a:gd name="connsiteY2" fmla="*/ 6857998 h 6858000"/>
              <a:gd name="connsiteX3" fmla="*/ 6846538 w 6846538"/>
              <a:gd name="connsiteY3" fmla="*/ 0 h 6858000"/>
              <a:gd name="connsiteX4" fmla="*/ 6846538 w 6846538"/>
              <a:gd name="connsiteY4" fmla="*/ 6858000 h 6858000"/>
              <a:gd name="connsiteX5" fmla="*/ 0 w 6846538"/>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46538" h="6858000">
                <a:moveTo>
                  <a:pt x="6845677" y="4820854"/>
                </a:moveTo>
                <a:lnTo>
                  <a:pt x="4811938" y="6857998"/>
                </a:lnTo>
                <a:lnTo>
                  <a:pt x="6845677" y="6857998"/>
                </a:lnTo>
                <a:close/>
                <a:moveTo>
                  <a:pt x="6846538" y="0"/>
                </a:moveTo>
                <a:lnTo>
                  <a:pt x="6846538" y="6858000"/>
                </a:lnTo>
                <a:lnTo>
                  <a:pt x="0" y="6858000"/>
                </a:lnTo>
                <a:close/>
              </a:path>
            </a:pathLst>
          </a:custGeom>
          <a:gradFill>
            <a:gsLst>
              <a:gs pos="0">
                <a:srgbClr val="F4F8FA">
                  <a:alpha val="0"/>
                </a:srgbClr>
              </a:gs>
              <a:gs pos="100000">
                <a:schemeClr val="accent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dirty="0">
              <a:solidFill>
                <a:schemeClr val="bg1"/>
              </a:solidFill>
            </a:endParaRPr>
          </a:p>
        </p:txBody>
      </p:sp>
      <p:sp>
        <p:nvSpPr>
          <p:cNvPr id="6" name="Oval 5" descr="place icon in center">
            <a:extLst>
              <a:ext uri="{FF2B5EF4-FFF2-40B4-BE49-F238E27FC236}">
                <a16:creationId xmlns:a16="http://schemas.microsoft.com/office/drawing/2014/main" id="{485306D4-55E2-403B-BFD1-9DA60421D596}"/>
              </a:ext>
              <a:ext uri="{C183D7F6-B498-43B3-948B-1728B52AA6E4}">
                <adec:decorative xmlns:adec="http://schemas.microsoft.com/office/drawing/2017/decorative" val="0"/>
              </a:ext>
            </a:extLst>
          </p:cNvPr>
          <p:cNvSpPr/>
          <p:nvPr userDrawn="1"/>
        </p:nvSpPr>
        <p:spPr bwMode="gray">
          <a:xfrm>
            <a:off x="7273815" y="1515193"/>
            <a:ext cx="3735912" cy="3735912"/>
          </a:xfrm>
          <a:prstGeom prst="ellipse">
            <a:avLst/>
          </a:prstGeom>
          <a:solidFill>
            <a:schemeClr val="bg1"/>
          </a:solidFill>
          <a:ln w="38100">
            <a:solidFill>
              <a:schemeClr val="accent2"/>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60325" marR="0" lvl="0" indent="0" algn="ctr" defTabSz="914400" rtl="0" eaLnBrk="1" fontAlgn="auto" latinLnBrk="0" hangingPunct="1">
              <a:lnSpc>
                <a:spcPct val="100000"/>
              </a:lnSpc>
              <a:spcBef>
                <a:spcPts val="0"/>
              </a:spcBef>
              <a:spcAft>
                <a:spcPts val="80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7" name="page number">
            <a:extLst>
              <a:ext uri="{FF2B5EF4-FFF2-40B4-BE49-F238E27FC236}">
                <a16:creationId xmlns:a16="http://schemas.microsoft.com/office/drawing/2014/main" id="{AC54A160-3D72-4DDC-86DA-8858609ECBB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Arial" panose="020B0604020202020204" pitchFamily="34" charset="0"/>
            </a:endParaRPr>
          </a:p>
        </p:txBody>
      </p:sp>
      <p:cxnSp>
        <p:nvCxnSpPr>
          <p:cNvPr id="8" name="Straight Connector 7">
            <a:extLst>
              <a:ext uri="{FF2B5EF4-FFF2-40B4-BE49-F238E27FC236}">
                <a16:creationId xmlns:a16="http://schemas.microsoft.com/office/drawing/2014/main" id="{BB0772A6-7577-4DB2-B194-0836A31C3FAA}"/>
              </a:ext>
              <a:ext uri="{C183D7F6-B498-43B3-948B-1728B52AA6E4}">
                <adec:decorative xmlns:adec="http://schemas.microsoft.com/office/drawing/2017/decorative" val="1"/>
              </a:ext>
            </a:extLst>
          </p:cNvPr>
          <p:cNvCxnSpPr>
            <a:cxnSpLocks/>
          </p:cNvCxnSpPr>
          <p:nvPr userDrawn="1"/>
        </p:nvCxnSpPr>
        <p:spPr bwMode="gray">
          <a:xfrm>
            <a:off x="608013" y="3174608"/>
            <a:ext cx="5016039" cy="0"/>
          </a:xfrm>
          <a:prstGeom prst="line">
            <a:avLst/>
          </a:prstGeom>
          <a:ln w="25400">
            <a:solidFill>
              <a:schemeClr val="tx1">
                <a:lumMod val="20000"/>
                <a:lumOff val="8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 name="Text Placeholder 2">
            <a:extLst>
              <a:ext uri="{FF2B5EF4-FFF2-40B4-BE49-F238E27FC236}">
                <a16:creationId xmlns:a16="http://schemas.microsoft.com/office/drawing/2014/main" id="{4943300B-7E9F-4E14-B0D0-3FBCFE7E1055}"/>
              </a:ext>
            </a:extLst>
          </p:cNvPr>
          <p:cNvSpPr>
            <a:spLocks noGrp="1"/>
          </p:cNvSpPr>
          <p:nvPr>
            <p:ph type="body" sz="quarter" idx="12" hasCustomPrompt="1"/>
          </p:nvPr>
        </p:nvSpPr>
        <p:spPr>
          <a:xfrm>
            <a:off x="612648" y="1755648"/>
            <a:ext cx="5916168" cy="822960"/>
          </a:xfrm>
        </p:spPr>
        <p:txBody>
          <a:bodyPr vert="horz" lIns="0" tIns="0" rIns="0" bIns="0" rtlCol="0" anchor="b" anchorCtr="0">
            <a:noAutofit/>
          </a:bodyPr>
          <a:lstStyle>
            <a:lvl1pPr>
              <a:defRPr lang="en-US" sz="4000" dirty="0">
                <a:solidFill>
                  <a:schemeClr val="accent2"/>
                </a:solidFill>
                <a:latin typeface="+mn-lt"/>
              </a:defRPr>
            </a:lvl1pPr>
          </a:lstStyle>
          <a:p>
            <a:pPr lvl="0">
              <a:lnSpc>
                <a:spcPct val="93000"/>
              </a:lnSpc>
              <a:spcBef>
                <a:spcPts val="0"/>
              </a:spcBef>
            </a:pPr>
            <a:r>
              <a:rPr lang="en-US" dirty="0"/>
              <a:t>Word Placeholder</a:t>
            </a:r>
          </a:p>
        </p:txBody>
      </p:sp>
      <p:sp>
        <p:nvSpPr>
          <p:cNvPr id="10" name="Text Placeholder 4">
            <a:extLst>
              <a:ext uri="{FF2B5EF4-FFF2-40B4-BE49-F238E27FC236}">
                <a16:creationId xmlns:a16="http://schemas.microsoft.com/office/drawing/2014/main" id="{5EFDFCC1-32B9-4692-A5A0-C1A105FF5C91}"/>
              </a:ext>
            </a:extLst>
          </p:cNvPr>
          <p:cNvSpPr>
            <a:spLocks noGrp="1"/>
          </p:cNvSpPr>
          <p:nvPr>
            <p:ph type="body" sz="quarter" idx="13" hasCustomPrompt="1"/>
          </p:nvPr>
        </p:nvSpPr>
        <p:spPr>
          <a:xfrm>
            <a:off x="612648" y="2578608"/>
            <a:ext cx="5916168" cy="457200"/>
          </a:xfrm>
        </p:spPr>
        <p:txBody>
          <a:bodyPr vert="horz" lIns="0" tIns="0" rIns="0" bIns="0" rtlCol="0" anchor="t" anchorCtr="0">
            <a:noAutofit/>
          </a:bodyPr>
          <a:lstStyle>
            <a:lvl1pPr>
              <a:defRPr lang="en-US" sz="2400" dirty="0">
                <a:latin typeface="+mj-lt"/>
                <a:cs typeface="Arial" panose="020B0604020202020204" pitchFamily="34" charset="0"/>
              </a:defRPr>
            </a:lvl1pPr>
          </a:lstStyle>
          <a:p>
            <a:pPr lvl="0">
              <a:spcAft>
                <a:spcPts val="4200"/>
              </a:spcAft>
            </a:pPr>
            <a:r>
              <a:rPr lang="en-US" dirty="0"/>
              <a:t>[</a:t>
            </a:r>
            <a:r>
              <a:rPr lang="en-US" dirty="0" err="1"/>
              <a:t>fəˈnɛtɪk</a:t>
            </a:r>
            <a:r>
              <a:rPr lang="en-US" dirty="0"/>
              <a:t> </a:t>
            </a:r>
            <a:r>
              <a:rPr lang="en-US" dirty="0" err="1"/>
              <a:t>trænˈskrɪpʃən</a:t>
            </a:r>
            <a:r>
              <a:rPr lang="en-US" dirty="0"/>
              <a:t> ˈ</a:t>
            </a:r>
            <a:r>
              <a:rPr lang="en-US" dirty="0" err="1"/>
              <a:t>pleɪsˌhəʊldə</a:t>
            </a:r>
            <a:r>
              <a:rPr lang="en-US" dirty="0"/>
              <a:t>]</a:t>
            </a:r>
          </a:p>
        </p:txBody>
      </p:sp>
      <p:sp>
        <p:nvSpPr>
          <p:cNvPr id="11" name="Text Placeholder 10">
            <a:extLst>
              <a:ext uri="{FF2B5EF4-FFF2-40B4-BE49-F238E27FC236}">
                <a16:creationId xmlns:a16="http://schemas.microsoft.com/office/drawing/2014/main" id="{5307D825-595E-4D57-BAAC-B507C217C1A4}"/>
              </a:ext>
            </a:extLst>
          </p:cNvPr>
          <p:cNvSpPr>
            <a:spLocks noGrp="1"/>
          </p:cNvSpPr>
          <p:nvPr>
            <p:ph type="body" sz="quarter" idx="14" hasCustomPrompt="1"/>
          </p:nvPr>
        </p:nvSpPr>
        <p:spPr>
          <a:xfrm>
            <a:off x="612648" y="3483864"/>
            <a:ext cx="5916167" cy="2006600"/>
          </a:xfr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lang="en-US" sz="2100" kern="1200" dirty="0">
                <a:solidFill>
                  <a:schemeClr val="tx2"/>
                </a:solidFill>
                <a:latin typeface="+mn-lt"/>
                <a:ea typeface="+mn-ea"/>
                <a:cs typeface="+mn-cs"/>
              </a:defRPr>
            </a:lvl1pPr>
          </a:lstStyle>
          <a:p>
            <a:pPr lvl="0"/>
            <a:r>
              <a:rPr lang="en-US" dirty="0"/>
              <a:t>The phonetic transcription can be generated using: https://tophonetics.com/</a:t>
            </a:r>
          </a:p>
        </p:txBody>
      </p:sp>
      <p:sp>
        <p:nvSpPr>
          <p:cNvPr id="5" name="TextBox 4">
            <a:extLst>
              <a:ext uri="{FF2B5EF4-FFF2-40B4-BE49-F238E27FC236}">
                <a16:creationId xmlns:a16="http://schemas.microsoft.com/office/drawing/2014/main" id="{D12E9C36-828B-ECD4-CEC3-CE8ABBBB9672}"/>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13" name="Graphic 8">
            <a:extLst>
              <a:ext uri="{FF2B5EF4-FFF2-40B4-BE49-F238E27FC236}">
                <a16:creationId xmlns:a16="http://schemas.microsoft.com/office/drawing/2014/main" id="{461B4E52-E06B-9863-8A38-75BD3297378C}"/>
              </a:ext>
            </a:extLst>
          </p:cNvPr>
          <p:cNvGrpSpPr/>
          <p:nvPr userDrawn="1"/>
        </p:nvGrpSpPr>
        <p:grpSpPr>
          <a:xfrm>
            <a:off x="265625" y="6323271"/>
            <a:ext cx="1249223" cy="369648"/>
            <a:chOff x="265625" y="6323271"/>
            <a:chExt cx="1249223" cy="369648"/>
          </a:xfrm>
          <a:solidFill>
            <a:srgbClr val="000000"/>
          </a:solidFill>
        </p:grpSpPr>
        <p:grpSp>
          <p:nvGrpSpPr>
            <p:cNvPr id="14" name="Graphic 8">
              <a:extLst>
                <a:ext uri="{FF2B5EF4-FFF2-40B4-BE49-F238E27FC236}">
                  <a16:creationId xmlns:a16="http://schemas.microsoft.com/office/drawing/2014/main" id="{4CB20520-C560-EA0B-31C6-CA320204A0B2}"/>
                </a:ext>
              </a:extLst>
            </p:cNvPr>
            <p:cNvGrpSpPr/>
            <p:nvPr/>
          </p:nvGrpSpPr>
          <p:grpSpPr>
            <a:xfrm>
              <a:off x="745455" y="6594444"/>
              <a:ext cx="722662" cy="98475"/>
              <a:chOff x="745455" y="6594444"/>
              <a:chExt cx="722662" cy="98475"/>
            </a:xfrm>
            <a:solidFill>
              <a:srgbClr val="000000"/>
            </a:solidFill>
          </p:grpSpPr>
          <p:sp>
            <p:nvSpPr>
              <p:cNvPr id="23" name="Freeform 49">
                <a:extLst>
                  <a:ext uri="{FF2B5EF4-FFF2-40B4-BE49-F238E27FC236}">
                    <a16:creationId xmlns:a16="http://schemas.microsoft.com/office/drawing/2014/main" id="{D37B54E1-1A30-72DF-482A-AD28AE5AC6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4" name="Freeform 50">
                <a:extLst>
                  <a:ext uri="{FF2B5EF4-FFF2-40B4-BE49-F238E27FC236}">
                    <a16:creationId xmlns:a16="http://schemas.microsoft.com/office/drawing/2014/main" id="{7F32477C-59A0-2EC1-63B9-1586C7132A85}"/>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5" name="Freeform 51">
                <a:extLst>
                  <a:ext uri="{FF2B5EF4-FFF2-40B4-BE49-F238E27FC236}">
                    <a16:creationId xmlns:a16="http://schemas.microsoft.com/office/drawing/2014/main" id="{60B56732-CC67-80A5-FE6F-383B0B92E9E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6" name="Freeform 52">
                <a:extLst>
                  <a:ext uri="{FF2B5EF4-FFF2-40B4-BE49-F238E27FC236}">
                    <a16:creationId xmlns:a16="http://schemas.microsoft.com/office/drawing/2014/main" id="{8F514716-5518-37CD-4A41-B18AA767E034}"/>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7" name="Freeform 53">
                <a:extLst>
                  <a:ext uri="{FF2B5EF4-FFF2-40B4-BE49-F238E27FC236}">
                    <a16:creationId xmlns:a16="http://schemas.microsoft.com/office/drawing/2014/main" id="{07455776-0DAE-AA28-F88D-CCBCB218CA5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8" name="Freeform 54">
                <a:extLst>
                  <a:ext uri="{FF2B5EF4-FFF2-40B4-BE49-F238E27FC236}">
                    <a16:creationId xmlns:a16="http://schemas.microsoft.com/office/drawing/2014/main" id="{3D8B9835-D602-E754-B562-BB27226DAEA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9" name="Freeform 55">
                <a:extLst>
                  <a:ext uri="{FF2B5EF4-FFF2-40B4-BE49-F238E27FC236}">
                    <a16:creationId xmlns:a16="http://schemas.microsoft.com/office/drawing/2014/main" id="{18C9CB56-60BE-0754-A93D-7E8E28C4EF2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0" name="Freeform 56">
                <a:extLst>
                  <a:ext uri="{FF2B5EF4-FFF2-40B4-BE49-F238E27FC236}">
                    <a16:creationId xmlns:a16="http://schemas.microsoft.com/office/drawing/2014/main" id="{E342CF24-B219-3ACD-1EF4-39F76F7363D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1" name="Freeform 57">
                <a:extLst>
                  <a:ext uri="{FF2B5EF4-FFF2-40B4-BE49-F238E27FC236}">
                    <a16:creationId xmlns:a16="http://schemas.microsoft.com/office/drawing/2014/main" id="{CB6E8BEC-9DA7-B352-ABA4-7D80BA56B839}"/>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2" name="Freeform 58">
                <a:extLst>
                  <a:ext uri="{FF2B5EF4-FFF2-40B4-BE49-F238E27FC236}">
                    <a16:creationId xmlns:a16="http://schemas.microsoft.com/office/drawing/2014/main" id="{D7A2C1E5-27B9-A2D1-7320-9A4CB51C506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5" name="Graphic 8">
              <a:extLst>
                <a:ext uri="{FF2B5EF4-FFF2-40B4-BE49-F238E27FC236}">
                  <a16:creationId xmlns:a16="http://schemas.microsoft.com/office/drawing/2014/main" id="{55744413-58E3-E558-276A-486C83F11284}"/>
                </a:ext>
              </a:extLst>
            </p:cNvPr>
            <p:cNvGrpSpPr/>
            <p:nvPr/>
          </p:nvGrpSpPr>
          <p:grpSpPr>
            <a:xfrm>
              <a:off x="265625" y="6323271"/>
              <a:ext cx="1249223" cy="190348"/>
              <a:chOff x="265625" y="6323271"/>
              <a:chExt cx="1249223" cy="190348"/>
            </a:xfrm>
            <a:solidFill>
              <a:srgbClr val="000000"/>
            </a:solidFill>
          </p:grpSpPr>
          <p:sp>
            <p:nvSpPr>
              <p:cNvPr id="16" name="Freeform 60">
                <a:extLst>
                  <a:ext uri="{FF2B5EF4-FFF2-40B4-BE49-F238E27FC236}">
                    <a16:creationId xmlns:a16="http://schemas.microsoft.com/office/drawing/2014/main" id="{0D630A4E-78CE-D513-AB43-F5D0BDF8284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7" name="Freeform 61">
                <a:extLst>
                  <a:ext uri="{FF2B5EF4-FFF2-40B4-BE49-F238E27FC236}">
                    <a16:creationId xmlns:a16="http://schemas.microsoft.com/office/drawing/2014/main" id="{E3EA1858-EE0A-6549-12E3-F3044E51766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8" name="Freeform 62">
                <a:extLst>
                  <a:ext uri="{FF2B5EF4-FFF2-40B4-BE49-F238E27FC236}">
                    <a16:creationId xmlns:a16="http://schemas.microsoft.com/office/drawing/2014/main" id="{89F48CB0-E2C2-97A2-CDD0-6999A5E4A1A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9" name="Freeform 63">
                <a:extLst>
                  <a:ext uri="{FF2B5EF4-FFF2-40B4-BE49-F238E27FC236}">
                    <a16:creationId xmlns:a16="http://schemas.microsoft.com/office/drawing/2014/main" id="{A65AB81D-F42B-82DE-515D-0EE573833403}"/>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20" name="Freeform 64">
                <a:extLst>
                  <a:ext uri="{FF2B5EF4-FFF2-40B4-BE49-F238E27FC236}">
                    <a16:creationId xmlns:a16="http://schemas.microsoft.com/office/drawing/2014/main" id="{EF429396-C56E-2145-DEDB-0CF99DDBCA2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21" name="Freeform 65">
                <a:extLst>
                  <a:ext uri="{FF2B5EF4-FFF2-40B4-BE49-F238E27FC236}">
                    <a16:creationId xmlns:a16="http://schemas.microsoft.com/office/drawing/2014/main" id="{6C880DBE-CC26-0C60-6693-0ED651A83C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2" name="Freeform 66">
                <a:extLst>
                  <a:ext uri="{FF2B5EF4-FFF2-40B4-BE49-F238E27FC236}">
                    <a16:creationId xmlns:a16="http://schemas.microsoft.com/office/drawing/2014/main" id="{0173913B-EF4C-8974-A24F-9C03E55E172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3" name="TextBox 2">
            <a:extLst>
              <a:ext uri="{FF2B5EF4-FFF2-40B4-BE49-F238E27FC236}">
                <a16:creationId xmlns:a16="http://schemas.microsoft.com/office/drawing/2014/main" id="{9F5DE82B-AAE7-39AB-0A92-FF752C097FF6}"/>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311006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QR">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3C43A142-B3D7-4E39-B708-595F0EB24BAC}"/>
              </a:ext>
              <a:ext uri="{C183D7F6-B498-43B3-948B-1728B52AA6E4}">
                <adec:decorative xmlns:adec="http://schemas.microsoft.com/office/drawing/2017/decorative" val="1"/>
              </a:ext>
            </a:extLst>
          </p:cNvPr>
          <p:cNvSpPr/>
          <p:nvPr userDrawn="1"/>
        </p:nvSpPr>
        <p:spPr>
          <a:xfrm>
            <a:off x="5378859" y="1"/>
            <a:ext cx="6809966" cy="6858000"/>
          </a:xfrm>
          <a:custGeom>
            <a:avLst/>
            <a:gdLst>
              <a:gd name="connsiteX0" fmla="*/ 6845677 w 6846538"/>
              <a:gd name="connsiteY0" fmla="*/ 4820854 h 6858000"/>
              <a:gd name="connsiteX1" fmla="*/ 4811938 w 6846538"/>
              <a:gd name="connsiteY1" fmla="*/ 6857998 h 6858000"/>
              <a:gd name="connsiteX2" fmla="*/ 6845677 w 6846538"/>
              <a:gd name="connsiteY2" fmla="*/ 6857998 h 6858000"/>
              <a:gd name="connsiteX3" fmla="*/ 6846538 w 6846538"/>
              <a:gd name="connsiteY3" fmla="*/ 0 h 6858000"/>
              <a:gd name="connsiteX4" fmla="*/ 6846538 w 6846538"/>
              <a:gd name="connsiteY4" fmla="*/ 6858000 h 6858000"/>
              <a:gd name="connsiteX5" fmla="*/ 0 w 6846538"/>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46538" h="6858000">
                <a:moveTo>
                  <a:pt x="6845677" y="4820854"/>
                </a:moveTo>
                <a:lnTo>
                  <a:pt x="4811938" y="6857998"/>
                </a:lnTo>
                <a:lnTo>
                  <a:pt x="6845677" y="6857998"/>
                </a:lnTo>
                <a:close/>
                <a:moveTo>
                  <a:pt x="6846538" y="0"/>
                </a:moveTo>
                <a:lnTo>
                  <a:pt x="6846538" y="6858000"/>
                </a:lnTo>
                <a:lnTo>
                  <a:pt x="0" y="6858000"/>
                </a:lnTo>
                <a:close/>
              </a:path>
            </a:pathLst>
          </a:custGeom>
          <a:gradFill>
            <a:gsLst>
              <a:gs pos="0">
                <a:srgbClr val="F4F8FA">
                  <a:alpha val="0"/>
                </a:srgbClr>
              </a:gs>
              <a:gs pos="100000">
                <a:schemeClr val="accent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6" name="Oval 5" descr="place icon in center">
            <a:extLst>
              <a:ext uri="{FF2B5EF4-FFF2-40B4-BE49-F238E27FC236}">
                <a16:creationId xmlns:a16="http://schemas.microsoft.com/office/drawing/2014/main" id="{D81D68B1-005D-48C3-80FB-FF903B82233B}"/>
              </a:ext>
              <a:ext uri="{C183D7F6-B498-43B3-948B-1728B52AA6E4}">
                <adec:decorative xmlns:adec="http://schemas.microsoft.com/office/drawing/2017/decorative" val="0"/>
              </a:ext>
            </a:extLst>
          </p:cNvPr>
          <p:cNvSpPr/>
          <p:nvPr userDrawn="1"/>
        </p:nvSpPr>
        <p:spPr bwMode="gray">
          <a:xfrm>
            <a:off x="7273815" y="1515193"/>
            <a:ext cx="3735912" cy="3735912"/>
          </a:xfrm>
          <a:prstGeom prst="ellipse">
            <a:avLst/>
          </a:prstGeom>
          <a:solidFill>
            <a:schemeClr val="bg1"/>
          </a:solidFill>
          <a:ln w="38100">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60325" marR="0" lvl="0" indent="0" algn="ctr" defTabSz="914400" rtl="0" eaLnBrk="1" fontAlgn="auto" latinLnBrk="0" hangingPunct="1">
              <a:lnSpc>
                <a:spcPct val="100000"/>
              </a:lnSpc>
              <a:spcBef>
                <a:spcPts val="0"/>
              </a:spcBef>
              <a:spcAft>
                <a:spcPts val="80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7" name="page number">
            <a:extLst>
              <a:ext uri="{FF2B5EF4-FFF2-40B4-BE49-F238E27FC236}">
                <a16:creationId xmlns:a16="http://schemas.microsoft.com/office/drawing/2014/main" id="{1B689AD8-A271-4D5C-B438-8E5BEE4F3F7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Arial" panose="020B0604020202020204" pitchFamily="34" charset="0"/>
            </a:endParaRPr>
          </a:p>
        </p:txBody>
      </p:sp>
      <p:sp>
        <p:nvSpPr>
          <p:cNvPr id="9" name="Text Placeholder 3">
            <a:extLst>
              <a:ext uri="{FF2B5EF4-FFF2-40B4-BE49-F238E27FC236}">
                <a16:creationId xmlns:a16="http://schemas.microsoft.com/office/drawing/2014/main" id="{4D50EB0B-B02A-4CB0-9940-E6609218E19A}"/>
              </a:ext>
            </a:extLst>
          </p:cNvPr>
          <p:cNvSpPr>
            <a:spLocks noGrp="1"/>
          </p:cNvSpPr>
          <p:nvPr>
            <p:ph type="body" sz="quarter" idx="13" hasCustomPrompt="1"/>
          </p:nvPr>
        </p:nvSpPr>
        <p:spPr>
          <a:xfrm>
            <a:off x="595312" y="2468563"/>
            <a:ext cx="5569513" cy="1085405"/>
          </a:xfrm>
        </p:spPr>
        <p:txBody>
          <a:bodyPr anchor="t" anchorCtr="0"/>
          <a:lstStyle>
            <a:lvl1pPr marL="0" indent="0" algn="l" defTabSz="914400" rtl="0" eaLnBrk="1" latinLnBrk="0" hangingPunct="1">
              <a:lnSpc>
                <a:spcPct val="100000"/>
              </a:lnSpc>
              <a:spcBef>
                <a:spcPts val="1200"/>
              </a:spcBef>
              <a:spcAft>
                <a:spcPts val="1200"/>
              </a:spcAft>
              <a:buClr>
                <a:schemeClr val="tx1">
                  <a:lumMod val="60000"/>
                  <a:lumOff val="40000"/>
                </a:schemeClr>
              </a:buClr>
              <a:buSzPct val="90000"/>
              <a:buFont typeface="Arial" panose="020B0604020202020204" pitchFamily="34" charset="0"/>
              <a:buChar char="​"/>
              <a:defRPr lang="en-US" sz="3400" kern="1200" dirty="0">
                <a:solidFill>
                  <a:schemeClr val="accent2"/>
                </a:solidFill>
                <a:latin typeface="+mj-lt"/>
                <a:ea typeface="+mn-ea"/>
                <a:cs typeface="+mn-cs"/>
              </a:defRPr>
            </a:lvl1pPr>
            <a:lvl5pPr>
              <a:defRPr/>
            </a:lvl5pPr>
          </a:lstStyle>
          <a:p>
            <a:pPr marL="0" marR="0" lvl="0" indent="0" algn="l" defTabSz="914400" rtl="0" eaLnBrk="1" fontAlgn="auto" latinLnBrk="0" hangingPunct="1">
              <a:lnSpc>
                <a:spcPct val="100000"/>
              </a:lnSpc>
              <a:spcBef>
                <a:spcPts val="1200"/>
              </a:spcBef>
              <a:spcAft>
                <a:spcPts val="1200"/>
              </a:spcAft>
              <a:buClr>
                <a:schemeClr val="tx1">
                  <a:lumMod val="60000"/>
                  <a:lumOff val="40000"/>
                </a:schemeClr>
              </a:buClr>
              <a:buSzPct val="90000"/>
              <a:buFont typeface="Arial" panose="020B0604020202020204" pitchFamily="34" charset="0"/>
              <a:buChar char="​"/>
              <a:tabLst/>
              <a:defRPr/>
            </a:pPr>
            <a:r>
              <a:rPr lang="en-US" dirty="0"/>
              <a:t>Resource Name</a:t>
            </a:r>
          </a:p>
          <a:p>
            <a:pPr lvl="0"/>
            <a:endParaRPr lang="en-US" dirty="0"/>
          </a:p>
        </p:txBody>
      </p:sp>
      <p:sp>
        <p:nvSpPr>
          <p:cNvPr id="10" name="Rectangle 9">
            <a:extLst>
              <a:ext uri="{FF2B5EF4-FFF2-40B4-BE49-F238E27FC236}">
                <a16:creationId xmlns:a16="http://schemas.microsoft.com/office/drawing/2014/main" id="{4319DB4A-420C-48A7-9CC6-C31C94350A59}"/>
              </a:ext>
            </a:extLst>
          </p:cNvPr>
          <p:cNvSpPr/>
          <p:nvPr userDrawn="1"/>
        </p:nvSpPr>
        <p:spPr>
          <a:xfrm>
            <a:off x="7221531" y="1462910"/>
            <a:ext cx="3840480" cy="3840480"/>
          </a:xfrm>
          <a:prstGeom prst="rect">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1" name="Text Placeholder 10">
            <a:extLst>
              <a:ext uri="{FF2B5EF4-FFF2-40B4-BE49-F238E27FC236}">
                <a16:creationId xmlns:a16="http://schemas.microsoft.com/office/drawing/2014/main" id="{F0BA1246-0B36-4F00-B607-6B19C44B490A}"/>
              </a:ext>
            </a:extLst>
          </p:cNvPr>
          <p:cNvSpPr>
            <a:spLocks noGrp="1"/>
          </p:cNvSpPr>
          <p:nvPr>
            <p:ph type="body" sz="quarter" idx="14" hasCustomPrompt="1"/>
          </p:nvPr>
        </p:nvSpPr>
        <p:spPr>
          <a:xfrm>
            <a:off x="595313" y="3749675"/>
            <a:ext cx="5499100" cy="669925"/>
          </a:xfrm>
        </p:spPr>
        <p:txBody>
          <a:bodyPr/>
          <a:lstStyle>
            <a:lvl1pPr>
              <a:defRPr>
                <a:solidFill>
                  <a:schemeClr val="tx1"/>
                </a:solidFill>
                <a:latin typeface="+mn-lt"/>
              </a:defRPr>
            </a:lvl1pPr>
            <a:lvl2pPr marL="273050" indent="0">
              <a:buNone/>
              <a:defRPr/>
            </a:lvl2pPr>
          </a:lstStyle>
          <a:p>
            <a:pPr lvl="0"/>
            <a:r>
              <a:rPr lang="en-US" dirty="0"/>
              <a:t>URL or Location</a:t>
            </a:r>
          </a:p>
        </p:txBody>
      </p:sp>
      <p:sp>
        <p:nvSpPr>
          <p:cNvPr id="13" name="Picture Placeholder 12">
            <a:extLst>
              <a:ext uri="{FF2B5EF4-FFF2-40B4-BE49-F238E27FC236}">
                <a16:creationId xmlns:a16="http://schemas.microsoft.com/office/drawing/2014/main" id="{95A840D7-B5DC-4B82-B742-1BC71286C579}"/>
              </a:ext>
            </a:extLst>
          </p:cNvPr>
          <p:cNvSpPr>
            <a:spLocks noGrp="1"/>
          </p:cNvSpPr>
          <p:nvPr>
            <p:ph type="pic" sz="quarter" idx="15" hasCustomPrompt="1"/>
          </p:nvPr>
        </p:nvSpPr>
        <p:spPr>
          <a:xfrm>
            <a:off x="7678731" y="1920109"/>
            <a:ext cx="2926080" cy="2926080"/>
          </a:xfrm>
        </p:spPr>
        <p:txBody>
          <a:bodyPr anchor="ctr"/>
          <a:lstStyle>
            <a:lvl1pPr algn="ctr">
              <a:defRPr/>
            </a:lvl1pPr>
          </a:lstStyle>
          <a:p>
            <a:r>
              <a:rPr lang="en-US" dirty="0"/>
              <a:t>QR Code</a:t>
            </a:r>
          </a:p>
        </p:txBody>
      </p:sp>
      <p:sp>
        <p:nvSpPr>
          <p:cNvPr id="2" name="TextBox 1">
            <a:extLst>
              <a:ext uri="{FF2B5EF4-FFF2-40B4-BE49-F238E27FC236}">
                <a16:creationId xmlns:a16="http://schemas.microsoft.com/office/drawing/2014/main" id="{8E6B8954-A710-B81D-E53C-7846B319B5E8}"/>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14" name="Graphic 8">
            <a:extLst>
              <a:ext uri="{FF2B5EF4-FFF2-40B4-BE49-F238E27FC236}">
                <a16:creationId xmlns:a16="http://schemas.microsoft.com/office/drawing/2014/main" id="{48A9556C-D90F-1E50-D386-BDD5D5B47BE9}"/>
              </a:ext>
            </a:extLst>
          </p:cNvPr>
          <p:cNvGrpSpPr/>
          <p:nvPr userDrawn="1"/>
        </p:nvGrpSpPr>
        <p:grpSpPr>
          <a:xfrm>
            <a:off x="265625" y="6323271"/>
            <a:ext cx="1249223" cy="369648"/>
            <a:chOff x="265625" y="6323271"/>
            <a:chExt cx="1249223" cy="369648"/>
          </a:xfrm>
          <a:solidFill>
            <a:srgbClr val="000000"/>
          </a:solidFill>
        </p:grpSpPr>
        <p:grpSp>
          <p:nvGrpSpPr>
            <p:cNvPr id="15" name="Graphic 8">
              <a:extLst>
                <a:ext uri="{FF2B5EF4-FFF2-40B4-BE49-F238E27FC236}">
                  <a16:creationId xmlns:a16="http://schemas.microsoft.com/office/drawing/2014/main" id="{7AE0B2ED-C500-0B34-E377-BDE89C990B9F}"/>
                </a:ext>
              </a:extLst>
            </p:cNvPr>
            <p:cNvGrpSpPr/>
            <p:nvPr/>
          </p:nvGrpSpPr>
          <p:grpSpPr>
            <a:xfrm>
              <a:off x="745455" y="6594444"/>
              <a:ext cx="722662" cy="98475"/>
              <a:chOff x="745455" y="6594444"/>
              <a:chExt cx="722662" cy="98475"/>
            </a:xfrm>
            <a:solidFill>
              <a:srgbClr val="000000"/>
            </a:solidFill>
          </p:grpSpPr>
          <p:sp>
            <p:nvSpPr>
              <p:cNvPr id="24" name="Freeform 49">
                <a:extLst>
                  <a:ext uri="{FF2B5EF4-FFF2-40B4-BE49-F238E27FC236}">
                    <a16:creationId xmlns:a16="http://schemas.microsoft.com/office/drawing/2014/main" id="{20347F9B-85D9-7305-6077-43772AB4D1E6}"/>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5" name="Freeform 50">
                <a:extLst>
                  <a:ext uri="{FF2B5EF4-FFF2-40B4-BE49-F238E27FC236}">
                    <a16:creationId xmlns:a16="http://schemas.microsoft.com/office/drawing/2014/main" id="{A058978B-1228-4CAF-11AF-339AE081625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6" name="Freeform 51">
                <a:extLst>
                  <a:ext uri="{FF2B5EF4-FFF2-40B4-BE49-F238E27FC236}">
                    <a16:creationId xmlns:a16="http://schemas.microsoft.com/office/drawing/2014/main" id="{A59467DD-9DEF-81E1-8873-73A46064E41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7" name="Freeform 52">
                <a:extLst>
                  <a:ext uri="{FF2B5EF4-FFF2-40B4-BE49-F238E27FC236}">
                    <a16:creationId xmlns:a16="http://schemas.microsoft.com/office/drawing/2014/main" id="{DC08AB5A-959D-9D7C-7E79-FFEBA46BD27B}"/>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8" name="Freeform 53">
                <a:extLst>
                  <a:ext uri="{FF2B5EF4-FFF2-40B4-BE49-F238E27FC236}">
                    <a16:creationId xmlns:a16="http://schemas.microsoft.com/office/drawing/2014/main" id="{71CF48B6-0739-ACD6-B12A-516A14949CCC}"/>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9" name="Freeform 54">
                <a:extLst>
                  <a:ext uri="{FF2B5EF4-FFF2-40B4-BE49-F238E27FC236}">
                    <a16:creationId xmlns:a16="http://schemas.microsoft.com/office/drawing/2014/main" id="{BDE1CBCA-34DC-B26D-AF48-C67EB1A3279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30" name="Freeform 55">
                <a:extLst>
                  <a:ext uri="{FF2B5EF4-FFF2-40B4-BE49-F238E27FC236}">
                    <a16:creationId xmlns:a16="http://schemas.microsoft.com/office/drawing/2014/main" id="{F6651751-9912-B2CD-5450-5C647507FF7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1" name="Freeform 56">
                <a:extLst>
                  <a:ext uri="{FF2B5EF4-FFF2-40B4-BE49-F238E27FC236}">
                    <a16:creationId xmlns:a16="http://schemas.microsoft.com/office/drawing/2014/main" id="{F52FFF3D-8EB6-A4D0-9E79-823CB8D65E9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2" name="Freeform 57">
                <a:extLst>
                  <a:ext uri="{FF2B5EF4-FFF2-40B4-BE49-F238E27FC236}">
                    <a16:creationId xmlns:a16="http://schemas.microsoft.com/office/drawing/2014/main" id="{D2697DDE-563D-9752-A650-E0D3A240D28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3" name="Freeform 58">
                <a:extLst>
                  <a:ext uri="{FF2B5EF4-FFF2-40B4-BE49-F238E27FC236}">
                    <a16:creationId xmlns:a16="http://schemas.microsoft.com/office/drawing/2014/main" id="{05F2E863-F47E-C104-AF3B-1E65229615B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6" name="Graphic 8">
              <a:extLst>
                <a:ext uri="{FF2B5EF4-FFF2-40B4-BE49-F238E27FC236}">
                  <a16:creationId xmlns:a16="http://schemas.microsoft.com/office/drawing/2014/main" id="{04B16A5F-3C07-794A-4C3F-4F7415949D13}"/>
                </a:ext>
              </a:extLst>
            </p:cNvPr>
            <p:cNvGrpSpPr/>
            <p:nvPr/>
          </p:nvGrpSpPr>
          <p:grpSpPr>
            <a:xfrm>
              <a:off x="265625" y="6323271"/>
              <a:ext cx="1249223" cy="190348"/>
              <a:chOff x="265625" y="6323271"/>
              <a:chExt cx="1249223" cy="190348"/>
            </a:xfrm>
            <a:solidFill>
              <a:srgbClr val="000000"/>
            </a:solidFill>
          </p:grpSpPr>
          <p:sp>
            <p:nvSpPr>
              <p:cNvPr id="17" name="Freeform 60">
                <a:extLst>
                  <a:ext uri="{FF2B5EF4-FFF2-40B4-BE49-F238E27FC236}">
                    <a16:creationId xmlns:a16="http://schemas.microsoft.com/office/drawing/2014/main" id="{3C0CED8A-C407-59DA-DAAB-CA9FA2466B6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8" name="Freeform 61">
                <a:extLst>
                  <a:ext uri="{FF2B5EF4-FFF2-40B4-BE49-F238E27FC236}">
                    <a16:creationId xmlns:a16="http://schemas.microsoft.com/office/drawing/2014/main" id="{977CA251-6615-A583-67E6-BED54FAB9366}"/>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9" name="Freeform 62">
                <a:extLst>
                  <a:ext uri="{FF2B5EF4-FFF2-40B4-BE49-F238E27FC236}">
                    <a16:creationId xmlns:a16="http://schemas.microsoft.com/office/drawing/2014/main" id="{3946A3E3-A254-7F7E-D406-C189314DCDE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20" name="Freeform 63">
                <a:extLst>
                  <a:ext uri="{FF2B5EF4-FFF2-40B4-BE49-F238E27FC236}">
                    <a16:creationId xmlns:a16="http://schemas.microsoft.com/office/drawing/2014/main" id="{B2E0029E-2C63-2298-0705-43A8E06C34F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21" name="Freeform 64">
                <a:extLst>
                  <a:ext uri="{FF2B5EF4-FFF2-40B4-BE49-F238E27FC236}">
                    <a16:creationId xmlns:a16="http://schemas.microsoft.com/office/drawing/2014/main" id="{761D8761-8B74-F609-6C4E-620DF09332C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22" name="Freeform 65">
                <a:extLst>
                  <a:ext uri="{FF2B5EF4-FFF2-40B4-BE49-F238E27FC236}">
                    <a16:creationId xmlns:a16="http://schemas.microsoft.com/office/drawing/2014/main" id="{0DE7D469-5170-81D5-2BE4-7410BB97497F}"/>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3" name="Freeform 66">
                <a:extLst>
                  <a:ext uri="{FF2B5EF4-FFF2-40B4-BE49-F238E27FC236}">
                    <a16:creationId xmlns:a16="http://schemas.microsoft.com/office/drawing/2014/main" id="{29C3639D-D697-3371-6E1C-821308BBA9F5}"/>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3" name="TextBox 2">
            <a:extLst>
              <a:ext uri="{FF2B5EF4-FFF2-40B4-BE49-F238E27FC236}">
                <a16:creationId xmlns:a16="http://schemas.microsoft.com/office/drawing/2014/main" id="{3F41D2F9-7D81-8747-6A51-531424AD4DBD}"/>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3125718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QR - RBLF">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3C43A142-B3D7-4E39-B708-595F0EB24BAC}"/>
              </a:ext>
              <a:ext uri="{C183D7F6-B498-43B3-948B-1728B52AA6E4}">
                <adec:decorative xmlns:adec="http://schemas.microsoft.com/office/drawing/2017/decorative" val="1"/>
              </a:ext>
            </a:extLst>
          </p:cNvPr>
          <p:cNvSpPr/>
          <p:nvPr userDrawn="1"/>
        </p:nvSpPr>
        <p:spPr>
          <a:xfrm>
            <a:off x="5378859" y="1"/>
            <a:ext cx="6809966" cy="6858000"/>
          </a:xfrm>
          <a:custGeom>
            <a:avLst/>
            <a:gdLst>
              <a:gd name="connsiteX0" fmla="*/ 6845677 w 6846538"/>
              <a:gd name="connsiteY0" fmla="*/ 4820854 h 6858000"/>
              <a:gd name="connsiteX1" fmla="*/ 4811938 w 6846538"/>
              <a:gd name="connsiteY1" fmla="*/ 6857998 h 6858000"/>
              <a:gd name="connsiteX2" fmla="*/ 6845677 w 6846538"/>
              <a:gd name="connsiteY2" fmla="*/ 6857998 h 6858000"/>
              <a:gd name="connsiteX3" fmla="*/ 6846538 w 6846538"/>
              <a:gd name="connsiteY3" fmla="*/ 0 h 6858000"/>
              <a:gd name="connsiteX4" fmla="*/ 6846538 w 6846538"/>
              <a:gd name="connsiteY4" fmla="*/ 6858000 h 6858000"/>
              <a:gd name="connsiteX5" fmla="*/ 0 w 6846538"/>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46538" h="6858000">
                <a:moveTo>
                  <a:pt x="6845677" y="4820854"/>
                </a:moveTo>
                <a:lnTo>
                  <a:pt x="4811938" y="6857998"/>
                </a:lnTo>
                <a:lnTo>
                  <a:pt x="6845677" y="6857998"/>
                </a:lnTo>
                <a:close/>
                <a:moveTo>
                  <a:pt x="6846538" y="0"/>
                </a:moveTo>
                <a:lnTo>
                  <a:pt x="6846538" y="6858000"/>
                </a:lnTo>
                <a:lnTo>
                  <a:pt x="0" y="6858000"/>
                </a:lnTo>
                <a:close/>
              </a:path>
            </a:pathLst>
          </a:custGeom>
          <a:gradFill>
            <a:gsLst>
              <a:gs pos="0">
                <a:schemeClr val="accent2">
                  <a:lumMod val="60000"/>
                  <a:lumOff val="40000"/>
                </a:schemeClr>
              </a:gs>
              <a:gs pos="100000">
                <a:schemeClr val="accent5"/>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6" name="Oval 5" descr="place icon in center">
            <a:extLst>
              <a:ext uri="{FF2B5EF4-FFF2-40B4-BE49-F238E27FC236}">
                <a16:creationId xmlns:a16="http://schemas.microsoft.com/office/drawing/2014/main" id="{D81D68B1-005D-48C3-80FB-FF903B82233B}"/>
              </a:ext>
              <a:ext uri="{C183D7F6-B498-43B3-948B-1728B52AA6E4}">
                <adec:decorative xmlns:adec="http://schemas.microsoft.com/office/drawing/2017/decorative" val="0"/>
              </a:ext>
            </a:extLst>
          </p:cNvPr>
          <p:cNvSpPr/>
          <p:nvPr userDrawn="1"/>
        </p:nvSpPr>
        <p:spPr bwMode="gray">
          <a:xfrm>
            <a:off x="7273815" y="1515193"/>
            <a:ext cx="3735912" cy="3735912"/>
          </a:xfrm>
          <a:prstGeom prst="ellipse">
            <a:avLst/>
          </a:prstGeom>
          <a:solidFill>
            <a:schemeClr val="bg1"/>
          </a:solidFill>
          <a:ln w="38100">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60325" marR="0" lvl="0" indent="0" algn="ctr" defTabSz="914400" rtl="0" eaLnBrk="1" fontAlgn="auto" latinLnBrk="0" hangingPunct="1">
              <a:lnSpc>
                <a:spcPct val="100000"/>
              </a:lnSpc>
              <a:spcBef>
                <a:spcPts val="0"/>
              </a:spcBef>
              <a:spcAft>
                <a:spcPts val="80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7" name="page number">
            <a:extLst>
              <a:ext uri="{FF2B5EF4-FFF2-40B4-BE49-F238E27FC236}">
                <a16:creationId xmlns:a16="http://schemas.microsoft.com/office/drawing/2014/main" id="{1B689AD8-A271-4D5C-B438-8E5BEE4F3F7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Arial" panose="020B0604020202020204" pitchFamily="34" charset="0"/>
            </a:endParaRPr>
          </a:p>
        </p:txBody>
      </p:sp>
      <p:sp>
        <p:nvSpPr>
          <p:cNvPr id="9" name="Text Placeholder 3">
            <a:extLst>
              <a:ext uri="{FF2B5EF4-FFF2-40B4-BE49-F238E27FC236}">
                <a16:creationId xmlns:a16="http://schemas.microsoft.com/office/drawing/2014/main" id="{4D50EB0B-B02A-4CB0-9940-E6609218E19A}"/>
              </a:ext>
            </a:extLst>
          </p:cNvPr>
          <p:cNvSpPr>
            <a:spLocks noGrp="1"/>
          </p:cNvSpPr>
          <p:nvPr>
            <p:ph type="body" sz="quarter" idx="13" hasCustomPrompt="1"/>
          </p:nvPr>
        </p:nvSpPr>
        <p:spPr>
          <a:xfrm>
            <a:off x="595312" y="2468563"/>
            <a:ext cx="5569513" cy="1085405"/>
          </a:xfrm>
        </p:spPr>
        <p:txBody>
          <a:bodyPr anchor="t" anchorCtr="0"/>
          <a:lstStyle>
            <a:lvl1pPr marL="0" indent="0" algn="l" defTabSz="914400" rtl="0" eaLnBrk="1" latinLnBrk="0" hangingPunct="1">
              <a:lnSpc>
                <a:spcPct val="100000"/>
              </a:lnSpc>
              <a:spcBef>
                <a:spcPts val="1200"/>
              </a:spcBef>
              <a:spcAft>
                <a:spcPts val="1200"/>
              </a:spcAft>
              <a:buClr>
                <a:schemeClr val="tx1">
                  <a:lumMod val="60000"/>
                  <a:lumOff val="40000"/>
                </a:schemeClr>
              </a:buClr>
              <a:buSzPct val="90000"/>
              <a:buFont typeface="Arial" panose="020B0604020202020204" pitchFamily="34" charset="0"/>
              <a:buChar char="​"/>
              <a:defRPr lang="en-US" sz="3400" kern="1200" dirty="0">
                <a:solidFill>
                  <a:schemeClr val="accent2"/>
                </a:solidFill>
                <a:latin typeface="Arial" panose="020B0604020202020204" pitchFamily="34" charset="0"/>
                <a:ea typeface="+mn-ea"/>
                <a:cs typeface="+mn-cs"/>
              </a:defRPr>
            </a:lvl1pPr>
            <a:lvl5pPr>
              <a:defRPr/>
            </a:lvl5pPr>
          </a:lstStyle>
          <a:p>
            <a:pPr marL="0" marR="0" lvl="0" indent="0" algn="l" defTabSz="914400" rtl="0" eaLnBrk="1" fontAlgn="auto" latinLnBrk="0" hangingPunct="1">
              <a:lnSpc>
                <a:spcPct val="100000"/>
              </a:lnSpc>
              <a:spcBef>
                <a:spcPts val="1200"/>
              </a:spcBef>
              <a:spcAft>
                <a:spcPts val="1200"/>
              </a:spcAft>
              <a:buClr>
                <a:schemeClr val="tx1">
                  <a:lumMod val="60000"/>
                  <a:lumOff val="40000"/>
                </a:schemeClr>
              </a:buClr>
              <a:buSzPct val="90000"/>
              <a:buFont typeface="Arial" panose="020B0604020202020204" pitchFamily="34" charset="0"/>
              <a:buChar char="​"/>
              <a:tabLst/>
              <a:defRPr/>
            </a:pPr>
            <a:r>
              <a:rPr lang="en-US" dirty="0"/>
              <a:t>Resource Name</a:t>
            </a:r>
          </a:p>
          <a:p>
            <a:pPr lvl="0"/>
            <a:endParaRPr lang="en-US" dirty="0"/>
          </a:p>
        </p:txBody>
      </p:sp>
      <p:sp>
        <p:nvSpPr>
          <p:cNvPr id="10" name="Rectangle 9">
            <a:extLst>
              <a:ext uri="{FF2B5EF4-FFF2-40B4-BE49-F238E27FC236}">
                <a16:creationId xmlns:a16="http://schemas.microsoft.com/office/drawing/2014/main" id="{4319DB4A-420C-48A7-9CC6-C31C94350A59}"/>
              </a:ext>
            </a:extLst>
          </p:cNvPr>
          <p:cNvSpPr/>
          <p:nvPr userDrawn="1"/>
        </p:nvSpPr>
        <p:spPr>
          <a:xfrm>
            <a:off x="7221531" y="1462910"/>
            <a:ext cx="3840480" cy="3840480"/>
          </a:xfrm>
          <a:prstGeom prst="rect">
            <a:avLst/>
          </a:prstGeom>
          <a:solidFill>
            <a:schemeClr val="bg1"/>
          </a:solid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1" name="Text Placeholder 10">
            <a:extLst>
              <a:ext uri="{FF2B5EF4-FFF2-40B4-BE49-F238E27FC236}">
                <a16:creationId xmlns:a16="http://schemas.microsoft.com/office/drawing/2014/main" id="{F0BA1246-0B36-4F00-B607-6B19C44B490A}"/>
              </a:ext>
            </a:extLst>
          </p:cNvPr>
          <p:cNvSpPr>
            <a:spLocks noGrp="1"/>
          </p:cNvSpPr>
          <p:nvPr>
            <p:ph type="body" sz="quarter" idx="14" hasCustomPrompt="1"/>
          </p:nvPr>
        </p:nvSpPr>
        <p:spPr>
          <a:xfrm>
            <a:off x="595313" y="3749675"/>
            <a:ext cx="5499100" cy="669925"/>
          </a:xfrm>
        </p:spPr>
        <p:txBody>
          <a:bodyPr/>
          <a:lstStyle>
            <a:lvl1pPr>
              <a:defRPr>
                <a:solidFill>
                  <a:schemeClr val="tx1"/>
                </a:solidFill>
                <a:latin typeface="Arial" panose="020B0604020202020204" pitchFamily="34" charset="0"/>
              </a:defRPr>
            </a:lvl1pPr>
            <a:lvl2pPr marL="273050" indent="0">
              <a:buNone/>
              <a:defRPr/>
            </a:lvl2pPr>
          </a:lstStyle>
          <a:p>
            <a:pPr lvl="0"/>
            <a:r>
              <a:rPr lang="en-US" dirty="0"/>
              <a:t>URL or Location</a:t>
            </a:r>
          </a:p>
        </p:txBody>
      </p:sp>
      <p:sp>
        <p:nvSpPr>
          <p:cNvPr id="13" name="Picture Placeholder 12">
            <a:extLst>
              <a:ext uri="{FF2B5EF4-FFF2-40B4-BE49-F238E27FC236}">
                <a16:creationId xmlns:a16="http://schemas.microsoft.com/office/drawing/2014/main" id="{95A840D7-B5DC-4B82-B742-1BC71286C579}"/>
              </a:ext>
            </a:extLst>
          </p:cNvPr>
          <p:cNvSpPr>
            <a:spLocks noGrp="1"/>
          </p:cNvSpPr>
          <p:nvPr>
            <p:ph type="pic" sz="quarter" idx="15" hasCustomPrompt="1"/>
          </p:nvPr>
        </p:nvSpPr>
        <p:spPr>
          <a:xfrm>
            <a:off x="7678731" y="1920109"/>
            <a:ext cx="2926080" cy="2926080"/>
          </a:xfrm>
        </p:spPr>
        <p:txBody>
          <a:bodyPr anchor="ctr"/>
          <a:lstStyle>
            <a:lvl1pPr algn="ctr">
              <a:defRPr/>
            </a:lvl1pPr>
          </a:lstStyle>
          <a:p>
            <a:r>
              <a:rPr lang="en-US"/>
              <a:t>QR Code</a:t>
            </a:r>
          </a:p>
        </p:txBody>
      </p:sp>
      <p:sp>
        <p:nvSpPr>
          <p:cNvPr id="2" name="TextBox 1">
            <a:extLst>
              <a:ext uri="{FF2B5EF4-FFF2-40B4-BE49-F238E27FC236}">
                <a16:creationId xmlns:a16="http://schemas.microsoft.com/office/drawing/2014/main" id="{8E6B8954-A710-B81D-E53C-7846B319B5E8}"/>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14" name="Graphic 8">
            <a:extLst>
              <a:ext uri="{FF2B5EF4-FFF2-40B4-BE49-F238E27FC236}">
                <a16:creationId xmlns:a16="http://schemas.microsoft.com/office/drawing/2014/main" id="{48A9556C-D90F-1E50-D386-BDD5D5B47BE9}"/>
              </a:ext>
            </a:extLst>
          </p:cNvPr>
          <p:cNvGrpSpPr/>
          <p:nvPr userDrawn="1"/>
        </p:nvGrpSpPr>
        <p:grpSpPr>
          <a:xfrm>
            <a:off x="265625" y="6323271"/>
            <a:ext cx="1249223" cy="369648"/>
            <a:chOff x="265625" y="6323271"/>
            <a:chExt cx="1249223" cy="369648"/>
          </a:xfrm>
          <a:solidFill>
            <a:srgbClr val="000000"/>
          </a:solidFill>
        </p:grpSpPr>
        <p:grpSp>
          <p:nvGrpSpPr>
            <p:cNvPr id="15" name="Graphic 8">
              <a:extLst>
                <a:ext uri="{FF2B5EF4-FFF2-40B4-BE49-F238E27FC236}">
                  <a16:creationId xmlns:a16="http://schemas.microsoft.com/office/drawing/2014/main" id="{7AE0B2ED-C500-0B34-E377-BDE89C990B9F}"/>
                </a:ext>
              </a:extLst>
            </p:cNvPr>
            <p:cNvGrpSpPr/>
            <p:nvPr/>
          </p:nvGrpSpPr>
          <p:grpSpPr>
            <a:xfrm>
              <a:off x="745455" y="6594444"/>
              <a:ext cx="722662" cy="98475"/>
              <a:chOff x="745455" y="6594444"/>
              <a:chExt cx="722662" cy="98475"/>
            </a:xfrm>
            <a:solidFill>
              <a:srgbClr val="000000"/>
            </a:solidFill>
          </p:grpSpPr>
          <p:sp>
            <p:nvSpPr>
              <p:cNvPr id="24" name="Freeform 49">
                <a:extLst>
                  <a:ext uri="{FF2B5EF4-FFF2-40B4-BE49-F238E27FC236}">
                    <a16:creationId xmlns:a16="http://schemas.microsoft.com/office/drawing/2014/main" id="{20347F9B-85D9-7305-6077-43772AB4D1E6}"/>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25" name="Freeform 50">
                <a:extLst>
                  <a:ext uri="{FF2B5EF4-FFF2-40B4-BE49-F238E27FC236}">
                    <a16:creationId xmlns:a16="http://schemas.microsoft.com/office/drawing/2014/main" id="{A058978B-1228-4CAF-11AF-339AE081625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26" name="Freeform 51">
                <a:extLst>
                  <a:ext uri="{FF2B5EF4-FFF2-40B4-BE49-F238E27FC236}">
                    <a16:creationId xmlns:a16="http://schemas.microsoft.com/office/drawing/2014/main" id="{A59467DD-9DEF-81E1-8873-73A46064E41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27" name="Freeform 52">
                <a:extLst>
                  <a:ext uri="{FF2B5EF4-FFF2-40B4-BE49-F238E27FC236}">
                    <a16:creationId xmlns:a16="http://schemas.microsoft.com/office/drawing/2014/main" id="{DC08AB5A-959D-9D7C-7E79-FFEBA46BD27B}"/>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28" name="Freeform 53">
                <a:extLst>
                  <a:ext uri="{FF2B5EF4-FFF2-40B4-BE49-F238E27FC236}">
                    <a16:creationId xmlns:a16="http://schemas.microsoft.com/office/drawing/2014/main" id="{71CF48B6-0739-ACD6-B12A-516A14949CCC}"/>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29" name="Freeform 54">
                <a:extLst>
                  <a:ext uri="{FF2B5EF4-FFF2-40B4-BE49-F238E27FC236}">
                    <a16:creationId xmlns:a16="http://schemas.microsoft.com/office/drawing/2014/main" id="{BDE1CBCA-34DC-B26D-AF48-C67EB1A3279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30" name="Freeform 55">
                <a:extLst>
                  <a:ext uri="{FF2B5EF4-FFF2-40B4-BE49-F238E27FC236}">
                    <a16:creationId xmlns:a16="http://schemas.microsoft.com/office/drawing/2014/main" id="{F6651751-9912-B2CD-5450-5C647507FF7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31" name="Freeform 56">
                <a:extLst>
                  <a:ext uri="{FF2B5EF4-FFF2-40B4-BE49-F238E27FC236}">
                    <a16:creationId xmlns:a16="http://schemas.microsoft.com/office/drawing/2014/main" id="{F52FFF3D-8EB6-A4D0-9E79-823CB8D65E9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32" name="Freeform 57">
                <a:extLst>
                  <a:ext uri="{FF2B5EF4-FFF2-40B4-BE49-F238E27FC236}">
                    <a16:creationId xmlns:a16="http://schemas.microsoft.com/office/drawing/2014/main" id="{D2697DDE-563D-9752-A650-E0D3A240D28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33" name="Freeform 58">
                <a:extLst>
                  <a:ext uri="{FF2B5EF4-FFF2-40B4-BE49-F238E27FC236}">
                    <a16:creationId xmlns:a16="http://schemas.microsoft.com/office/drawing/2014/main" id="{05F2E863-F47E-C104-AF3B-1E65229615B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grpSp>
        <p:grpSp>
          <p:nvGrpSpPr>
            <p:cNvPr id="16" name="Graphic 8">
              <a:extLst>
                <a:ext uri="{FF2B5EF4-FFF2-40B4-BE49-F238E27FC236}">
                  <a16:creationId xmlns:a16="http://schemas.microsoft.com/office/drawing/2014/main" id="{04B16A5F-3C07-794A-4C3F-4F7415949D13}"/>
                </a:ext>
              </a:extLst>
            </p:cNvPr>
            <p:cNvGrpSpPr/>
            <p:nvPr/>
          </p:nvGrpSpPr>
          <p:grpSpPr>
            <a:xfrm>
              <a:off x="265625" y="6323271"/>
              <a:ext cx="1249223" cy="190348"/>
              <a:chOff x="265625" y="6323271"/>
              <a:chExt cx="1249223" cy="190348"/>
            </a:xfrm>
            <a:solidFill>
              <a:srgbClr val="000000"/>
            </a:solidFill>
          </p:grpSpPr>
          <p:sp>
            <p:nvSpPr>
              <p:cNvPr id="17" name="Freeform 60">
                <a:extLst>
                  <a:ext uri="{FF2B5EF4-FFF2-40B4-BE49-F238E27FC236}">
                    <a16:creationId xmlns:a16="http://schemas.microsoft.com/office/drawing/2014/main" id="{3C0CED8A-C407-59DA-DAAB-CA9FA2466B6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18" name="Freeform 61">
                <a:extLst>
                  <a:ext uri="{FF2B5EF4-FFF2-40B4-BE49-F238E27FC236}">
                    <a16:creationId xmlns:a16="http://schemas.microsoft.com/office/drawing/2014/main" id="{977CA251-6615-A583-67E6-BED54FAB9366}"/>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19" name="Freeform 62">
                <a:extLst>
                  <a:ext uri="{FF2B5EF4-FFF2-40B4-BE49-F238E27FC236}">
                    <a16:creationId xmlns:a16="http://schemas.microsoft.com/office/drawing/2014/main" id="{3946A3E3-A254-7F7E-D406-C189314DCDE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20" name="Freeform 63">
                <a:extLst>
                  <a:ext uri="{FF2B5EF4-FFF2-40B4-BE49-F238E27FC236}">
                    <a16:creationId xmlns:a16="http://schemas.microsoft.com/office/drawing/2014/main" id="{B2E0029E-2C63-2298-0705-43A8E06C34F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21" name="Freeform 64">
                <a:extLst>
                  <a:ext uri="{FF2B5EF4-FFF2-40B4-BE49-F238E27FC236}">
                    <a16:creationId xmlns:a16="http://schemas.microsoft.com/office/drawing/2014/main" id="{761D8761-8B74-F609-6C4E-620DF09332C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22" name="Freeform 65">
                <a:extLst>
                  <a:ext uri="{FF2B5EF4-FFF2-40B4-BE49-F238E27FC236}">
                    <a16:creationId xmlns:a16="http://schemas.microsoft.com/office/drawing/2014/main" id="{0DE7D469-5170-81D5-2BE4-7410BB97497F}"/>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23" name="Freeform 66">
                <a:extLst>
                  <a:ext uri="{FF2B5EF4-FFF2-40B4-BE49-F238E27FC236}">
                    <a16:creationId xmlns:a16="http://schemas.microsoft.com/office/drawing/2014/main" id="{29C3639D-D697-3371-6E1C-821308BBA9F5}"/>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grpSp>
      </p:grpSp>
      <p:sp>
        <p:nvSpPr>
          <p:cNvPr id="3" name="TextBox 2">
            <a:extLst>
              <a:ext uri="{FF2B5EF4-FFF2-40B4-BE49-F238E27FC236}">
                <a16:creationId xmlns:a16="http://schemas.microsoft.com/office/drawing/2014/main" id="{BD711D22-429F-8410-DB9B-CDB5AE79E886}"/>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911546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Q&amp;A">
    <p:spTree>
      <p:nvGrpSpPr>
        <p:cNvPr id="1" name=""/>
        <p:cNvGrpSpPr/>
        <p:nvPr/>
      </p:nvGrpSpPr>
      <p:grpSpPr>
        <a:xfrm>
          <a:off x="0" y="0"/>
          <a:ext cx="0" cy="0"/>
          <a:chOff x="0" y="0"/>
          <a:chExt cx="0" cy="0"/>
        </a:xfrm>
      </p:grpSpPr>
      <p:sp>
        <p:nvSpPr>
          <p:cNvPr id="16" name="page number">
            <a:extLst>
              <a:ext uri="{FF2B5EF4-FFF2-40B4-BE49-F238E27FC236}">
                <a16:creationId xmlns:a16="http://schemas.microsoft.com/office/drawing/2014/main" id="{3A15EC20-3B57-4E4E-872C-A34852CBEF1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Arial" panose="020B0604020202020204" pitchFamily="34" charset="0"/>
            </a:endParaRPr>
          </a:p>
        </p:txBody>
      </p:sp>
      <p:sp>
        <p:nvSpPr>
          <p:cNvPr id="5" name="Text Placeholder 4">
            <a:extLst>
              <a:ext uri="{FF2B5EF4-FFF2-40B4-BE49-F238E27FC236}">
                <a16:creationId xmlns:a16="http://schemas.microsoft.com/office/drawing/2014/main" id="{9DF7F371-DDCB-4DB5-8A5D-7CBC2916F075}"/>
              </a:ext>
            </a:extLst>
          </p:cNvPr>
          <p:cNvSpPr>
            <a:spLocks noGrp="1"/>
          </p:cNvSpPr>
          <p:nvPr>
            <p:ph type="body" sz="quarter" idx="15" hasCustomPrompt="1"/>
          </p:nvPr>
        </p:nvSpPr>
        <p:spPr>
          <a:xfrm>
            <a:off x="566102" y="1671003"/>
            <a:ext cx="8606325" cy="695325"/>
          </a:xfrm>
        </p:spPr>
        <p:txBody>
          <a:bodyPr/>
          <a:lstStyle>
            <a:lvl1pPr>
              <a:lnSpc>
                <a:spcPct val="93000"/>
              </a:lnSpc>
              <a:defRPr lang="en-US" sz="3200" kern="1200" dirty="0">
                <a:solidFill>
                  <a:schemeClr val="accent2"/>
                </a:solidFill>
                <a:latin typeface="+mn-lt"/>
                <a:ea typeface="+mn-ea"/>
                <a:cs typeface="+mn-cs"/>
              </a:defRPr>
            </a:lvl1pPr>
          </a:lstStyle>
          <a:p>
            <a:pPr lvl="0"/>
            <a:r>
              <a:rPr lang="en-US" dirty="0"/>
              <a:t>Question placeholder</a:t>
            </a:r>
          </a:p>
        </p:txBody>
      </p:sp>
      <p:sp>
        <p:nvSpPr>
          <p:cNvPr id="7" name="Text Placeholder 6">
            <a:extLst>
              <a:ext uri="{FF2B5EF4-FFF2-40B4-BE49-F238E27FC236}">
                <a16:creationId xmlns:a16="http://schemas.microsoft.com/office/drawing/2014/main" id="{F10CB019-BDB6-42D5-9070-E7A2F4C23DAD}"/>
              </a:ext>
            </a:extLst>
          </p:cNvPr>
          <p:cNvSpPr>
            <a:spLocks noGrp="1"/>
          </p:cNvSpPr>
          <p:nvPr>
            <p:ph type="body" sz="quarter" idx="17" hasCustomPrompt="1"/>
          </p:nvPr>
        </p:nvSpPr>
        <p:spPr>
          <a:xfrm>
            <a:off x="585788" y="3438229"/>
            <a:ext cx="8586639" cy="1243012"/>
          </a:xfrm>
        </p:spPr>
        <p:txBody>
          <a:bodyPr/>
          <a:lstStyle>
            <a:lvl1pPr>
              <a:spcBef>
                <a:spcPts val="1200"/>
              </a:spcBef>
              <a:defRPr lang="en-US" sz="2400" kern="1200" dirty="0">
                <a:solidFill>
                  <a:schemeClr val="tx1"/>
                </a:solidFill>
                <a:latin typeface="+mn-lt"/>
                <a:ea typeface="+mn-ea"/>
                <a:cs typeface="+mn-cs"/>
              </a:defRPr>
            </a:lvl1pPr>
          </a:lstStyle>
          <a:p>
            <a:pPr lvl="0"/>
            <a:r>
              <a:rPr lang="en-US" dirty="0"/>
              <a:t>Answer placeholder</a:t>
            </a:r>
          </a:p>
        </p:txBody>
      </p:sp>
      <p:sp>
        <p:nvSpPr>
          <p:cNvPr id="8" name="TextBox 7">
            <a:extLst>
              <a:ext uri="{FF2B5EF4-FFF2-40B4-BE49-F238E27FC236}">
                <a16:creationId xmlns:a16="http://schemas.microsoft.com/office/drawing/2014/main" id="{5A4A79AA-DC26-417C-ADB3-920836A1C4DB}"/>
              </a:ext>
            </a:extLst>
          </p:cNvPr>
          <p:cNvSpPr txBox="1"/>
          <p:nvPr userDrawn="1"/>
        </p:nvSpPr>
        <p:spPr>
          <a:xfrm>
            <a:off x="585153" y="3078620"/>
            <a:ext cx="751809" cy="184666"/>
          </a:xfrm>
          <a:prstGeom prst="rect">
            <a:avLst/>
          </a:prstGeom>
        </p:spPr>
        <p:txBody>
          <a:bodyPr wrap="none" lIns="0" tIns="0" rIns="0" bIns="0" anchor="b">
            <a:spAutoFit/>
          </a:bodyPr>
          <a:lstStyle>
            <a:defPPr>
              <a:defRPr lang="en-US"/>
            </a:defPPr>
            <a:lvl1pPr>
              <a:defRPr sz="1200" spc="100">
                <a:solidFill>
                  <a:schemeClr val="accent2"/>
                </a:solidFill>
                <a:latin typeface="Arial" panose="020B0604020202020204" pitchFamily="34" charset="0"/>
              </a:defRPr>
            </a:lvl1pPr>
            <a:lvl2pPr indent="-184150">
              <a:lnSpc>
                <a:spcPct val="100000"/>
              </a:lnSpc>
              <a:spcBef>
                <a:spcPts val="1200"/>
              </a:spcBef>
              <a:buClr>
                <a:schemeClr val="tx2"/>
              </a:buClr>
              <a:buSzPct val="90000"/>
              <a:buFont typeface="Arial" panose="020B0604020202020204" pitchFamily="34" charset="0"/>
              <a:buChar char="•"/>
              <a:defRPr>
                <a:solidFill>
                  <a:schemeClr val="tx2"/>
                </a:solidFill>
              </a:defRPr>
            </a:lvl2pPr>
            <a:lvl3pPr marL="744538" indent="-169863">
              <a:lnSpc>
                <a:spcPct val="100000"/>
              </a:lnSpc>
              <a:spcBef>
                <a:spcPts val="1200"/>
              </a:spcBef>
              <a:spcAft>
                <a:spcPts val="0"/>
              </a:spcAft>
              <a:buClr>
                <a:schemeClr val="tx2"/>
              </a:buClr>
              <a:buSzPct val="90000"/>
              <a:buFont typeface="Arial" panose="020B0604020202020204" pitchFamily="34" charset="0"/>
              <a:buChar char="–"/>
              <a:defRPr sz="1600">
                <a:solidFill>
                  <a:schemeClr val="tx2"/>
                </a:solidFill>
              </a:defRPr>
            </a:lvl3pPr>
            <a:lvl4pPr marL="969963" indent="-166688">
              <a:lnSpc>
                <a:spcPct val="100000"/>
              </a:lnSpc>
              <a:spcBef>
                <a:spcPts val="1200"/>
              </a:spcBef>
              <a:buClr>
                <a:schemeClr val="tx2"/>
              </a:buClr>
              <a:buSzPct val="90000"/>
              <a:buFont typeface="Arial" panose="020B0604020202020204" pitchFamily="34" charset="0"/>
              <a:buChar char="•"/>
              <a:defRPr sz="1400">
                <a:solidFill>
                  <a:schemeClr val="tx2"/>
                </a:solidFill>
              </a:defRPr>
            </a:lvl4pPr>
            <a:lvl5pPr marL="1143000" indent="-138113">
              <a:lnSpc>
                <a:spcPct val="100000"/>
              </a:lnSpc>
              <a:spcBef>
                <a:spcPts val="1200"/>
              </a:spcBef>
              <a:buClr>
                <a:schemeClr val="tx2"/>
              </a:buClr>
              <a:buSzPct val="90000"/>
              <a:buFont typeface="Arial" panose="020B0604020202020204" pitchFamily="34" charset="0"/>
              <a:buChar char="–"/>
              <a:tabLst/>
              <a:defRPr sz="1400">
                <a:solidFill>
                  <a:schemeClr val="tx2"/>
                </a:solidFill>
              </a:defRPr>
            </a:lvl5pPr>
            <a:lvl6pPr marL="1258888" indent="-111125">
              <a:lnSpc>
                <a:spcPct val="100000"/>
              </a:lnSpc>
              <a:spcBef>
                <a:spcPts val="1200"/>
              </a:spcBef>
              <a:buClr>
                <a:schemeClr val="tx2"/>
              </a:buClr>
              <a:buSzPct val="90000"/>
              <a:buFont typeface="Arial" panose="020B0604020202020204" pitchFamily="34" charset="0"/>
              <a:buChar char="•"/>
              <a:tabLst/>
              <a:defRPr sz="1400">
                <a:solidFill>
                  <a:schemeClr val="tx2"/>
                </a:solidFill>
              </a:defRPr>
            </a:lvl6pPr>
            <a:lvl7pPr marL="1379538" indent="-120650">
              <a:lnSpc>
                <a:spcPct val="100000"/>
              </a:lnSpc>
              <a:spcBef>
                <a:spcPts val="1200"/>
              </a:spcBef>
              <a:buClr>
                <a:schemeClr val="tx2"/>
              </a:buClr>
              <a:buSzPct val="90000"/>
              <a:buFont typeface="Arial" panose="020B0604020202020204" pitchFamily="34" charset="0"/>
              <a:buChar char="-"/>
              <a:tabLst/>
              <a:defRPr sz="1400">
                <a:solidFill>
                  <a:schemeClr val="tx2"/>
                </a:solidFill>
              </a:defRPr>
            </a:lvl7pPr>
            <a:lvl8pPr marL="1550988" indent="-120650">
              <a:lnSpc>
                <a:spcPct val="100000"/>
              </a:lnSpc>
              <a:spcBef>
                <a:spcPts val="1200"/>
              </a:spcBef>
              <a:buClr>
                <a:schemeClr val="tx2"/>
              </a:buClr>
              <a:buSzPct val="90000"/>
              <a:buFont typeface="Arial" panose="020B0604020202020204" pitchFamily="34" charset="0"/>
              <a:buChar char="•"/>
              <a:tabLst/>
              <a:defRPr sz="1400">
                <a:solidFill>
                  <a:schemeClr val="tx2"/>
                </a:solidFill>
              </a:defRPr>
            </a:lvl8pPr>
            <a:lvl9pPr marL="1722438" indent="-120650">
              <a:lnSpc>
                <a:spcPct val="100000"/>
              </a:lnSpc>
              <a:spcBef>
                <a:spcPts val="1200"/>
              </a:spcBef>
              <a:buClr>
                <a:schemeClr val="tx2"/>
              </a:buClr>
              <a:buSzPct val="90000"/>
              <a:buFont typeface="Arial" panose="020B0604020202020204" pitchFamily="34" charset="0"/>
              <a:buChar char="-"/>
              <a:tabLst/>
              <a:defRPr sz="1400">
                <a:solidFill>
                  <a:schemeClr val="tx2"/>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00" normalizeH="0" baseline="0" noProof="0" dirty="0">
                <a:ln>
                  <a:noFill/>
                </a:ln>
                <a:solidFill>
                  <a:schemeClr val="accent2"/>
                </a:solidFill>
                <a:effectLst/>
                <a:uLnTx/>
                <a:uFillTx/>
                <a:latin typeface="Arial" panose="020B0604020202020204" pitchFamily="34" charset="0"/>
                <a:ea typeface="+mn-ea"/>
                <a:cs typeface="+mn-cs"/>
              </a:rPr>
              <a:t>ANSWER</a:t>
            </a:r>
          </a:p>
        </p:txBody>
      </p:sp>
      <p:sp>
        <p:nvSpPr>
          <p:cNvPr id="64" name="TextBox 63">
            <a:extLst>
              <a:ext uri="{FF2B5EF4-FFF2-40B4-BE49-F238E27FC236}">
                <a16:creationId xmlns:a16="http://schemas.microsoft.com/office/drawing/2014/main" id="{4290E0C3-F9D7-4309-9E0D-F385EB4B6412}"/>
              </a:ext>
            </a:extLst>
          </p:cNvPr>
          <p:cNvSpPr txBox="1"/>
          <p:nvPr userDrawn="1"/>
        </p:nvSpPr>
        <p:spPr>
          <a:xfrm>
            <a:off x="585154" y="1315505"/>
            <a:ext cx="942566" cy="184666"/>
          </a:xfrm>
          <a:prstGeom prst="rect">
            <a:avLst/>
          </a:prstGeom>
        </p:spPr>
        <p:txBody>
          <a:bodyPr wrap="none" lIns="0" tIns="0" rIns="0" bIns="0" anchor="b">
            <a:spAutoFit/>
          </a:bodyPr>
          <a:lstStyle>
            <a:defPPr>
              <a:defRPr lang="en-US"/>
            </a:defPPr>
            <a:lvl1pPr>
              <a:defRPr sz="1200" spc="100">
                <a:solidFill>
                  <a:schemeClr val="accent2"/>
                </a:solidFill>
                <a:latin typeface="Arial" panose="020B0604020202020204" pitchFamily="34" charset="0"/>
              </a:defRPr>
            </a:lvl1pPr>
            <a:lvl2pPr indent="-184150">
              <a:lnSpc>
                <a:spcPct val="100000"/>
              </a:lnSpc>
              <a:spcBef>
                <a:spcPts val="1200"/>
              </a:spcBef>
              <a:buClr>
                <a:schemeClr val="tx2"/>
              </a:buClr>
              <a:buSzPct val="90000"/>
              <a:buFont typeface="Arial" panose="020B0604020202020204" pitchFamily="34" charset="0"/>
              <a:buChar char="•"/>
              <a:defRPr>
                <a:solidFill>
                  <a:schemeClr val="tx2"/>
                </a:solidFill>
              </a:defRPr>
            </a:lvl2pPr>
            <a:lvl3pPr marL="744538" indent="-169863">
              <a:lnSpc>
                <a:spcPct val="100000"/>
              </a:lnSpc>
              <a:spcBef>
                <a:spcPts val="1200"/>
              </a:spcBef>
              <a:spcAft>
                <a:spcPts val="0"/>
              </a:spcAft>
              <a:buClr>
                <a:schemeClr val="tx2"/>
              </a:buClr>
              <a:buSzPct val="90000"/>
              <a:buFont typeface="Arial" panose="020B0604020202020204" pitchFamily="34" charset="0"/>
              <a:buChar char="–"/>
              <a:defRPr sz="1600">
                <a:solidFill>
                  <a:schemeClr val="tx2"/>
                </a:solidFill>
              </a:defRPr>
            </a:lvl3pPr>
            <a:lvl4pPr marL="969963" indent="-166688">
              <a:lnSpc>
                <a:spcPct val="100000"/>
              </a:lnSpc>
              <a:spcBef>
                <a:spcPts val="1200"/>
              </a:spcBef>
              <a:buClr>
                <a:schemeClr val="tx2"/>
              </a:buClr>
              <a:buSzPct val="90000"/>
              <a:buFont typeface="Arial" panose="020B0604020202020204" pitchFamily="34" charset="0"/>
              <a:buChar char="•"/>
              <a:defRPr sz="1400">
                <a:solidFill>
                  <a:schemeClr val="tx2"/>
                </a:solidFill>
              </a:defRPr>
            </a:lvl4pPr>
            <a:lvl5pPr marL="1143000" indent="-138113">
              <a:lnSpc>
                <a:spcPct val="100000"/>
              </a:lnSpc>
              <a:spcBef>
                <a:spcPts val="1200"/>
              </a:spcBef>
              <a:buClr>
                <a:schemeClr val="tx2"/>
              </a:buClr>
              <a:buSzPct val="90000"/>
              <a:buFont typeface="Arial" panose="020B0604020202020204" pitchFamily="34" charset="0"/>
              <a:buChar char="–"/>
              <a:tabLst/>
              <a:defRPr sz="1400">
                <a:solidFill>
                  <a:schemeClr val="tx2"/>
                </a:solidFill>
              </a:defRPr>
            </a:lvl5pPr>
            <a:lvl6pPr marL="1258888" indent="-111125">
              <a:lnSpc>
                <a:spcPct val="100000"/>
              </a:lnSpc>
              <a:spcBef>
                <a:spcPts val="1200"/>
              </a:spcBef>
              <a:buClr>
                <a:schemeClr val="tx2"/>
              </a:buClr>
              <a:buSzPct val="90000"/>
              <a:buFont typeface="Arial" panose="020B0604020202020204" pitchFamily="34" charset="0"/>
              <a:buChar char="•"/>
              <a:tabLst/>
              <a:defRPr sz="1400">
                <a:solidFill>
                  <a:schemeClr val="tx2"/>
                </a:solidFill>
              </a:defRPr>
            </a:lvl6pPr>
            <a:lvl7pPr marL="1379538" indent="-120650">
              <a:lnSpc>
                <a:spcPct val="100000"/>
              </a:lnSpc>
              <a:spcBef>
                <a:spcPts val="1200"/>
              </a:spcBef>
              <a:buClr>
                <a:schemeClr val="tx2"/>
              </a:buClr>
              <a:buSzPct val="90000"/>
              <a:buFont typeface="Arial" panose="020B0604020202020204" pitchFamily="34" charset="0"/>
              <a:buChar char="-"/>
              <a:tabLst/>
              <a:defRPr sz="1400">
                <a:solidFill>
                  <a:schemeClr val="tx2"/>
                </a:solidFill>
              </a:defRPr>
            </a:lvl7pPr>
            <a:lvl8pPr marL="1550988" indent="-120650">
              <a:lnSpc>
                <a:spcPct val="100000"/>
              </a:lnSpc>
              <a:spcBef>
                <a:spcPts val="1200"/>
              </a:spcBef>
              <a:buClr>
                <a:schemeClr val="tx2"/>
              </a:buClr>
              <a:buSzPct val="90000"/>
              <a:buFont typeface="Arial" panose="020B0604020202020204" pitchFamily="34" charset="0"/>
              <a:buChar char="•"/>
              <a:tabLst/>
              <a:defRPr sz="1400">
                <a:solidFill>
                  <a:schemeClr val="tx2"/>
                </a:solidFill>
              </a:defRPr>
            </a:lvl8pPr>
            <a:lvl9pPr marL="1722438" indent="-120650">
              <a:lnSpc>
                <a:spcPct val="100000"/>
              </a:lnSpc>
              <a:spcBef>
                <a:spcPts val="1200"/>
              </a:spcBef>
              <a:buClr>
                <a:schemeClr val="tx2"/>
              </a:buClr>
              <a:buSzPct val="90000"/>
              <a:buFont typeface="Arial" panose="020B0604020202020204" pitchFamily="34" charset="0"/>
              <a:buChar char="-"/>
              <a:tabLst/>
              <a:defRPr sz="1400">
                <a:solidFill>
                  <a:schemeClr val="tx2"/>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00" normalizeH="0" baseline="0" noProof="0" dirty="0">
                <a:ln>
                  <a:noFill/>
                </a:ln>
                <a:solidFill>
                  <a:schemeClr val="accent2"/>
                </a:solidFill>
                <a:effectLst/>
                <a:uLnTx/>
                <a:uFillTx/>
                <a:latin typeface="Arial" panose="020B0604020202020204" pitchFamily="34" charset="0"/>
                <a:ea typeface="+mn-ea"/>
                <a:cs typeface="+mn-cs"/>
              </a:rPr>
              <a:t>QUESTION</a:t>
            </a:r>
          </a:p>
        </p:txBody>
      </p:sp>
      <p:cxnSp>
        <p:nvCxnSpPr>
          <p:cNvPr id="65" name="Straight Connector 64">
            <a:extLst>
              <a:ext uri="{FF2B5EF4-FFF2-40B4-BE49-F238E27FC236}">
                <a16:creationId xmlns:a16="http://schemas.microsoft.com/office/drawing/2014/main" id="{3EC0D0AE-7A16-4EC6-BC53-6DC082C857C5}"/>
              </a:ext>
            </a:extLst>
          </p:cNvPr>
          <p:cNvCxnSpPr>
            <a:cxnSpLocks/>
          </p:cNvCxnSpPr>
          <p:nvPr userDrawn="1"/>
        </p:nvCxnSpPr>
        <p:spPr bwMode="gray">
          <a:xfrm>
            <a:off x="612458" y="2933659"/>
            <a:ext cx="8551639" cy="0"/>
          </a:xfrm>
          <a:prstGeom prst="line">
            <a:avLst/>
          </a:prstGeom>
          <a:ln w="25400">
            <a:solidFill>
              <a:schemeClr val="tx1">
                <a:lumMod val="20000"/>
                <a:lumOff val="80000"/>
              </a:schemeClr>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3" name="Picture 2" descr="A blue and white chat bubbles&#10;&#10;Description automatically generated">
            <a:extLst>
              <a:ext uri="{FF2B5EF4-FFF2-40B4-BE49-F238E27FC236}">
                <a16:creationId xmlns:a16="http://schemas.microsoft.com/office/drawing/2014/main" id="{B07E408F-6F8D-527B-D190-71839E7CD143}"/>
              </a:ext>
            </a:extLst>
          </p:cNvPr>
          <p:cNvPicPr>
            <a:picLocks noChangeAspect="1"/>
          </p:cNvPicPr>
          <p:nvPr userDrawn="1"/>
        </p:nvPicPr>
        <p:blipFill>
          <a:blip r:embed="rId2"/>
          <a:stretch>
            <a:fillRect/>
          </a:stretch>
        </p:blipFill>
        <p:spPr>
          <a:xfrm>
            <a:off x="7010401" y="4059735"/>
            <a:ext cx="5762986" cy="2881493"/>
          </a:xfrm>
          <a:prstGeom prst="rect">
            <a:avLst/>
          </a:prstGeom>
        </p:spPr>
      </p:pic>
    </p:spTree>
    <p:extLst>
      <p:ext uri="{BB962C8B-B14F-4D97-AF65-F5344CB8AC3E}">
        <p14:creationId xmlns:p14="http://schemas.microsoft.com/office/powerpoint/2010/main" val="3924757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750"/>
                                        <p:tgtEl>
                                          <p:spTgt spid="64"/>
                                        </p:tgtEl>
                                      </p:cBhvr>
                                    </p:animEffect>
                                  </p:childTnLst>
                                </p:cTn>
                              </p:par>
                              <p:par>
                                <p:cTn id="8" presetID="63" presetClass="path" presetSubtype="0" accel="50000" decel="50000" fill="hold" grpId="1" nodeType="withEffect">
                                  <p:stCondLst>
                                    <p:cond delay="0"/>
                                  </p:stCondLst>
                                  <p:childTnLst>
                                    <p:animMotion origin="layout" path="M -1.09664E-6 -4.07407E-6 L 0.0129 -4.07407E-6 " pathEditMode="relative" rAng="0" ptsTypes="AA">
                                      <p:cBhvr>
                                        <p:cTn id="9" dur="750" spd="-100000" fill="hold"/>
                                        <p:tgtEl>
                                          <p:spTgt spid="64"/>
                                        </p:tgtEl>
                                        <p:attrNameLst>
                                          <p:attrName>ppt_x</p:attrName>
                                          <p:attrName>ppt_y</p:attrName>
                                        </p:attrNameLst>
                                      </p:cBhvr>
                                      <p:rCtr x="638" y="0"/>
                                    </p:animMotion>
                                  </p:childTnLst>
                                </p:cTn>
                              </p:par>
                              <p:par>
                                <p:cTn id="10" presetID="10" presetClass="entr" presetSubtype="0" fill="hold" grpId="0" nodeType="withEffect">
                                  <p:stCondLst>
                                    <p:cond delay="50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75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wipe(left)">
                                      <p:cBhvr>
                                        <p:cTn id="17" dur="1000"/>
                                        <p:tgtEl>
                                          <p:spTgt spid="6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750"/>
                                        <p:tgtEl>
                                          <p:spTgt spid="8"/>
                                        </p:tgtEl>
                                      </p:cBhvr>
                                    </p:animEffect>
                                  </p:childTnLst>
                                </p:cTn>
                              </p:par>
                              <p:par>
                                <p:cTn id="21" presetID="63" presetClass="path" presetSubtype="0" accel="50000" decel="50000" fill="hold" grpId="1" nodeType="withEffect">
                                  <p:stCondLst>
                                    <p:cond delay="0"/>
                                  </p:stCondLst>
                                  <p:childTnLst>
                                    <p:animMotion origin="layout" path="M -1.09664E-6 -4.07407E-6 L 0.0129 -4.07407E-6 " pathEditMode="relative" rAng="0" ptsTypes="AA">
                                      <p:cBhvr>
                                        <p:cTn id="22" dur="750" spd="-100000" fill="hold"/>
                                        <p:tgtEl>
                                          <p:spTgt spid="8"/>
                                        </p:tgtEl>
                                        <p:attrNameLst>
                                          <p:attrName>ppt_x</p:attrName>
                                          <p:attrName>ppt_y</p:attrName>
                                        </p:attrNameLst>
                                      </p:cBhvr>
                                      <p:rCtr x="638" y="0"/>
                                    </p:animMotion>
                                  </p:childTnLst>
                                </p:cTn>
                              </p:par>
                              <p:par>
                                <p:cTn id="23" presetID="10" presetClass="entr" presetSubtype="0" fill="hold" grpId="0" nodeType="withEffect">
                                  <p:stCondLst>
                                    <p:cond delay="50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10" presetClass="entr" presetSubtype="0" fill="hold" nodeType="withEffect">
                  <p:stCondLst>
                    <p:cond delay="500"/>
                  </p:stCondLst>
                  <p:childTnLst>
                    <p:set>
                      <p:cBhvr>
                        <p:cTn dur="1" fill="hold">
                          <p:stCondLst>
                            <p:cond delay="0"/>
                          </p:stCondLst>
                        </p:cTn>
                        <p:tgtEl>
                          <p:spTgt spid="5"/>
                        </p:tgtEl>
                        <p:attrNameLst>
                          <p:attrName>style.visibility</p:attrName>
                        </p:attrNameLst>
                      </p:cBhvr>
                      <p:to>
                        <p:strVal val="visible"/>
                      </p:to>
                    </p:set>
                    <p:animEffect transition="in" filter="fade">
                      <p:cBhvr>
                        <p:cTn dur="750"/>
                        <p:tgtEl>
                          <p:spTgt spid="5"/>
                        </p:tgtEl>
                      </p:cBhvr>
                    </p:animEffect>
                  </p:childTnLst>
                </p:cTn>
              </p:par>
            </p:tnLst>
          </p:tmpl>
        </p:tmplLst>
      </p:bldP>
      <p:bldP spid="7" grpId="0">
        <p:tmplLst>
          <p:tmpl>
            <p:tnLst>
              <p:par>
                <p:cTn presetID="10" presetClass="entr" presetSubtype="0" fill="hold" nodeType="withEffect">
                  <p:stCondLst>
                    <p:cond delay="500"/>
                  </p:stCondLst>
                  <p:childTnLst>
                    <p:set>
                      <p:cBhvr>
                        <p:cTn dur="1" fill="hold">
                          <p:stCondLst>
                            <p:cond delay="0"/>
                          </p:stCondLst>
                        </p:cTn>
                        <p:tgtEl>
                          <p:spTgt spid="7"/>
                        </p:tgtEl>
                        <p:attrNameLst>
                          <p:attrName>style.visibility</p:attrName>
                        </p:attrNameLst>
                      </p:cBhvr>
                      <p:to>
                        <p:strVal val="visible"/>
                      </p:to>
                    </p:set>
                    <p:animEffect transition="in" filter="fade">
                      <p:cBhvr>
                        <p:cTn dur="750"/>
                        <p:tgtEl>
                          <p:spTgt spid="7"/>
                        </p:tgtEl>
                      </p:cBhvr>
                    </p:animEffect>
                  </p:childTnLst>
                </p:cTn>
              </p:par>
            </p:tnLst>
          </p:tmpl>
        </p:tmplLst>
      </p:bldP>
      <p:bldP spid="8" grpId="0"/>
      <p:bldP spid="8" grpId="1"/>
      <p:bldP spid="64" grpId="0"/>
      <p:bldP spid="64" grpId="1"/>
    </p:bldLst>
  </p:timing>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Additional Resources">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99DA0648-21B2-406D-A422-7E274EDA1355}"/>
              </a:ext>
            </a:extLst>
          </p:cNvPr>
          <p:cNvSpPr>
            <a:spLocks noGrp="1"/>
          </p:cNvSpPr>
          <p:nvPr>
            <p:ph type="title" hasCustomPrompt="1"/>
          </p:nvPr>
        </p:nvSpPr>
        <p:spPr>
          <a:xfrm>
            <a:off x="579809" y="412751"/>
            <a:ext cx="11001004" cy="381000"/>
          </a:xfrm>
        </p:spPr>
        <p:txBody>
          <a:bodyPr/>
          <a:lstStyle>
            <a:lvl1pPr algn="ctr">
              <a:defRPr>
                <a:solidFill>
                  <a:schemeClr val="accent2"/>
                </a:solidFill>
                <a:latin typeface="+mj-lt"/>
              </a:defRPr>
            </a:lvl1pPr>
          </a:lstStyle>
          <a:p>
            <a:r>
              <a:rPr lang="en-US" dirty="0"/>
              <a:t>core.vmware.com</a:t>
            </a:r>
          </a:p>
        </p:txBody>
      </p:sp>
      <p:sp>
        <p:nvSpPr>
          <p:cNvPr id="21" name="Subtitle 2">
            <a:extLst>
              <a:ext uri="{FF2B5EF4-FFF2-40B4-BE49-F238E27FC236}">
                <a16:creationId xmlns:a16="http://schemas.microsoft.com/office/drawing/2014/main" id="{74AFF959-11BB-45D2-8B67-D31D48B8F642}"/>
              </a:ext>
            </a:extLst>
          </p:cNvPr>
          <p:cNvSpPr>
            <a:spLocks noGrp="1"/>
          </p:cNvSpPr>
          <p:nvPr>
            <p:ph type="subTitle" idx="16" hasCustomPrompt="1"/>
          </p:nvPr>
        </p:nvSpPr>
        <p:spPr>
          <a:xfrm>
            <a:off x="592866" y="811830"/>
            <a:ext cx="10987947" cy="247743"/>
          </a:xfrm>
        </p:spPr>
        <p:txBody>
          <a:bodyPr/>
          <a:lstStyle>
            <a:lvl1pPr marL="0" indent="0" algn="ctr">
              <a:lnSpc>
                <a:spcPct val="100000"/>
              </a:lnSpc>
              <a:spcBef>
                <a:spcPts val="0"/>
              </a:spcBef>
              <a:buNone/>
              <a:defRPr sz="2000">
                <a:solidFill>
                  <a:schemeClr val="tx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lgn="ctr"/>
            <a:r>
              <a:rPr lang="en-US" dirty="0"/>
              <a:t>Technical Resources for vSphere, vSAN, and Cloud Foundation</a:t>
            </a:r>
          </a:p>
        </p:txBody>
      </p:sp>
      <p:sp>
        <p:nvSpPr>
          <p:cNvPr id="5" name="Picture Placeholder 4">
            <a:extLst>
              <a:ext uri="{FF2B5EF4-FFF2-40B4-BE49-F238E27FC236}">
                <a16:creationId xmlns:a16="http://schemas.microsoft.com/office/drawing/2014/main" id="{8FB7FE73-44E6-4379-900C-92068AF1FB94}"/>
              </a:ext>
            </a:extLst>
          </p:cNvPr>
          <p:cNvSpPr>
            <a:spLocks noGrp="1"/>
          </p:cNvSpPr>
          <p:nvPr>
            <p:ph type="pic" sz="quarter" idx="17"/>
          </p:nvPr>
        </p:nvSpPr>
        <p:spPr>
          <a:xfrm>
            <a:off x="973138" y="1474454"/>
            <a:ext cx="5867400" cy="4230687"/>
          </a:xfrm>
        </p:spPr>
        <p:txBody>
          <a:bodyPr/>
          <a:lstStyle/>
          <a:p>
            <a:r>
              <a:rPr lang="en-GB"/>
              <a:t>Click icon to add picture</a:t>
            </a:r>
            <a:endParaRPr lang="en-US"/>
          </a:p>
        </p:txBody>
      </p:sp>
      <p:sp>
        <p:nvSpPr>
          <p:cNvPr id="10" name="Picture Placeholder 4">
            <a:extLst>
              <a:ext uri="{FF2B5EF4-FFF2-40B4-BE49-F238E27FC236}">
                <a16:creationId xmlns:a16="http://schemas.microsoft.com/office/drawing/2014/main" id="{4B5A7B52-A205-4C2E-90E8-6D53C34D17A7}"/>
              </a:ext>
            </a:extLst>
          </p:cNvPr>
          <p:cNvSpPr>
            <a:spLocks noGrp="1"/>
          </p:cNvSpPr>
          <p:nvPr>
            <p:ph type="pic" sz="quarter" idx="18"/>
          </p:nvPr>
        </p:nvSpPr>
        <p:spPr>
          <a:xfrm>
            <a:off x="5348036" y="1916279"/>
            <a:ext cx="5867400" cy="4230687"/>
          </a:xfrm>
        </p:spPr>
        <p:txBody>
          <a:bodyPr/>
          <a:lstStyle/>
          <a:p>
            <a:r>
              <a:rPr lang="en-GB"/>
              <a:t>Click icon to add picture</a:t>
            </a:r>
            <a:endParaRPr lang="en-US"/>
          </a:p>
        </p:txBody>
      </p:sp>
      <p:sp>
        <p:nvSpPr>
          <p:cNvPr id="2" name="page number">
            <a:extLst>
              <a:ext uri="{FF2B5EF4-FFF2-40B4-BE49-F238E27FC236}">
                <a16:creationId xmlns:a16="http://schemas.microsoft.com/office/drawing/2014/main" id="{5BD84BF0-FB26-689D-B375-968D34593F1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1733591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Important">
    <p:bg>
      <p:bgPr>
        <a:solidFill>
          <a:schemeClr val="bg1"/>
        </a:solidFill>
        <a:effectLst/>
      </p:bgPr>
    </p:bg>
    <p:spTree>
      <p:nvGrpSpPr>
        <p:cNvPr id="1" name=""/>
        <p:cNvGrpSpPr/>
        <p:nvPr/>
      </p:nvGrpSpPr>
      <p:grpSpPr>
        <a:xfrm>
          <a:off x="0" y="0"/>
          <a:ext cx="0" cy="0"/>
          <a:chOff x="0" y="0"/>
          <a:chExt cx="0" cy="0"/>
        </a:xfrm>
      </p:grpSpPr>
      <p:sp>
        <p:nvSpPr>
          <p:cNvPr id="5" name="Google Shape;6057;p505">
            <a:extLst>
              <a:ext uri="{FF2B5EF4-FFF2-40B4-BE49-F238E27FC236}">
                <a16:creationId xmlns:a16="http://schemas.microsoft.com/office/drawing/2014/main" id="{207E66D8-4803-457B-BEDC-BCE91009D765}"/>
              </a:ext>
            </a:extLst>
          </p:cNvPr>
          <p:cNvSpPr/>
          <p:nvPr userDrawn="1"/>
        </p:nvSpPr>
        <p:spPr>
          <a:xfrm>
            <a:off x="0" y="0"/>
            <a:ext cx="12187237" cy="6852792"/>
          </a:xfrm>
          <a:prstGeom prst="parallelogram">
            <a:avLst>
              <a:gd name="adj" fmla="val 0"/>
            </a:avLst>
          </a:prstGeom>
          <a:solidFill>
            <a:schemeClr val="tx2">
              <a:alpha val="25000"/>
            </a:schemeClr>
          </a:solidFill>
          <a:ln>
            <a:noFill/>
          </a:ln>
        </p:spPr>
        <p:txBody>
          <a:bodyPr spcFirstLastPara="1" wrap="square" lIns="91352" tIns="45676" rIns="91352" bIns="45676" anchor="ctr" anchorCtr="0">
            <a:noAutofit/>
          </a:bodyPr>
          <a:lstStyle/>
          <a:p>
            <a:pPr marL="0" marR="0" lvl="0" indent="0" algn="ctr" defTabSz="1218438" rtl="0" eaLnBrk="1" fontAlgn="auto" latinLnBrk="0" hangingPunct="1">
              <a:lnSpc>
                <a:spcPct val="100000"/>
              </a:lnSpc>
              <a:spcBef>
                <a:spcPts val="0"/>
              </a:spcBef>
              <a:spcAft>
                <a:spcPts val="0"/>
              </a:spcAft>
              <a:buClr>
                <a:srgbClr val="FFFFFF"/>
              </a:buClr>
              <a:buSzPts val="900"/>
              <a:buFontTx/>
              <a:buNone/>
              <a:tabLst/>
              <a:defRPr/>
            </a:pPr>
            <a:endParaRPr kumimoji="0" sz="12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3" name="Google Shape;6057;p505">
            <a:extLst>
              <a:ext uri="{FF2B5EF4-FFF2-40B4-BE49-F238E27FC236}">
                <a16:creationId xmlns:a16="http://schemas.microsoft.com/office/drawing/2014/main" id="{FC5D4AB5-14C6-8920-0088-BC04631F98F0}"/>
              </a:ext>
            </a:extLst>
          </p:cNvPr>
          <p:cNvSpPr/>
          <p:nvPr userDrawn="1"/>
        </p:nvSpPr>
        <p:spPr>
          <a:xfrm>
            <a:off x="-3450687" y="1422"/>
            <a:ext cx="19121828" cy="6852792"/>
          </a:xfrm>
          <a:prstGeom prst="parallelogram">
            <a:avLst>
              <a:gd name="adj" fmla="val 91175"/>
            </a:avLst>
          </a:prstGeom>
          <a:solidFill>
            <a:schemeClr val="bg1"/>
          </a:solidFill>
          <a:ln>
            <a:noFill/>
          </a:ln>
          <a:effectLst>
            <a:outerShdw blurRad="190500" sx="102000" sy="102000" algn="ctr" rotWithShape="0">
              <a:schemeClr val="accent2">
                <a:lumMod val="50000"/>
                <a:alpha val="10000"/>
              </a:schemeClr>
            </a:outerShdw>
          </a:effectLst>
        </p:spPr>
        <p:txBody>
          <a:bodyPr spcFirstLastPara="1" wrap="square" lIns="91352" tIns="45676" rIns="91352" bIns="45676" anchor="ctr" anchorCtr="0">
            <a:noAutofit/>
          </a:bodyPr>
          <a:lstStyle/>
          <a:p>
            <a:pPr marL="0" marR="0" lvl="0" indent="0" algn="ctr" defTabSz="1218438" rtl="0" eaLnBrk="1" fontAlgn="auto" latinLnBrk="0" hangingPunct="1">
              <a:lnSpc>
                <a:spcPct val="100000"/>
              </a:lnSpc>
              <a:spcBef>
                <a:spcPts val="0"/>
              </a:spcBef>
              <a:spcAft>
                <a:spcPts val="0"/>
              </a:spcAft>
              <a:buClr>
                <a:srgbClr val="FFFFFF"/>
              </a:buClr>
              <a:buSzPts val="900"/>
              <a:buFontTx/>
              <a:buNone/>
              <a:tabLst/>
              <a:defRPr/>
            </a:pPr>
            <a:endParaRPr kumimoji="0" sz="12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28" name="Content Placeholder 27">
            <a:extLst>
              <a:ext uri="{FF2B5EF4-FFF2-40B4-BE49-F238E27FC236}">
                <a16:creationId xmlns:a16="http://schemas.microsoft.com/office/drawing/2014/main" id="{350DA416-A0D4-40D1-BA66-993124D5FC92}"/>
              </a:ext>
            </a:extLst>
          </p:cNvPr>
          <p:cNvSpPr>
            <a:spLocks noGrp="1"/>
          </p:cNvSpPr>
          <p:nvPr>
            <p:ph sz="quarter" idx="12" hasCustomPrompt="1"/>
          </p:nvPr>
        </p:nvSpPr>
        <p:spPr>
          <a:xfrm>
            <a:off x="1448593" y="2318321"/>
            <a:ext cx="9290050" cy="2216150"/>
          </a:xfrm>
        </p:spPr>
        <p:txBody>
          <a:bodyPr anchor="ctr"/>
          <a:lstStyle>
            <a:lvl1pPr algn="ctr">
              <a:defRPr sz="2400"/>
            </a:lvl1pPr>
            <a:lvl2pPr algn="ctr">
              <a:defRPr/>
            </a:lvl2pPr>
            <a:lvl3pPr algn="ctr">
              <a:defRPr/>
            </a:lvl3pPr>
            <a:lvl4pPr algn="ctr">
              <a:defRPr/>
            </a:lvl4pPr>
            <a:lvl5pPr algn="ctr">
              <a:defRPr/>
            </a:lvl5pPr>
          </a:lstStyle>
          <a:p>
            <a:pPr algn="ctr">
              <a:spcAft>
                <a:spcPts val="600"/>
              </a:spcAft>
            </a:pPr>
            <a:r>
              <a:rPr lang="en-US" sz="2000" dirty="0"/>
              <a:t>Text here</a:t>
            </a:r>
          </a:p>
        </p:txBody>
      </p:sp>
      <p:sp>
        <p:nvSpPr>
          <p:cNvPr id="7" name="TextBox 6">
            <a:extLst>
              <a:ext uri="{FF2B5EF4-FFF2-40B4-BE49-F238E27FC236}">
                <a16:creationId xmlns:a16="http://schemas.microsoft.com/office/drawing/2014/main" id="{E0505437-E970-4DD3-DB73-BC8CB0E09583}"/>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9" name="Graphic 8">
            <a:extLst>
              <a:ext uri="{FF2B5EF4-FFF2-40B4-BE49-F238E27FC236}">
                <a16:creationId xmlns:a16="http://schemas.microsoft.com/office/drawing/2014/main" id="{64FCAA97-8FE4-50A0-7C79-556E1A1634BA}"/>
              </a:ext>
            </a:extLst>
          </p:cNvPr>
          <p:cNvGrpSpPr/>
          <p:nvPr userDrawn="1"/>
        </p:nvGrpSpPr>
        <p:grpSpPr>
          <a:xfrm>
            <a:off x="265625" y="6323271"/>
            <a:ext cx="1249223" cy="369648"/>
            <a:chOff x="265625" y="6323271"/>
            <a:chExt cx="1249223" cy="369648"/>
          </a:xfrm>
          <a:solidFill>
            <a:srgbClr val="000000"/>
          </a:solidFill>
        </p:grpSpPr>
        <p:grpSp>
          <p:nvGrpSpPr>
            <p:cNvPr id="10" name="Graphic 8">
              <a:extLst>
                <a:ext uri="{FF2B5EF4-FFF2-40B4-BE49-F238E27FC236}">
                  <a16:creationId xmlns:a16="http://schemas.microsoft.com/office/drawing/2014/main" id="{9A301478-2AE1-1FA6-9236-114A92D296E5}"/>
                </a:ext>
              </a:extLst>
            </p:cNvPr>
            <p:cNvGrpSpPr/>
            <p:nvPr/>
          </p:nvGrpSpPr>
          <p:grpSpPr>
            <a:xfrm>
              <a:off x="745455" y="6594444"/>
              <a:ext cx="722662" cy="98475"/>
              <a:chOff x="745455" y="6594444"/>
              <a:chExt cx="722662" cy="98475"/>
            </a:xfrm>
            <a:solidFill>
              <a:srgbClr val="000000"/>
            </a:solidFill>
          </p:grpSpPr>
          <p:sp>
            <p:nvSpPr>
              <p:cNvPr id="19" name="Freeform 49">
                <a:extLst>
                  <a:ext uri="{FF2B5EF4-FFF2-40B4-BE49-F238E27FC236}">
                    <a16:creationId xmlns:a16="http://schemas.microsoft.com/office/drawing/2014/main" id="{77B6408B-513E-793C-AA93-85ADC4E9AA57}"/>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0" name="Freeform 50">
                <a:extLst>
                  <a:ext uri="{FF2B5EF4-FFF2-40B4-BE49-F238E27FC236}">
                    <a16:creationId xmlns:a16="http://schemas.microsoft.com/office/drawing/2014/main" id="{FF01FD05-44B4-7183-40EE-BC72FC590546}"/>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1" name="Freeform 51">
                <a:extLst>
                  <a:ext uri="{FF2B5EF4-FFF2-40B4-BE49-F238E27FC236}">
                    <a16:creationId xmlns:a16="http://schemas.microsoft.com/office/drawing/2014/main" id="{EB5DC93C-6E1F-FE04-362F-1D25A5A988C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2" name="Freeform 52">
                <a:extLst>
                  <a:ext uri="{FF2B5EF4-FFF2-40B4-BE49-F238E27FC236}">
                    <a16:creationId xmlns:a16="http://schemas.microsoft.com/office/drawing/2014/main" id="{5039CFF3-425C-2523-E5FC-8AEA61B63CE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3" name="Freeform 53">
                <a:extLst>
                  <a:ext uri="{FF2B5EF4-FFF2-40B4-BE49-F238E27FC236}">
                    <a16:creationId xmlns:a16="http://schemas.microsoft.com/office/drawing/2014/main" id="{7D8FA307-33A9-5D04-1017-51AB846357E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4" name="Freeform 54">
                <a:extLst>
                  <a:ext uri="{FF2B5EF4-FFF2-40B4-BE49-F238E27FC236}">
                    <a16:creationId xmlns:a16="http://schemas.microsoft.com/office/drawing/2014/main" id="{75AB330D-0B06-9D30-7D05-27FB950067F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45" name="Freeform 55">
                <a:extLst>
                  <a:ext uri="{FF2B5EF4-FFF2-40B4-BE49-F238E27FC236}">
                    <a16:creationId xmlns:a16="http://schemas.microsoft.com/office/drawing/2014/main" id="{7C0134AF-3945-8FE4-327B-8B7A10AE6CE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46" name="Freeform 56">
                <a:extLst>
                  <a:ext uri="{FF2B5EF4-FFF2-40B4-BE49-F238E27FC236}">
                    <a16:creationId xmlns:a16="http://schemas.microsoft.com/office/drawing/2014/main" id="{B3CEFE01-F4E8-9E1B-9DFA-D8BC8DCCD4C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47" name="Freeform 57">
                <a:extLst>
                  <a:ext uri="{FF2B5EF4-FFF2-40B4-BE49-F238E27FC236}">
                    <a16:creationId xmlns:a16="http://schemas.microsoft.com/office/drawing/2014/main" id="{33412458-8168-B9DF-4184-D56E7AD747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8" name="Freeform 58">
                <a:extLst>
                  <a:ext uri="{FF2B5EF4-FFF2-40B4-BE49-F238E27FC236}">
                    <a16:creationId xmlns:a16="http://schemas.microsoft.com/office/drawing/2014/main" id="{B8B93CD1-9088-20B2-9AD2-0F790B4662A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1" name="Graphic 8">
              <a:extLst>
                <a:ext uri="{FF2B5EF4-FFF2-40B4-BE49-F238E27FC236}">
                  <a16:creationId xmlns:a16="http://schemas.microsoft.com/office/drawing/2014/main" id="{18F3F16B-B1BA-C92A-BBA1-2D5F48914371}"/>
                </a:ext>
              </a:extLst>
            </p:cNvPr>
            <p:cNvGrpSpPr/>
            <p:nvPr/>
          </p:nvGrpSpPr>
          <p:grpSpPr>
            <a:xfrm>
              <a:off x="265625" y="6323271"/>
              <a:ext cx="1249223" cy="190348"/>
              <a:chOff x="265625" y="6323271"/>
              <a:chExt cx="1249223" cy="190348"/>
            </a:xfrm>
            <a:solidFill>
              <a:srgbClr val="000000"/>
            </a:solidFill>
          </p:grpSpPr>
          <p:sp>
            <p:nvSpPr>
              <p:cNvPr id="12" name="Freeform 60">
                <a:extLst>
                  <a:ext uri="{FF2B5EF4-FFF2-40B4-BE49-F238E27FC236}">
                    <a16:creationId xmlns:a16="http://schemas.microsoft.com/office/drawing/2014/main" id="{BF6642DE-A776-A868-6859-4952EFA5AD9A}"/>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3" name="Freeform 61">
                <a:extLst>
                  <a:ext uri="{FF2B5EF4-FFF2-40B4-BE49-F238E27FC236}">
                    <a16:creationId xmlns:a16="http://schemas.microsoft.com/office/drawing/2014/main" id="{28D2AC94-FFD0-59D4-1FD3-A17D5C7B606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590E310A-0AE4-3A1A-0CC5-4E74D5B0305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C5C5E023-9533-ADB2-2A95-42803D624C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F12D8013-416F-8468-1334-31DEEE3EFC6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97A1E3A4-FFE5-8115-6381-659B1ACD9C51}"/>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8" name="Freeform 66">
                <a:extLst>
                  <a:ext uri="{FF2B5EF4-FFF2-40B4-BE49-F238E27FC236}">
                    <a16:creationId xmlns:a16="http://schemas.microsoft.com/office/drawing/2014/main" id="{A538E1FA-7AA2-D4C6-D933-FD2310DB60DB}"/>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2" name="TextBox 1">
            <a:extLst>
              <a:ext uri="{FF2B5EF4-FFF2-40B4-BE49-F238E27FC236}">
                <a16:creationId xmlns:a16="http://schemas.microsoft.com/office/drawing/2014/main" id="{08093AD6-9D4C-C1C3-B819-ED557A62CD60}"/>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3729756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Important - RBLF">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FBFBEC1-F8B5-56BE-32B8-5D2EB66D2601}"/>
              </a:ext>
            </a:extLst>
          </p:cNvPr>
          <p:cNvSpPr/>
          <p:nvPr userDrawn="1"/>
        </p:nvSpPr>
        <p:spPr>
          <a:xfrm>
            <a:off x="0" y="0"/>
            <a:ext cx="12188825" cy="6858000"/>
          </a:xfrm>
          <a:prstGeom prst="rect">
            <a:avLst/>
          </a:prstGeom>
          <a:gradFill>
            <a:gsLst>
              <a:gs pos="0">
                <a:schemeClr val="accent2">
                  <a:lumMod val="97000"/>
                  <a:lumOff val="3000"/>
                  <a:alpha val="39000"/>
                </a:schemeClr>
              </a:gs>
              <a:gs pos="100000">
                <a:srgbClr val="0070C0"/>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t>
            </a:r>
          </a:p>
        </p:txBody>
      </p:sp>
      <p:sp>
        <p:nvSpPr>
          <p:cNvPr id="52" name="Google Shape;6057;p505">
            <a:extLst>
              <a:ext uri="{FF2B5EF4-FFF2-40B4-BE49-F238E27FC236}">
                <a16:creationId xmlns:a16="http://schemas.microsoft.com/office/drawing/2014/main" id="{5A80A387-35D3-267F-3EA7-20747D641A1F}"/>
              </a:ext>
            </a:extLst>
          </p:cNvPr>
          <p:cNvSpPr/>
          <p:nvPr userDrawn="1"/>
        </p:nvSpPr>
        <p:spPr>
          <a:xfrm>
            <a:off x="-3450687" y="1422"/>
            <a:ext cx="19121828" cy="6852792"/>
          </a:xfrm>
          <a:prstGeom prst="parallelogram">
            <a:avLst>
              <a:gd name="adj" fmla="val 91175"/>
            </a:avLst>
          </a:prstGeom>
          <a:solidFill>
            <a:schemeClr val="bg1"/>
          </a:solidFill>
          <a:ln>
            <a:noFill/>
          </a:ln>
          <a:effectLst>
            <a:outerShdw blurRad="190500" sx="102000" sy="102000" algn="ctr" rotWithShape="0">
              <a:schemeClr val="accent2">
                <a:lumMod val="50000"/>
                <a:alpha val="10000"/>
              </a:schemeClr>
            </a:outerShdw>
          </a:effectLst>
        </p:spPr>
        <p:txBody>
          <a:bodyPr spcFirstLastPara="1" wrap="square" lIns="91352" tIns="45676" rIns="91352" bIns="45676" anchor="ctr" anchorCtr="0">
            <a:noAutofit/>
          </a:bodyPr>
          <a:lstStyle/>
          <a:p>
            <a:pPr marL="0" marR="0" lvl="0" indent="0" algn="ctr" defTabSz="1218438" rtl="0" eaLnBrk="1" fontAlgn="auto" latinLnBrk="0" hangingPunct="1">
              <a:lnSpc>
                <a:spcPct val="100000"/>
              </a:lnSpc>
              <a:spcBef>
                <a:spcPts val="0"/>
              </a:spcBef>
              <a:spcAft>
                <a:spcPts val="0"/>
              </a:spcAft>
              <a:buClr>
                <a:srgbClr val="FFFFFF"/>
              </a:buClr>
              <a:buSzPts val="900"/>
              <a:buFontTx/>
              <a:buNone/>
              <a:tabLst/>
              <a:defRPr/>
            </a:pPr>
            <a:endParaRPr kumimoji="0" sz="12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28" name="Content Placeholder 27">
            <a:extLst>
              <a:ext uri="{FF2B5EF4-FFF2-40B4-BE49-F238E27FC236}">
                <a16:creationId xmlns:a16="http://schemas.microsoft.com/office/drawing/2014/main" id="{350DA416-A0D4-40D1-BA66-993124D5FC92}"/>
              </a:ext>
            </a:extLst>
          </p:cNvPr>
          <p:cNvSpPr>
            <a:spLocks noGrp="1"/>
          </p:cNvSpPr>
          <p:nvPr>
            <p:ph sz="quarter" idx="12" hasCustomPrompt="1"/>
          </p:nvPr>
        </p:nvSpPr>
        <p:spPr>
          <a:xfrm>
            <a:off x="1448593" y="2318321"/>
            <a:ext cx="9290050" cy="2216150"/>
          </a:xfrm>
        </p:spPr>
        <p:txBody>
          <a:bodyPr anchor="ctr"/>
          <a:lstStyle>
            <a:lvl1pPr algn="ctr">
              <a:defRPr sz="2400"/>
            </a:lvl1pPr>
            <a:lvl2pPr algn="ctr">
              <a:defRPr/>
            </a:lvl2pPr>
            <a:lvl3pPr algn="ctr">
              <a:defRPr/>
            </a:lvl3pPr>
            <a:lvl4pPr algn="ctr">
              <a:defRPr/>
            </a:lvl4pPr>
            <a:lvl5pPr algn="ctr">
              <a:defRPr/>
            </a:lvl5pPr>
          </a:lstStyle>
          <a:p>
            <a:pPr algn="ctr">
              <a:spcAft>
                <a:spcPts val="600"/>
              </a:spcAft>
            </a:pPr>
            <a:r>
              <a:rPr lang="en-US" sz="2000" dirty="0"/>
              <a:t>Text here</a:t>
            </a:r>
          </a:p>
        </p:txBody>
      </p:sp>
      <p:sp>
        <p:nvSpPr>
          <p:cNvPr id="7" name="TextBox 6">
            <a:extLst>
              <a:ext uri="{FF2B5EF4-FFF2-40B4-BE49-F238E27FC236}">
                <a16:creationId xmlns:a16="http://schemas.microsoft.com/office/drawing/2014/main" id="{E0505437-E970-4DD3-DB73-BC8CB0E09583}"/>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9" name="Graphic 8">
            <a:extLst>
              <a:ext uri="{FF2B5EF4-FFF2-40B4-BE49-F238E27FC236}">
                <a16:creationId xmlns:a16="http://schemas.microsoft.com/office/drawing/2014/main" id="{64FCAA97-8FE4-50A0-7C79-556E1A1634BA}"/>
              </a:ext>
            </a:extLst>
          </p:cNvPr>
          <p:cNvGrpSpPr/>
          <p:nvPr userDrawn="1"/>
        </p:nvGrpSpPr>
        <p:grpSpPr>
          <a:xfrm>
            <a:off x="265625" y="6323271"/>
            <a:ext cx="1249223" cy="369648"/>
            <a:chOff x="265625" y="6323271"/>
            <a:chExt cx="1249223" cy="369648"/>
          </a:xfrm>
          <a:solidFill>
            <a:srgbClr val="000000"/>
          </a:solidFill>
        </p:grpSpPr>
        <p:grpSp>
          <p:nvGrpSpPr>
            <p:cNvPr id="10" name="Graphic 8">
              <a:extLst>
                <a:ext uri="{FF2B5EF4-FFF2-40B4-BE49-F238E27FC236}">
                  <a16:creationId xmlns:a16="http://schemas.microsoft.com/office/drawing/2014/main" id="{9A301478-2AE1-1FA6-9236-114A92D296E5}"/>
                </a:ext>
              </a:extLst>
            </p:cNvPr>
            <p:cNvGrpSpPr/>
            <p:nvPr/>
          </p:nvGrpSpPr>
          <p:grpSpPr>
            <a:xfrm>
              <a:off x="745455" y="6594444"/>
              <a:ext cx="722662" cy="98475"/>
              <a:chOff x="745455" y="6594444"/>
              <a:chExt cx="722662" cy="98475"/>
            </a:xfrm>
            <a:solidFill>
              <a:srgbClr val="000000"/>
            </a:solidFill>
          </p:grpSpPr>
          <p:sp>
            <p:nvSpPr>
              <p:cNvPr id="19" name="Freeform 49">
                <a:extLst>
                  <a:ext uri="{FF2B5EF4-FFF2-40B4-BE49-F238E27FC236}">
                    <a16:creationId xmlns:a16="http://schemas.microsoft.com/office/drawing/2014/main" id="{77B6408B-513E-793C-AA93-85ADC4E9AA57}"/>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0" name="Freeform 50">
                <a:extLst>
                  <a:ext uri="{FF2B5EF4-FFF2-40B4-BE49-F238E27FC236}">
                    <a16:creationId xmlns:a16="http://schemas.microsoft.com/office/drawing/2014/main" id="{FF01FD05-44B4-7183-40EE-BC72FC590546}"/>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1" name="Freeform 51">
                <a:extLst>
                  <a:ext uri="{FF2B5EF4-FFF2-40B4-BE49-F238E27FC236}">
                    <a16:creationId xmlns:a16="http://schemas.microsoft.com/office/drawing/2014/main" id="{EB5DC93C-6E1F-FE04-362F-1D25A5A988C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2" name="Freeform 52">
                <a:extLst>
                  <a:ext uri="{FF2B5EF4-FFF2-40B4-BE49-F238E27FC236}">
                    <a16:creationId xmlns:a16="http://schemas.microsoft.com/office/drawing/2014/main" id="{5039CFF3-425C-2523-E5FC-8AEA61B63CE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3" name="Freeform 53">
                <a:extLst>
                  <a:ext uri="{FF2B5EF4-FFF2-40B4-BE49-F238E27FC236}">
                    <a16:creationId xmlns:a16="http://schemas.microsoft.com/office/drawing/2014/main" id="{7D8FA307-33A9-5D04-1017-51AB846357E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4" name="Freeform 54">
                <a:extLst>
                  <a:ext uri="{FF2B5EF4-FFF2-40B4-BE49-F238E27FC236}">
                    <a16:creationId xmlns:a16="http://schemas.microsoft.com/office/drawing/2014/main" id="{75AB330D-0B06-9D30-7D05-27FB950067F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45" name="Freeform 55">
                <a:extLst>
                  <a:ext uri="{FF2B5EF4-FFF2-40B4-BE49-F238E27FC236}">
                    <a16:creationId xmlns:a16="http://schemas.microsoft.com/office/drawing/2014/main" id="{7C0134AF-3945-8FE4-327B-8B7A10AE6CE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46" name="Freeform 56">
                <a:extLst>
                  <a:ext uri="{FF2B5EF4-FFF2-40B4-BE49-F238E27FC236}">
                    <a16:creationId xmlns:a16="http://schemas.microsoft.com/office/drawing/2014/main" id="{B3CEFE01-F4E8-9E1B-9DFA-D8BC8DCCD4C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47" name="Freeform 57">
                <a:extLst>
                  <a:ext uri="{FF2B5EF4-FFF2-40B4-BE49-F238E27FC236}">
                    <a16:creationId xmlns:a16="http://schemas.microsoft.com/office/drawing/2014/main" id="{33412458-8168-B9DF-4184-D56E7AD747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8" name="Freeform 58">
                <a:extLst>
                  <a:ext uri="{FF2B5EF4-FFF2-40B4-BE49-F238E27FC236}">
                    <a16:creationId xmlns:a16="http://schemas.microsoft.com/office/drawing/2014/main" id="{B8B93CD1-9088-20B2-9AD2-0F790B4662A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1" name="Graphic 8">
              <a:extLst>
                <a:ext uri="{FF2B5EF4-FFF2-40B4-BE49-F238E27FC236}">
                  <a16:creationId xmlns:a16="http://schemas.microsoft.com/office/drawing/2014/main" id="{18F3F16B-B1BA-C92A-BBA1-2D5F48914371}"/>
                </a:ext>
              </a:extLst>
            </p:cNvPr>
            <p:cNvGrpSpPr/>
            <p:nvPr/>
          </p:nvGrpSpPr>
          <p:grpSpPr>
            <a:xfrm>
              <a:off x="265625" y="6323271"/>
              <a:ext cx="1249223" cy="190348"/>
              <a:chOff x="265625" y="6323271"/>
              <a:chExt cx="1249223" cy="190348"/>
            </a:xfrm>
            <a:solidFill>
              <a:srgbClr val="000000"/>
            </a:solidFill>
          </p:grpSpPr>
          <p:sp>
            <p:nvSpPr>
              <p:cNvPr id="12" name="Freeform 60">
                <a:extLst>
                  <a:ext uri="{FF2B5EF4-FFF2-40B4-BE49-F238E27FC236}">
                    <a16:creationId xmlns:a16="http://schemas.microsoft.com/office/drawing/2014/main" id="{BF6642DE-A776-A868-6859-4952EFA5AD9A}"/>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3" name="Freeform 61">
                <a:extLst>
                  <a:ext uri="{FF2B5EF4-FFF2-40B4-BE49-F238E27FC236}">
                    <a16:creationId xmlns:a16="http://schemas.microsoft.com/office/drawing/2014/main" id="{28D2AC94-FFD0-59D4-1FD3-A17D5C7B606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590E310A-0AE4-3A1A-0CC5-4E74D5B0305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C5C5E023-9533-ADB2-2A95-42803D624C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F12D8013-416F-8468-1334-31DEEE3EFC6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97A1E3A4-FFE5-8115-6381-659B1ACD9C51}"/>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8" name="Freeform 66">
                <a:extLst>
                  <a:ext uri="{FF2B5EF4-FFF2-40B4-BE49-F238E27FC236}">
                    <a16:creationId xmlns:a16="http://schemas.microsoft.com/office/drawing/2014/main" id="{A538E1FA-7AA2-D4C6-D933-FD2310DB60DB}"/>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2" name="TextBox 1">
            <a:extLst>
              <a:ext uri="{FF2B5EF4-FFF2-40B4-BE49-F238E27FC236}">
                <a16:creationId xmlns:a16="http://schemas.microsoft.com/office/drawing/2014/main" id="{08093AD6-9D4C-C1C3-B819-ED557A62CD60}"/>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08840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Important - Re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FBFBEC1-F8B5-56BE-32B8-5D2EB66D2601}"/>
              </a:ext>
            </a:extLst>
          </p:cNvPr>
          <p:cNvSpPr/>
          <p:nvPr userDrawn="1"/>
        </p:nvSpPr>
        <p:spPr>
          <a:xfrm>
            <a:off x="-8703" y="0"/>
            <a:ext cx="12188825" cy="6858000"/>
          </a:xfrm>
          <a:prstGeom prst="rect">
            <a:avLst/>
          </a:prstGeom>
          <a:gradFill>
            <a:gsLst>
              <a:gs pos="0">
                <a:srgbClr val="930722"/>
              </a:gs>
              <a:gs pos="100000">
                <a:srgbClr val="A6192E"/>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t>
            </a:r>
          </a:p>
        </p:txBody>
      </p:sp>
      <p:sp>
        <p:nvSpPr>
          <p:cNvPr id="52" name="Google Shape;6057;p505">
            <a:extLst>
              <a:ext uri="{FF2B5EF4-FFF2-40B4-BE49-F238E27FC236}">
                <a16:creationId xmlns:a16="http://schemas.microsoft.com/office/drawing/2014/main" id="{5A80A387-35D3-267F-3EA7-20747D641A1F}"/>
              </a:ext>
            </a:extLst>
          </p:cNvPr>
          <p:cNvSpPr/>
          <p:nvPr userDrawn="1"/>
        </p:nvSpPr>
        <p:spPr>
          <a:xfrm>
            <a:off x="-3450687" y="1422"/>
            <a:ext cx="19121828" cy="6852792"/>
          </a:xfrm>
          <a:prstGeom prst="parallelogram">
            <a:avLst>
              <a:gd name="adj" fmla="val 91175"/>
            </a:avLst>
          </a:prstGeom>
          <a:solidFill>
            <a:schemeClr val="bg1"/>
          </a:solidFill>
          <a:ln>
            <a:noFill/>
          </a:ln>
          <a:effectLst>
            <a:outerShdw blurRad="190500" sx="102000" sy="102000" algn="ctr" rotWithShape="0">
              <a:schemeClr val="accent2">
                <a:lumMod val="50000"/>
                <a:alpha val="10000"/>
              </a:schemeClr>
            </a:outerShdw>
          </a:effectLst>
        </p:spPr>
        <p:txBody>
          <a:bodyPr spcFirstLastPara="1" wrap="square" lIns="91352" tIns="45676" rIns="91352" bIns="45676" anchor="ctr" anchorCtr="0">
            <a:noAutofit/>
          </a:bodyPr>
          <a:lstStyle/>
          <a:p>
            <a:pPr marL="0" marR="0" lvl="0" indent="0" algn="ctr" defTabSz="1218438" rtl="0" eaLnBrk="1" fontAlgn="auto" latinLnBrk="0" hangingPunct="1">
              <a:lnSpc>
                <a:spcPct val="100000"/>
              </a:lnSpc>
              <a:spcBef>
                <a:spcPts val="0"/>
              </a:spcBef>
              <a:spcAft>
                <a:spcPts val="0"/>
              </a:spcAft>
              <a:buClr>
                <a:srgbClr val="FFFFFF"/>
              </a:buClr>
              <a:buSzPts val="900"/>
              <a:buFontTx/>
              <a:buNone/>
              <a:tabLst/>
              <a:defRPr/>
            </a:pPr>
            <a:endParaRPr kumimoji="0" sz="12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28" name="Content Placeholder 27">
            <a:extLst>
              <a:ext uri="{FF2B5EF4-FFF2-40B4-BE49-F238E27FC236}">
                <a16:creationId xmlns:a16="http://schemas.microsoft.com/office/drawing/2014/main" id="{350DA416-A0D4-40D1-BA66-993124D5FC92}"/>
              </a:ext>
            </a:extLst>
          </p:cNvPr>
          <p:cNvSpPr>
            <a:spLocks noGrp="1"/>
          </p:cNvSpPr>
          <p:nvPr>
            <p:ph sz="quarter" idx="12" hasCustomPrompt="1"/>
          </p:nvPr>
        </p:nvSpPr>
        <p:spPr>
          <a:xfrm>
            <a:off x="1448593" y="2318321"/>
            <a:ext cx="9290050" cy="2216150"/>
          </a:xfrm>
        </p:spPr>
        <p:txBody>
          <a:bodyPr anchor="ctr"/>
          <a:lstStyle>
            <a:lvl1pPr algn="ctr">
              <a:defRPr sz="2400"/>
            </a:lvl1pPr>
            <a:lvl2pPr algn="ctr">
              <a:defRPr/>
            </a:lvl2pPr>
            <a:lvl3pPr algn="ctr">
              <a:defRPr/>
            </a:lvl3pPr>
            <a:lvl4pPr algn="ctr">
              <a:defRPr/>
            </a:lvl4pPr>
            <a:lvl5pPr algn="ctr">
              <a:defRPr/>
            </a:lvl5pPr>
          </a:lstStyle>
          <a:p>
            <a:pPr algn="ctr">
              <a:spcAft>
                <a:spcPts val="600"/>
              </a:spcAft>
            </a:pPr>
            <a:r>
              <a:rPr lang="en-US" sz="2000" dirty="0"/>
              <a:t>Text here</a:t>
            </a:r>
          </a:p>
        </p:txBody>
      </p:sp>
      <p:sp>
        <p:nvSpPr>
          <p:cNvPr id="7" name="TextBox 6">
            <a:extLst>
              <a:ext uri="{FF2B5EF4-FFF2-40B4-BE49-F238E27FC236}">
                <a16:creationId xmlns:a16="http://schemas.microsoft.com/office/drawing/2014/main" id="{E0505437-E970-4DD3-DB73-BC8CB0E09583}"/>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9" name="Graphic 8">
            <a:extLst>
              <a:ext uri="{FF2B5EF4-FFF2-40B4-BE49-F238E27FC236}">
                <a16:creationId xmlns:a16="http://schemas.microsoft.com/office/drawing/2014/main" id="{64FCAA97-8FE4-50A0-7C79-556E1A1634BA}"/>
              </a:ext>
            </a:extLst>
          </p:cNvPr>
          <p:cNvGrpSpPr/>
          <p:nvPr userDrawn="1"/>
        </p:nvGrpSpPr>
        <p:grpSpPr>
          <a:xfrm>
            <a:off x="265625" y="6323271"/>
            <a:ext cx="1249223" cy="369648"/>
            <a:chOff x="265625" y="6323271"/>
            <a:chExt cx="1249223" cy="369648"/>
          </a:xfrm>
          <a:solidFill>
            <a:srgbClr val="000000"/>
          </a:solidFill>
        </p:grpSpPr>
        <p:grpSp>
          <p:nvGrpSpPr>
            <p:cNvPr id="10" name="Graphic 8">
              <a:extLst>
                <a:ext uri="{FF2B5EF4-FFF2-40B4-BE49-F238E27FC236}">
                  <a16:creationId xmlns:a16="http://schemas.microsoft.com/office/drawing/2014/main" id="{9A301478-2AE1-1FA6-9236-114A92D296E5}"/>
                </a:ext>
              </a:extLst>
            </p:cNvPr>
            <p:cNvGrpSpPr/>
            <p:nvPr/>
          </p:nvGrpSpPr>
          <p:grpSpPr>
            <a:xfrm>
              <a:off x="745455" y="6594444"/>
              <a:ext cx="722662" cy="98475"/>
              <a:chOff x="745455" y="6594444"/>
              <a:chExt cx="722662" cy="98475"/>
            </a:xfrm>
            <a:solidFill>
              <a:srgbClr val="000000"/>
            </a:solidFill>
          </p:grpSpPr>
          <p:sp>
            <p:nvSpPr>
              <p:cNvPr id="19" name="Freeform 49">
                <a:extLst>
                  <a:ext uri="{FF2B5EF4-FFF2-40B4-BE49-F238E27FC236}">
                    <a16:creationId xmlns:a16="http://schemas.microsoft.com/office/drawing/2014/main" id="{77B6408B-513E-793C-AA93-85ADC4E9AA57}"/>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0" name="Freeform 50">
                <a:extLst>
                  <a:ext uri="{FF2B5EF4-FFF2-40B4-BE49-F238E27FC236}">
                    <a16:creationId xmlns:a16="http://schemas.microsoft.com/office/drawing/2014/main" id="{FF01FD05-44B4-7183-40EE-BC72FC590546}"/>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1" name="Freeform 51">
                <a:extLst>
                  <a:ext uri="{FF2B5EF4-FFF2-40B4-BE49-F238E27FC236}">
                    <a16:creationId xmlns:a16="http://schemas.microsoft.com/office/drawing/2014/main" id="{EB5DC93C-6E1F-FE04-362F-1D25A5A988C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2" name="Freeform 52">
                <a:extLst>
                  <a:ext uri="{FF2B5EF4-FFF2-40B4-BE49-F238E27FC236}">
                    <a16:creationId xmlns:a16="http://schemas.microsoft.com/office/drawing/2014/main" id="{5039CFF3-425C-2523-E5FC-8AEA61B63CE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3" name="Freeform 53">
                <a:extLst>
                  <a:ext uri="{FF2B5EF4-FFF2-40B4-BE49-F238E27FC236}">
                    <a16:creationId xmlns:a16="http://schemas.microsoft.com/office/drawing/2014/main" id="{7D8FA307-33A9-5D04-1017-51AB846357E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4" name="Freeform 54">
                <a:extLst>
                  <a:ext uri="{FF2B5EF4-FFF2-40B4-BE49-F238E27FC236}">
                    <a16:creationId xmlns:a16="http://schemas.microsoft.com/office/drawing/2014/main" id="{75AB330D-0B06-9D30-7D05-27FB950067F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45" name="Freeform 55">
                <a:extLst>
                  <a:ext uri="{FF2B5EF4-FFF2-40B4-BE49-F238E27FC236}">
                    <a16:creationId xmlns:a16="http://schemas.microsoft.com/office/drawing/2014/main" id="{7C0134AF-3945-8FE4-327B-8B7A10AE6CE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46" name="Freeform 56">
                <a:extLst>
                  <a:ext uri="{FF2B5EF4-FFF2-40B4-BE49-F238E27FC236}">
                    <a16:creationId xmlns:a16="http://schemas.microsoft.com/office/drawing/2014/main" id="{B3CEFE01-F4E8-9E1B-9DFA-D8BC8DCCD4C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47" name="Freeform 57">
                <a:extLst>
                  <a:ext uri="{FF2B5EF4-FFF2-40B4-BE49-F238E27FC236}">
                    <a16:creationId xmlns:a16="http://schemas.microsoft.com/office/drawing/2014/main" id="{33412458-8168-B9DF-4184-D56E7AD747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8" name="Freeform 58">
                <a:extLst>
                  <a:ext uri="{FF2B5EF4-FFF2-40B4-BE49-F238E27FC236}">
                    <a16:creationId xmlns:a16="http://schemas.microsoft.com/office/drawing/2014/main" id="{B8B93CD1-9088-20B2-9AD2-0F790B4662A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1" name="Graphic 8">
              <a:extLst>
                <a:ext uri="{FF2B5EF4-FFF2-40B4-BE49-F238E27FC236}">
                  <a16:creationId xmlns:a16="http://schemas.microsoft.com/office/drawing/2014/main" id="{18F3F16B-B1BA-C92A-BBA1-2D5F48914371}"/>
                </a:ext>
              </a:extLst>
            </p:cNvPr>
            <p:cNvGrpSpPr/>
            <p:nvPr/>
          </p:nvGrpSpPr>
          <p:grpSpPr>
            <a:xfrm>
              <a:off x="265625" y="6323271"/>
              <a:ext cx="1249223" cy="190348"/>
              <a:chOff x="265625" y="6323271"/>
              <a:chExt cx="1249223" cy="190348"/>
            </a:xfrm>
            <a:solidFill>
              <a:srgbClr val="000000"/>
            </a:solidFill>
          </p:grpSpPr>
          <p:sp>
            <p:nvSpPr>
              <p:cNvPr id="12" name="Freeform 60">
                <a:extLst>
                  <a:ext uri="{FF2B5EF4-FFF2-40B4-BE49-F238E27FC236}">
                    <a16:creationId xmlns:a16="http://schemas.microsoft.com/office/drawing/2014/main" id="{BF6642DE-A776-A868-6859-4952EFA5AD9A}"/>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3" name="Freeform 61">
                <a:extLst>
                  <a:ext uri="{FF2B5EF4-FFF2-40B4-BE49-F238E27FC236}">
                    <a16:creationId xmlns:a16="http://schemas.microsoft.com/office/drawing/2014/main" id="{28D2AC94-FFD0-59D4-1FD3-A17D5C7B606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590E310A-0AE4-3A1A-0CC5-4E74D5B0305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C5C5E023-9533-ADB2-2A95-42803D624C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F12D8013-416F-8468-1334-31DEEE3EFC6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97A1E3A4-FFE5-8115-6381-659B1ACD9C51}"/>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8" name="Freeform 66">
                <a:extLst>
                  <a:ext uri="{FF2B5EF4-FFF2-40B4-BE49-F238E27FC236}">
                    <a16:creationId xmlns:a16="http://schemas.microsoft.com/office/drawing/2014/main" id="{A538E1FA-7AA2-D4C6-D933-FD2310DB60DB}"/>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2" name="TextBox 1">
            <a:extLst>
              <a:ext uri="{FF2B5EF4-FFF2-40B4-BE49-F238E27FC236}">
                <a16:creationId xmlns:a16="http://schemas.microsoft.com/office/drawing/2014/main" id="{08093AD6-9D4C-C1C3-B819-ED557A62CD60}"/>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289592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Full Re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FBFBEC1-F8B5-56BE-32B8-5D2EB66D2601}"/>
              </a:ext>
            </a:extLst>
          </p:cNvPr>
          <p:cNvSpPr/>
          <p:nvPr userDrawn="1"/>
        </p:nvSpPr>
        <p:spPr>
          <a:xfrm>
            <a:off x="0" y="0"/>
            <a:ext cx="12188825" cy="6858000"/>
          </a:xfrm>
          <a:prstGeom prst="rect">
            <a:avLst/>
          </a:prstGeom>
          <a:gradFill flip="none" rotWithShape="1">
            <a:gsLst>
              <a:gs pos="0">
                <a:srgbClr val="A6192E"/>
              </a:gs>
              <a:gs pos="100000">
                <a:srgbClr val="79051B"/>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E0505437-E970-4DD3-DB73-BC8CB0E09583}"/>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9" name="Graphic 8">
            <a:extLst>
              <a:ext uri="{FF2B5EF4-FFF2-40B4-BE49-F238E27FC236}">
                <a16:creationId xmlns:a16="http://schemas.microsoft.com/office/drawing/2014/main" id="{64FCAA97-8FE4-50A0-7C79-556E1A1634BA}"/>
              </a:ext>
            </a:extLst>
          </p:cNvPr>
          <p:cNvGrpSpPr/>
          <p:nvPr userDrawn="1"/>
        </p:nvGrpSpPr>
        <p:grpSpPr>
          <a:xfrm>
            <a:off x="265625" y="6323271"/>
            <a:ext cx="1249223" cy="369648"/>
            <a:chOff x="265625" y="6323271"/>
            <a:chExt cx="1249223" cy="369648"/>
          </a:xfrm>
          <a:solidFill>
            <a:schemeClr val="bg1"/>
          </a:solidFill>
        </p:grpSpPr>
        <p:grpSp>
          <p:nvGrpSpPr>
            <p:cNvPr id="10" name="Graphic 8">
              <a:extLst>
                <a:ext uri="{FF2B5EF4-FFF2-40B4-BE49-F238E27FC236}">
                  <a16:creationId xmlns:a16="http://schemas.microsoft.com/office/drawing/2014/main" id="{9A301478-2AE1-1FA6-9236-114A92D296E5}"/>
                </a:ext>
              </a:extLst>
            </p:cNvPr>
            <p:cNvGrpSpPr/>
            <p:nvPr/>
          </p:nvGrpSpPr>
          <p:grpSpPr>
            <a:xfrm>
              <a:off x="745455" y="6594444"/>
              <a:ext cx="722662" cy="98475"/>
              <a:chOff x="745455" y="6594444"/>
              <a:chExt cx="722662" cy="98475"/>
            </a:xfrm>
            <a:grpFill/>
          </p:grpSpPr>
          <p:sp>
            <p:nvSpPr>
              <p:cNvPr id="19" name="Freeform 49">
                <a:extLst>
                  <a:ext uri="{FF2B5EF4-FFF2-40B4-BE49-F238E27FC236}">
                    <a16:creationId xmlns:a16="http://schemas.microsoft.com/office/drawing/2014/main" id="{77B6408B-513E-793C-AA93-85ADC4E9AA57}"/>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p>
            </p:txBody>
          </p:sp>
          <p:sp>
            <p:nvSpPr>
              <p:cNvPr id="20" name="Freeform 50">
                <a:extLst>
                  <a:ext uri="{FF2B5EF4-FFF2-40B4-BE49-F238E27FC236}">
                    <a16:creationId xmlns:a16="http://schemas.microsoft.com/office/drawing/2014/main" id="{FF01FD05-44B4-7183-40EE-BC72FC590546}"/>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p>
            </p:txBody>
          </p:sp>
          <p:sp>
            <p:nvSpPr>
              <p:cNvPr id="21" name="Freeform 51">
                <a:extLst>
                  <a:ext uri="{FF2B5EF4-FFF2-40B4-BE49-F238E27FC236}">
                    <a16:creationId xmlns:a16="http://schemas.microsoft.com/office/drawing/2014/main" id="{EB5DC93C-6E1F-FE04-362F-1D25A5A988C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p>
            </p:txBody>
          </p:sp>
          <p:sp>
            <p:nvSpPr>
              <p:cNvPr id="22" name="Freeform 52">
                <a:extLst>
                  <a:ext uri="{FF2B5EF4-FFF2-40B4-BE49-F238E27FC236}">
                    <a16:creationId xmlns:a16="http://schemas.microsoft.com/office/drawing/2014/main" id="{5039CFF3-425C-2523-E5FC-8AEA61B63CE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p>
            </p:txBody>
          </p:sp>
          <p:sp>
            <p:nvSpPr>
              <p:cNvPr id="23" name="Freeform 53">
                <a:extLst>
                  <a:ext uri="{FF2B5EF4-FFF2-40B4-BE49-F238E27FC236}">
                    <a16:creationId xmlns:a16="http://schemas.microsoft.com/office/drawing/2014/main" id="{7D8FA307-33A9-5D04-1017-51AB846357E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p>
            </p:txBody>
          </p:sp>
          <p:sp>
            <p:nvSpPr>
              <p:cNvPr id="44" name="Freeform 54">
                <a:extLst>
                  <a:ext uri="{FF2B5EF4-FFF2-40B4-BE49-F238E27FC236}">
                    <a16:creationId xmlns:a16="http://schemas.microsoft.com/office/drawing/2014/main" id="{75AB330D-0B06-9D30-7D05-27FB950067F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p>
            </p:txBody>
          </p:sp>
          <p:sp>
            <p:nvSpPr>
              <p:cNvPr id="45" name="Freeform 55">
                <a:extLst>
                  <a:ext uri="{FF2B5EF4-FFF2-40B4-BE49-F238E27FC236}">
                    <a16:creationId xmlns:a16="http://schemas.microsoft.com/office/drawing/2014/main" id="{7C0134AF-3945-8FE4-327B-8B7A10AE6CE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p>
            </p:txBody>
          </p:sp>
          <p:sp>
            <p:nvSpPr>
              <p:cNvPr id="46" name="Freeform 56">
                <a:extLst>
                  <a:ext uri="{FF2B5EF4-FFF2-40B4-BE49-F238E27FC236}">
                    <a16:creationId xmlns:a16="http://schemas.microsoft.com/office/drawing/2014/main" id="{B3CEFE01-F4E8-9E1B-9DFA-D8BC8DCCD4C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p>
            </p:txBody>
          </p:sp>
          <p:sp>
            <p:nvSpPr>
              <p:cNvPr id="47" name="Freeform 57">
                <a:extLst>
                  <a:ext uri="{FF2B5EF4-FFF2-40B4-BE49-F238E27FC236}">
                    <a16:creationId xmlns:a16="http://schemas.microsoft.com/office/drawing/2014/main" id="{33412458-8168-B9DF-4184-D56E7AD747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p>
            </p:txBody>
          </p:sp>
          <p:sp>
            <p:nvSpPr>
              <p:cNvPr id="48" name="Freeform 58">
                <a:extLst>
                  <a:ext uri="{FF2B5EF4-FFF2-40B4-BE49-F238E27FC236}">
                    <a16:creationId xmlns:a16="http://schemas.microsoft.com/office/drawing/2014/main" id="{B8B93CD1-9088-20B2-9AD2-0F790B4662A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p>
            </p:txBody>
          </p:sp>
        </p:grpSp>
        <p:grpSp>
          <p:nvGrpSpPr>
            <p:cNvPr id="11" name="Graphic 8">
              <a:extLst>
                <a:ext uri="{FF2B5EF4-FFF2-40B4-BE49-F238E27FC236}">
                  <a16:creationId xmlns:a16="http://schemas.microsoft.com/office/drawing/2014/main" id="{18F3F16B-B1BA-C92A-BBA1-2D5F48914371}"/>
                </a:ext>
              </a:extLst>
            </p:cNvPr>
            <p:cNvGrpSpPr/>
            <p:nvPr/>
          </p:nvGrpSpPr>
          <p:grpSpPr>
            <a:xfrm>
              <a:off x="265625" y="6323271"/>
              <a:ext cx="1249223" cy="190348"/>
              <a:chOff x="265625" y="6323271"/>
              <a:chExt cx="1249223" cy="190348"/>
            </a:xfrm>
            <a:grpFill/>
          </p:grpSpPr>
          <p:sp>
            <p:nvSpPr>
              <p:cNvPr id="12" name="Freeform 60">
                <a:extLst>
                  <a:ext uri="{FF2B5EF4-FFF2-40B4-BE49-F238E27FC236}">
                    <a16:creationId xmlns:a16="http://schemas.microsoft.com/office/drawing/2014/main" id="{BF6642DE-A776-A868-6859-4952EFA5AD9A}"/>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p>
            </p:txBody>
          </p:sp>
          <p:sp>
            <p:nvSpPr>
              <p:cNvPr id="13" name="Freeform 61">
                <a:extLst>
                  <a:ext uri="{FF2B5EF4-FFF2-40B4-BE49-F238E27FC236}">
                    <a16:creationId xmlns:a16="http://schemas.microsoft.com/office/drawing/2014/main" id="{28D2AC94-FFD0-59D4-1FD3-A17D5C7B606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590E310A-0AE4-3A1A-0CC5-4E74D5B0305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C5C5E023-9533-ADB2-2A95-42803D624C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F12D8013-416F-8468-1334-31DEEE3EFC6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97A1E3A4-FFE5-8115-6381-659B1ACD9C51}"/>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p>
            </p:txBody>
          </p:sp>
          <p:sp>
            <p:nvSpPr>
              <p:cNvPr id="18" name="Freeform 66">
                <a:extLst>
                  <a:ext uri="{FF2B5EF4-FFF2-40B4-BE49-F238E27FC236}">
                    <a16:creationId xmlns:a16="http://schemas.microsoft.com/office/drawing/2014/main" id="{A538E1FA-7AA2-D4C6-D933-FD2310DB60DB}"/>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p>
            </p:txBody>
          </p:sp>
        </p:grpSp>
      </p:grpSp>
      <p:sp>
        <p:nvSpPr>
          <p:cNvPr id="2" name="TextBox 1">
            <a:extLst>
              <a:ext uri="{FF2B5EF4-FFF2-40B4-BE49-F238E27FC236}">
                <a16:creationId xmlns:a16="http://schemas.microsoft.com/office/drawing/2014/main" id="{08093AD6-9D4C-C1C3-B819-ED557A62CD60}"/>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
        <p:nvSpPr>
          <p:cNvPr id="4" name="Content Placeholder 27">
            <a:extLst>
              <a:ext uri="{FF2B5EF4-FFF2-40B4-BE49-F238E27FC236}">
                <a16:creationId xmlns:a16="http://schemas.microsoft.com/office/drawing/2014/main" id="{350DA416-A0D4-40D1-BA66-993124D5FC92}"/>
              </a:ext>
            </a:extLst>
          </p:cNvPr>
          <p:cNvSpPr>
            <a:spLocks noGrp="1"/>
          </p:cNvSpPr>
          <p:nvPr>
            <p:ph sz="quarter" idx="12" hasCustomPrompt="1"/>
          </p:nvPr>
        </p:nvSpPr>
        <p:spPr>
          <a:xfrm>
            <a:off x="1" y="0"/>
            <a:ext cx="12188824" cy="6858000"/>
          </a:xfrm>
        </p:spPr>
        <p:txBody>
          <a:bodyPr anchor="ctr"/>
          <a:lstStyle>
            <a:lvl1pPr algn="ctr">
              <a:defRPr sz="3200">
                <a:solidFill>
                  <a:schemeClr val="bg1"/>
                </a:solidFill>
              </a:defRPr>
            </a:lvl1pPr>
            <a:lvl2pPr algn="ctr">
              <a:defRPr/>
            </a:lvl2pPr>
            <a:lvl3pPr algn="ctr">
              <a:defRPr/>
            </a:lvl3pPr>
            <a:lvl4pPr algn="ctr">
              <a:defRPr/>
            </a:lvl4pPr>
            <a:lvl5pPr algn="ctr">
              <a:defRPr/>
            </a:lvl5pPr>
          </a:lstStyle>
          <a:p>
            <a:pPr algn="ctr">
              <a:spcAft>
                <a:spcPts val="600"/>
              </a:spcAft>
            </a:pPr>
            <a:r>
              <a:rPr lang="en-US" sz="2000" dirty="0"/>
              <a:t>Text here</a:t>
            </a:r>
          </a:p>
        </p:txBody>
      </p:sp>
    </p:spTree>
    <p:extLst>
      <p:ext uri="{BB962C8B-B14F-4D97-AF65-F5344CB8AC3E}">
        <p14:creationId xmlns:p14="http://schemas.microsoft.com/office/powerpoint/2010/main" val="3533660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Screenshot">
    <p:spTree>
      <p:nvGrpSpPr>
        <p:cNvPr id="1" name=""/>
        <p:cNvGrpSpPr/>
        <p:nvPr/>
      </p:nvGrpSpPr>
      <p:grpSpPr>
        <a:xfrm>
          <a:off x="0" y="0"/>
          <a:ext cx="0" cy="0"/>
          <a:chOff x="0" y="0"/>
          <a:chExt cx="0" cy="0"/>
        </a:xfrm>
      </p:grpSpPr>
      <p:sp>
        <p:nvSpPr>
          <p:cNvPr id="9" name="Graphic 183">
            <a:extLst>
              <a:ext uri="{FF2B5EF4-FFF2-40B4-BE49-F238E27FC236}">
                <a16:creationId xmlns:a16="http://schemas.microsoft.com/office/drawing/2014/main" id="{CC0EE858-5B6C-D50F-5D2F-30F1D7D74C44}"/>
              </a:ext>
            </a:extLst>
          </p:cNvPr>
          <p:cNvSpPr/>
          <p:nvPr userDrawn="1"/>
        </p:nvSpPr>
        <p:spPr>
          <a:xfrm>
            <a:off x="320695" y="0"/>
            <a:ext cx="11547435" cy="5932641"/>
          </a:xfrm>
          <a:custGeom>
            <a:avLst/>
            <a:gdLst>
              <a:gd name="connsiteX0" fmla="*/ 10156413 w 10156412"/>
              <a:gd name="connsiteY0" fmla="*/ 0 h 5217985"/>
              <a:gd name="connsiteX1" fmla="*/ 4938427 w 10156412"/>
              <a:gd name="connsiteY1" fmla="*/ 5217986 h 5217985"/>
              <a:gd name="connsiteX2" fmla="*/ 0 w 10156412"/>
              <a:gd name="connsiteY2" fmla="*/ 5217986 h 5217985"/>
              <a:gd name="connsiteX3" fmla="*/ 5210842 w 10156412"/>
              <a:gd name="connsiteY3" fmla="*/ 7144 h 5217985"/>
              <a:gd name="connsiteX4" fmla="*/ 10156413 w 10156412"/>
              <a:gd name="connsiteY4" fmla="*/ 0 h 52179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6412" h="5217985">
                <a:moveTo>
                  <a:pt x="10156413" y="0"/>
                </a:moveTo>
                <a:lnTo>
                  <a:pt x="4938427" y="5217986"/>
                </a:lnTo>
                <a:lnTo>
                  <a:pt x="0" y="5217986"/>
                </a:lnTo>
                <a:lnTo>
                  <a:pt x="5210842" y="7144"/>
                </a:lnTo>
                <a:lnTo>
                  <a:pt x="10156413" y="0"/>
                </a:lnTo>
                <a:close/>
              </a:path>
            </a:pathLst>
          </a:custGeom>
          <a:gradFill>
            <a:gsLst>
              <a:gs pos="0">
                <a:schemeClr val="accent3">
                  <a:lumMod val="20000"/>
                  <a:lumOff val="80000"/>
                </a:schemeClr>
              </a:gs>
              <a:gs pos="97000">
                <a:schemeClr val="accent3">
                  <a:alpha val="56000"/>
                </a:schemeClr>
              </a:gs>
              <a:gs pos="51000">
                <a:schemeClr val="accent1">
                  <a:lumMod val="20000"/>
                  <a:lumOff val="80000"/>
                </a:schemeClr>
              </a:gs>
            </a:gsLst>
            <a:lin ang="5400000" scaled="1"/>
          </a:gradFill>
          <a:ln w="0" cap="flat">
            <a:noFill/>
            <a:prstDash val="solid"/>
            <a:miter/>
          </a:ln>
        </p:spPr>
        <p:txBody>
          <a:bodyPr rtlCol="0" anchor="ctr"/>
          <a:lstStyle/>
          <a:p>
            <a:endParaRPr lang="en-US"/>
          </a:p>
        </p:txBody>
      </p:sp>
      <p:sp>
        <p:nvSpPr>
          <p:cNvPr id="11" name="page number">
            <a:extLst>
              <a:ext uri="{FF2B5EF4-FFF2-40B4-BE49-F238E27FC236}">
                <a16:creationId xmlns:a16="http://schemas.microsoft.com/office/drawing/2014/main" id="{DD6ED7B7-A0CA-F5BD-3911-D9D78882D78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pic>
        <p:nvPicPr>
          <p:cNvPr id="12" name="Picture 11" descr="A screen shot of a computer&#10;&#10;Description automatically generated">
            <a:extLst>
              <a:ext uri="{FF2B5EF4-FFF2-40B4-BE49-F238E27FC236}">
                <a16:creationId xmlns:a16="http://schemas.microsoft.com/office/drawing/2014/main" id="{CAA26AE1-6CFF-CFC9-CF76-0A49C1E19A5E}"/>
              </a:ext>
            </a:extLst>
          </p:cNvPr>
          <p:cNvPicPr>
            <a:picLocks noChangeAspect="1"/>
          </p:cNvPicPr>
          <p:nvPr userDrawn="1"/>
        </p:nvPicPr>
        <p:blipFill>
          <a:blip r:embed="rId2"/>
          <a:stretch>
            <a:fillRect/>
          </a:stretch>
        </p:blipFill>
        <p:spPr>
          <a:xfrm>
            <a:off x="1381355" y="365760"/>
            <a:ext cx="9426115" cy="5651190"/>
          </a:xfrm>
          <a:prstGeom prst="rect">
            <a:avLst/>
          </a:prstGeom>
        </p:spPr>
      </p:pic>
      <p:sp>
        <p:nvSpPr>
          <p:cNvPr id="2" name="TextBox 1">
            <a:extLst>
              <a:ext uri="{FF2B5EF4-FFF2-40B4-BE49-F238E27FC236}">
                <a16:creationId xmlns:a16="http://schemas.microsoft.com/office/drawing/2014/main" id="{75AE6DA2-52D3-1C38-B760-3B84307F4BBF}"/>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6" name="Graphic 8">
            <a:extLst>
              <a:ext uri="{FF2B5EF4-FFF2-40B4-BE49-F238E27FC236}">
                <a16:creationId xmlns:a16="http://schemas.microsoft.com/office/drawing/2014/main" id="{87EFBD84-344D-95EF-DE3F-F6160168A24E}"/>
              </a:ext>
            </a:extLst>
          </p:cNvPr>
          <p:cNvGrpSpPr/>
          <p:nvPr userDrawn="1"/>
        </p:nvGrpSpPr>
        <p:grpSpPr>
          <a:xfrm>
            <a:off x="265625" y="6323271"/>
            <a:ext cx="1249223" cy="369648"/>
            <a:chOff x="265625" y="6323271"/>
            <a:chExt cx="1249223" cy="369648"/>
          </a:xfrm>
          <a:solidFill>
            <a:srgbClr val="000000"/>
          </a:solidFill>
        </p:grpSpPr>
        <p:grpSp>
          <p:nvGrpSpPr>
            <p:cNvPr id="7" name="Graphic 8">
              <a:extLst>
                <a:ext uri="{FF2B5EF4-FFF2-40B4-BE49-F238E27FC236}">
                  <a16:creationId xmlns:a16="http://schemas.microsoft.com/office/drawing/2014/main" id="{D9656C95-543D-8B11-107E-E47CCC79603F}"/>
                </a:ext>
              </a:extLst>
            </p:cNvPr>
            <p:cNvGrpSpPr/>
            <p:nvPr/>
          </p:nvGrpSpPr>
          <p:grpSpPr>
            <a:xfrm>
              <a:off x="745455" y="6594444"/>
              <a:ext cx="722662" cy="98475"/>
              <a:chOff x="745455" y="6594444"/>
              <a:chExt cx="722662" cy="98475"/>
            </a:xfrm>
            <a:solidFill>
              <a:srgbClr val="000000"/>
            </a:solidFill>
          </p:grpSpPr>
          <p:sp>
            <p:nvSpPr>
              <p:cNvPr id="19" name="Freeform 49">
                <a:extLst>
                  <a:ext uri="{FF2B5EF4-FFF2-40B4-BE49-F238E27FC236}">
                    <a16:creationId xmlns:a16="http://schemas.microsoft.com/office/drawing/2014/main" id="{A7B82701-0FDD-9029-8E99-1E22C10A5C6D}"/>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0" name="Freeform 50">
                <a:extLst>
                  <a:ext uri="{FF2B5EF4-FFF2-40B4-BE49-F238E27FC236}">
                    <a16:creationId xmlns:a16="http://schemas.microsoft.com/office/drawing/2014/main" id="{E1A3DB7F-29F4-4BEA-E671-1D68F6B58536}"/>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1" name="Freeform 51">
                <a:extLst>
                  <a:ext uri="{FF2B5EF4-FFF2-40B4-BE49-F238E27FC236}">
                    <a16:creationId xmlns:a16="http://schemas.microsoft.com/office/drawing/2014/main" id="{A22E09E8-6DE3-AA3F-3F5D-36ABE11E037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2" name="Freeform 52">
                <a:extLst>
                  <a:ext uri="{FF2B5EF4-FFF2-40B4-BE49-F238E27FC236}">
                    <a16:creationId xmlns:a16="http://schemas.microsoft.com/office/drawing/2014/main" id="{7A24911E-70C9-F02C-1964-9DFF5315CD9B}"/>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3" name="Freeform 53">
                <a:extLst>
                  <a:ext uri="{FF2B5EF4-FFF2-40B4-BE49-F238E27FC236}">
                    <a16:creationId xmlns:a16="http://schemas.microsoft.com/office/drawing/2014/main" id="{37BF3D16-6ACD-DA44-363A-8AC823B477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4" name="Freeform 54">
                <a:extLst>
                  <a:ext uri="{FF2B5EF4-FFF2-40B4-BE49-F238E27FC236}">
                    <a16:creationId xmlns:a16="http://schemas.microsoft.com/office/drawing/2014/main" id="{BE6417C8-BBF4-81F7-A0DD-24EB7EFBFE3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5" name="Freeform 55">
                <a:extLst>
                  <a:ext uri="{FF2B5EF4-FFF2-40B4-BE49-F238E27FC236}">
                    <a16:creationId xmlns:a16="http://schemas.microsoft.com/office/drawing/2014/main" id="{B4A4279D-68E4-8B6F-E581-236E464E40F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6" name="Freeform 56">
                <a:extLst>
                  <a:ext uri="{FF2B5EF4-FFF2-40B4-BE49-F238E27FC236}">
                    <a16:creationId xmlns:a16="http://schemas.microsoft.com/office/drawing/2014/main" id="{F697AECC-1861-AE33-EE4E-BCE1A815D26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7" name="Freeform 57">
                <a:extLst>
                  <a:ext uri="{FF2B5EF4-FFF2-40B4-BE49-F238E27FC236}">
                    <a16:creationId xmlns:a16="http://schemas.microsoft.com/office/drawing/2014/main" id="{C0525938-7872-C849-6A48-7C9C0C25C1E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8" name="Freeform 58">
                <a:extLst>
                  <a:ext uri="{FF2B5EF4-FFF2-40B4-BE49-F238E27FC236}">
                    <a16:creationId xmlns:a16="http://schemas.microsoft.com/office/drawing/2014/main" id="{FA5A3834-0DE7-CB60-35E5-22D79CB88609}"/>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8" name="Graphic 8">
              <a:extLst>
                <a:ext uri="{FF2B5EF4-FFF2-40B4-BE49-F238E27FC236}">
                  <a16:creationId xmlns:a16="http://schemas.microsoft.com/office/drawing/2014/main" id="{BA3AC9DE-BCBF-E496-55E8-B706E2AFEA9B}"/>
                </a:ext>
              </a:extLst>
            </p:cNvPr>
            <p:cNvGrpSpPr/>
            <p:nvPr/>
          </p:nvGrpSpPr>
          <p:grpSpPr>
            <a:xfrm>
              <a:off x="265625" y="6323271"/>
              <a:ext cx="1249223" cy="190348"/>
              <a:chOff x="265625" y="6323271"/>
              <a:chExt cx="1249223" cy="190348"/>
            </a:xfrm>
            <a:solidFill>
              <a:srgbClr val="000000"/>
            </a:solidFill>
          </p:grpSpPr>
          <p:sp>
            <p:nvSpPr>
              <p:cNvPr id="10" name="Freeform 60">
                <a:extLst>
                  <a:ext uri="{FF2B5EF4-FFF2-40B4-BE49-F238E27FC236}">
                    <a16:creationId xmlns:a16="http://schemas.microsoft.com/office/drawing/2014/main" id="{3B9321B5-FF9F-F279-FAB5-2A3C476536A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3" name="Freeform 61">
                <a:extLst>
                  <a:ext uri="{FF2B5EF4-FFF2-40B4-BE49-F238E27FC236}">
                    <a16:creationId xmlns:a16="http://schemas.microsoft.com/office/drawing/2014/main" id="{67AC7DF2-D051-44A4-8593-C53748DBA882}"/>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C7EF40A0-69C9-4C10-1242-C502242CD4E3}"/>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6F20B51A-FCBD-2B3E-53A3-9ACB9196A26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DBDA56D6-EEA4-C40A-3200-D843DFA23D2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B8422E84-A38D-22FE-8238-51651BA7FA5B}"/>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8" name="Freeform 66">
                <a:extLst>
                  <a:ext uri="{FF2B5EF4-FFF2-40B4-BE49-F238E27FC236}">
                    <a16:creationId xmlns:a16="http://schemas.microsoft.com/office/drawing/2014/main" id="{CE857AA0-5594-39A8-04E9-4842D5E7D5B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3" name="TextBox 2">
            <a:extLst>
              <a:ext uri="{FF2B5EF4-FFF2-40B4-BE49-F238E27FC236}">
                <a16:creationId xmlns:a16="http://schemas.microsoft.com/office/drawing/2014/main" id="{42F28B57-8777-0EF5-2660-00FF91A1062C}"/>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622127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p:cSld name="Thank You / Closing - Leaf">
    <p:spTree>
      <p:nvGrpSpPr>
        <p:cNvPr id="1" name=""/>
        <p:cNvGrpSpPr/>
        <p:nvPr/>
      </p:nvGrpSpPr>
      <p:grpSpPr>
        <a:xfrm>
          <a:off x="0" y="0"/>
          <a:ext cx="0" cy="0"/>
          <a:chOff x="0" y="0"/>
          <a:chExt cx="0" cy="0"/>
        </a:xfrm>
      </p:grpSpPr>
      <p:sp>
        <p:nvSpPr>
          <p:cNvPr id="49" name="Freeform: Shape 48">
            <a:extLst>
              <a:ext uri="{FF2B5EF4-FFF2-40B4-BE49-F238E27FC236}">
                <a16:creationId xmlns:a16="http://schemas.microsoft.com/office/drawing/2014/main" id="{56DE6961-EE11-6DE7-194F-886ED937142D}"/>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rgbClr val="61A30E"/>
              </a:gs>
              <a:gs pos="85000">
                <a:srgbClr val="0095C4"/>
              </a:gs>
            </a:gsLst>
            <a:lin ang="18899976" scaled="1"/>
          </a:gradFill>
          <a:ln w="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F8F365AF-9910-BF20-6CFB-24D4C0928B4D}"/>
              </a:ext>
            </a:extLst>
          </p:cNvPr>
          <p:cNvSpPr/>
          <p:nvPr/>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10" name="TextBox 9">
            <a:extLst>
              <a:ext uri="{FF2B5EF4-FFF2-40B4-BE49-F238E27FC236}">
                <a16:creationId xmlns:a16="http://schemas.microsoft.com/office/drawing/2014/main" id="{01F07DE2-A4BE-3B43-A385-D616B948566C}"/>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11" name="Graphic 8">
            <a:extLst>
              <a:ext uri="{FF2B5EF4-FFF2-40B4-BE49-F238E27FC236}">
                <a16:creationId xmlns:a16="http://schemas.microsoft.com/office/drawing/2014/main" id="{6CCAFF07-C864-65F7-E8B7-2C5633311999}"/>
              </a:ext>
            </a:extLst>
          </p:cNvPr>
          <p:cNvGrpSpPr/>
          <p:nvPr/>
        </p:nvGrpSpPr>
        <p:grpSpPr>
          <a:xfrm>
            <a:off x="265625" y="6323271"/>
            <a:ext cx="1249223" cy="369648"/>
            <a:chOff x="265625" y="6323271"/>
            <a:chExt cx="1249223" cy="369648"/>
          </a:xfrm>
          <a:solidFill>
            <a:srgbClr val="000000"/>
          </a:solidFill>
        </p:grpSpPr>
        <p:grpSp>
          <p:nvGrpSpPr>
            <p:cNvPr id="12" name="Graphic 8">
              <a:extLst>
                <a:ext uri="{FF2B5EF4-FFF2-40B4-BE49-F238E27FC236}">
                  <a16:creationId xmlns:a16="http://schemas.microsoft.com/office/drawing/2014/main" id="{AE286926-0755-5C11-7A0A-71094C615B03}"/>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1302BC0-EF33-69DC-5657-3D7BE117EB0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BEAD69D2-73E4-A144-E3E4-00652D470A7C}"/>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1D44DE0F-E65D-8F5E-DDB1-448E05AF8B4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300A7CEA-47C8-F052-0ABC-CC3EB17C99C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B263CA39-11CD-CCFC-8658-51B68E806BF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454151A7-9F9E-00A6-12C4-7BF08E75C91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1677C85A-569D-FF5C-4327-E5F7B4ABB32F}"/>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E88D3A2E-3EBA-D825-F133-2DE36CA58E5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3803B19A-69EA-855A-98FD-BD1186959E33}"/>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EBFA825D-97CB-A8C0-AFB9-8046277D843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5" name="Graphic 8">
              <a:extLst>
                <a:ext uri="{FF2B5EF4-FFF2-40B4-BE49-F238E27FC236}">
                  <a16:creationId xmlns:a16="http://schemas.microsoft.com/office/drawing/2014/main" id="{3A2519BE-9221-F0E4-149B-1E0F287B15F2}"/>
                </a:ext>
              </a:extLst>
            </p:cNvPr>
            <p:cNvGrpSpPr/>
            <p:nvPr/>
          </p:nvGrpSpPr>
          <p:grpSpPr>
            <a:xfrm>
              <a:off x="265625" y="6323271"/>
              <a:ext cx="1249223" cy="190348"/>
              <a:chOff x="265625" y="6323271"/>
              <a:chExt cx="1249223" cy="190348"/>
            </a:xfrm>
            <a:solidFill>
              <a:srgbClr val="000000"/>
            </a:solidFill>
          </p:grpSpPr>
          <p:sp>
            <p:nvSpPr>
              <p:cNvPr id="16" name="Freeform 15">
                <a:extLst>
                  <a:ext uri="{FF2B5EF4-FFF2-40B4-BE49-F238E27FC236}">
                    <a16:creationId xmlns:a16="http://schemas.microsoft.com/office/drawing/2014/main" id="{E24DA16D-AFE1-058B-85D1-9EA36D66A8E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55335D38-CD27-91AC-1D9C-2ECBE6EA600D}"/>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93057BCE-C1E5-5093-0F75-68335E992A1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7CA24CC9-729F-DCB8-F923-0F15F8C9188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BAE7E7AF-181B-E7F5-FE78-4DDD4C4C35B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5473C35A-2B1B-B305-B605-0C9EA6533ED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150F0538-4DA7-4B39-5875-633FB664361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2" name="Freeform: Shape 1">
            <a:extLst>
              <a:ext uri="{FF2B5EF4-FFF2-40B4-BE49-F238E27FC236}">
                <a16:creationId xmlns:a16="http://schemas.microsoft.com/office/drawing/2014/main" id="{1C5EE576-7D35-4E9E-7E82-8116BB430A44}"/>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4"/>
              </a:gs>
            </a:gsLst>
            <a:lin ang="0" scaled="1"/>
          </a:gradFill>
          <a:ln w="0" cap="flat">
            <a:noFill/>
            <a:prstDash val="solid"/>
            <a:miter/>
          </a:ln>
        </p:spPr>
        <p:txBody>
          <a:bodyPr rtlCol="0" anchor="ctr"/>
          <a:lstStyle/>
          <a:p>
            <a:endParaRPr lang="en-US" dirty="0"/>
          </a:p>
        </p:txBody>
      </p:sp>
      <p:sp>
        <p:nvSpPr>
          <p:cNvPr id="34" name="Freeform: Shape 1">
            <a:extLst>
              <a:ext uri="{FF2B5EF4-FFF2-40B4-BE49-F238E27FC236}">
                <a16:creationId xmlns:a16="http://schemas.microsoft.com/office/drawing/2014/main" id="{1C5EE576-7D35-4E9E-7E82-8116BB430A44}"/>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4"/>
              </a:gs>
            </a:gsLst>
            <a:lin ang="0" scaled="1"/>
          </a:gradFill>
          <a:ln w="0" cap="flat">
            <a:noFill/>
            <a:prstDash val="solid"/>
            <a:miter/>
          </a:ln>
        </p:spPr>
        <p:txBody>
          <a:bodyPr rtlCol="0" anchor="ctr"/>
          <a:lstStyle/>
          <a:p>
            <a:endParaRPr lang="en-US" dirty="0"/>
          </a:p>
        </p:txBody>
      </p:sp>
      <p:sp>
        <p:nvSpPr>
          <p:cNvPr id="3" name="TextBox 2">
            <a:extLst>
              <a:ext uri="{FF2B5EF4-FFF2-40B4-BE49-F238E27FC236}">
                <a16:creationId xmlns:a16="http://schemas.microsoft.com/office/drawing/2014/main" id="{73C0D969-A405-CD2A-A392-B917B8B613B7}"/>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1100038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p:cSld name="Thank You / Closing - Aqua">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11BDF268-11B0-0052-054F-E2A7324524A8}"/>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2"/>
              </a:gs>
              <a:gs pos="85000">
                <a:srgbClr val="0095C4"/>
              </a:gs>
            </a:gsLst>
            <a:lin ang="18899976" scaled="1"/>
          </a:gradFill>
          <a:ln w="0"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FFB6A110-E961-EB34-6F92-35210D5B70F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2"/>
              </a:gs>
            </a:gsLst>
            <a:lin ang="0" scaled="1"/>
          </a:gradFill>
          <a:ln w="0" cap="flat">
            <a:noFill/>
            <a:prstDash val="solid"/>
            <a:miter/>
          </a:ln>
        </p:spPr>
        <p:txBody>
          <a:bodyPr rtlCol="0" anchor="ctr"/>
          <a:lstStyle/>
          <a:p>
            <a:endParaRPr lang="en-US" dirty="0"/>
          </a:p>
        </p:txBody>
      </p:sp>
      <p:sp>
        <p:nvSpPr>
          <p:cNvPr id="13" name="TextBox 12">
            <a:extLst>
              <a:ext uri="{FF2B5EF4-FFF2-40B4-BE49-F238E27FC236}">
                <a16:creationId xmlns:a16="http://schemas.microsoft.com/office/drawing/2014/main" id="{1BD12A38-34FF-DD48-95F6-31F5ED4772C8}"/>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
        <p:nvSpPr>
          <p:cNvPr id="2" name="TextBox 1">
            <a:extLst>
              <a:ext uri="{FF2B5EF4-FFF2-40B4-BE49-F238E27FC236}">
                <a16:creationId xmlns:a16="http://schemas.microsoft.com/office/drawing/2014/main" id="{6870951A-A1C2-4343-3CAE-6020736681CC}"/>
              </a:ext>
            </a:extLst>
          </p:cNvPr>
          <p:cNvSpPr txBox="1"/>
          <p:nvPr/>
        </p:nvSpPr>
        <p:spPr>
          <a:xfrm>
            <a:off x="1645084" y="6461498"/>
            <a:ext cx="2806859" cy="125484"/>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Broadcom Proprietary and Confidential. Copyright © 2024 Broadcom.  </a:t>
            </a:r>
          </a:p>
        </p:txBody>
      </p:sp>
      <p:grpSp>
        <p:nvGrpSpPr>
          <p:cNvPr id="4" name="Graphic 8">
            <a:extLst>
              <a:ext uri="{FF2B5EF4-FFF2-40B4-BE49-F238E27FC236}">
                <a16:creationId xmlns:a16="http://schemas.microsoft.com/office/drawing/2014/main" id="{51193D83-E1DC-D884-497D-C36876692E8C}"/>
              </a:ext>
            </a:extLst>
          </p:cNvPr>
          <p:cNvGrpSpPr/>
          <p:nvPr/>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7" name="Freeform 6">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8" name="Freeform 7">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2" name="Freeform: Shape 14">
            <a:extLst>
              <a:ext uri="{FF2B5EF4-FFF2-40B4-BE49-F238E27FC236}">
                <a16:creationId xmlns:a16="http://schemas.microsoft.com/office/drawing/2014/main" id="{CD863588-1EDA-72EC-6D61-3E8A0E7CB273}"/>
              </a:ext>
            </a:extLst>
          </p:cNvPr>
          <p:cNvSpPr/>
          <p:nvPr userDrawn="1"/>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33" name="Freeform: Shape 29">
            <a:extLst>
              <a:ext uri="{FF2B5EF4-FFF2-40B4-BE49-F238E27FC236}">
                <a16:creationId xmlns:a16="http://schemas.microsoft.com/office/drawing/2014/main" id="{FFB6A110-E961-EB34-6F92-35210D5B70F6}"/>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2"/>
              </a:gs>
            </a:gsLst>
            <a:lin ang="0" scaled="1"/>
          </a:gradFill>
          <a:ln w="0" cap="flat">
            <a:noFill/>
            <a:prstDash val="solid"/>
            <a:miter/>
          </a:ln>
        </p:spPr>
        <p:txBody>
          <a:bodyPr rtlCol="0" anchor="ctr"/>
          <a:lstStyle/>
          <a:p>
            <a:endParaRPr lang="en-US" dirty="0"/>
          </a:p>
        </p:txBody>
      </p:sp>
      <p:sp>
        <p:nvSpPr>
          <p:cNvPr id="34" name="TextBox 33">
            <a:extLst>
              <a:ext uri="{FF2B5EF4-FFF2-40B4-BE49-F238E27FC236}">
                <a16:creationId xmlns:a16="http://schemas.microsoft.com/office/drawing/2014/main" id="{1BD12A38-34FF-DD48-95F6-31F5ED4772C8}"/>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37" name="Graphic 8">
            <a:extLst>
              <a:ext uri="{FF2B5EF4-FFF2-40B4-BE49-F238E27FC236}">
                <a16:creationId xmlns:a16="http://schemas.microsoft.com/office/drawing/2014/main" id="{51193D83-E1DC-D884-497D-C36876692E8C}"/>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0" name="TextBox 9">
            <a:extLst>
              <a:ext uri="{FF2B5EF4-FFF2-40B4-BE49-F238E27FC236}">
                <a16:creationId xmlns:a16="http://schemas.microsoft.com/office/drawing/2014/main" id="{39FCD237-E611-CAC8-3736-F49AF3DA231A}"/>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853787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Thank You / Closing - Plum">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AED7BA03-D917-7BF7-506D-6901DD40B1DF}"/>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5"/>
              </a:gs>
              <a:gs pos="85000">
                <a:srgbClr val="0095C4"/>
              </a:gs>
            </a:gsLst>
            <a:lin ang="18899976" scaled="1"/>
          </a:gradFill>
          <a:ln w="0" cap="flat">
            <a:noFill/>
            <a:prstDash val="solid"/>
            <a:miter/>
          </a:ln>
        </p:spPr>
        <p:txBody>
          <a:bodyPr rtlCol="0" anchor="ctr"/>
          <a:lstStyle/>
          <a:p>
            <a:endParaRPr lang="en-US" dirty="0"/>
          </a:p>
        </p:txBody>
      </p:sp>
      <p:sp>
        <p:nvSpPr>
          <p:cNvPr id="10" name="TextBox 9">
            <a:extLst>
              <a:ext uri="{FF2B5EF4-FFF2-40B4-BE49-F238E27FC236}">
                <a16:creationId xmlns:a16="http://schemas.microsoft.com/office/drawing/2014/main" id="{53EB9DBD-7EC8-8749-8D2B-52C66972D46E}"/>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
        <p:nvSpPr>
          <p:cNvPr id="2" name="TextBox 1">
            <a:extLst>
              <a:ext uri="{FF2B5EF4-FFF2-40B4-BE49-F238E27FC236}">
                <a16:creationId xmlns:a16="http://schemas.microsoft.com/office/drawing/2014/main" id="{9DB548BE-0CE3-CE23-414D-C93C2FDD312A}"/>
              </a:ext>
            </a:extLst>
          </p:cNvPr>
          <p:cNvSpPr txBox="1"/>
          <p:nvPr/>
        </p:nvSpPr>
        <p:spPr>
          <a:xfrm>
            <a:off x="1645084" y="6461498"/>
            <a:ext cx="2806859" cy="125484"/>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Broadcom Proprietary and Confidential. Copyright © 2024 Broadcom.  </a:t>
            </a:r>
          </a:p>
        </p:txBody>
      </p:sp>
      <p:grpSp>
        <p:nvGrpSpPr>
          <p:cNvPr id="4" name="Graphic 8">
            <a:extLst>
              <a:ext uri="{FF2B5EF4-FFF2-40B4-BE49-F238E27FC236}">
                <a16:creationId xmlns:a16="http://schemas.microsoft.com/office/drawing/2014/main" id="{8112DCCF-A410-8E64-BF5C-1AED8279B1FF}"/>
              </a:ext>
            </a:extLst>
          </p:cNvPr>
          <p:cNvGrpSpPr/>
          <p:nvPr/>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5" name="Freeform 14">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3" name="Freeform: Shape 12">
            <a:extLst>
              <a:ext uri="{FF2B5EF4-FFF2-40B4-BE49-F238E27FC236}">
                <a16:creationId xmlns:a16="http://schemas.microsoft.com/office/drawing/2014/main" id="{C039270F-3B2C-5A52-9E64-757A7B13656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5"/>
              </a:gs>
            </a:gsLst>
            <a:lin ang="0" scaled="1"/>
          </a:gradFill>
          <a:ln w="0" cap="flat">
            <a:noFill/>
            <a:prstDash val="solid"/>
            <a:miter/>
          </a:ln>
        </p:spPr>
        <p:txBody>
          <a:bodyPr rtlCol="0" anchor="ctr"/>
          <a:lstStyle/>
          <a:p>
            <a:endParaRPr lang="en-US" dirty="0"/>
          </a:p>
        </p:txBody>
      </p:sp>
      <p:sp>
        <p:nvSpPr>
          <p:cNvPr id="31" name="Freeform: Shape 7">
            <a:extLst>
              <a:ext uri="{FF2B5EF4-FFF2-40B4-BE49-F238E27FC236}">
                <a16:creationId xmlns:a16="http://schemas.microsoft.com/office/drawing/2014/main" id="{6317424D-DA75-A15F-0C19-096E89461340}"/>
              </a:ext>
            </a:extLst>
          </p:cNvPr>
          <p:cNvSpPr/>
          <p:nvPr userDrawn="1"/>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32" name="TextBox 31">
            <a:extLst>
              <a:ext uri="{FF2B5EF4-FFF2-40B4-BE49-F238E27FC236}">
                <a16:creationId xmlns:a16="http://schemas.microsoft.com/office/drawing/2014/main" id="{53EB9DBD-7EC8-8749-8D2B-52C66972D46E}"/>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35" name="Graphic 8">
            <a:extLst>
              <a:ext uri="{FF2B5EF4-FFF2-40B4-BE49-F238E27FC236}">
                <a16:creationId xmlns:a16="http://schemas.microsoft.com/office/drawing/2014/main" id="{8112DCCF-A410-8E64-BF5C-1AED8279B1FF}"/>
              </a:ext>
            </a:extLst>
          </p:cNvPr>
          <p:cNvGrpSpPr/>
          <p:nvPr userDrawn="1"/>
        </p:nvGrpSpPr>
        <p:grpSpPr>
          <a:xfrm>
            <a:off x="265625" y="6323271"/>
            <a:ext cx="1249223" cy="369648"/>
            <a:chOff x="265625" y="6323271"/>
            <a:chExt cx="1249223" cy="369648"/>
          </a:xfrm>
          <a:solidFill>
            <a:srgbClr val="000000"/>
          </a:solidFill>
        </p:grpSpPr>
        <p:grpSp>
          <p:nvGrpSpPr>
            <p:cNvPr id="36"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45" name="Freeform 44">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7"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38" name="Freeform 37">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39" name="Freeform 38">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0" name="Freeform 39">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5" name="Freeform: Shape 12">
            <a:extLst>
              <a:ext uri="{FF2B5EF4-FFF2-40B4-BE49-F238E27FC236}">
                <a16:creationId xmlns:a16="http://schemas.microsoft.com/office/drawing/2014/main" id="{C039270F-3B2C-5A52-9E64-757A7B136566}"/>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5"/>
              </a:gs>
            </a:gsLst>
            <a:lin ang="0" scaled="1"/>
          </a:gradFill>
          <a:ln w="0" cap="flat">
            <a:noFill/>
            <a:prstDash val="solid"/>
            <a:miter/>
          </a:ln>
        </p:spPr>
        <p:txBody>
          <a:bodyPr rtlCol="0" anchor="ctr"/>
          <a:lstStyle/>
          <a:p>
            <a:endParaRPr lang="en-US" dirty="0"/>
          </a:p>
        </p:txBody>
      </p:sp>
      <p:sp>
        <p:nvSpPr>
          <p:cNvPr id="9" name="TextBox 8">
            <a:extLst>
              <a:ext uri="{FF2B5EF4-FFF2-40B4-BE49-F238E27FC236}">
                <a16:creationId xmlns:a16="http://schemas.microsoft.com/office/drawing/2014/main" id="{6B6C42D0-DC6D-DA1A-9109-B30DDBCA1FD2}"/>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213449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vcf-close-a">
    <p:spTree>
      <p:nvGrpSpPr>
        <p:cNvPr id="1" name=""/>
        <p:cNvGrpSpPr/>
        <p:nvPr/>
      </p:nvGrpSpPr>
      <p:grpSpPr>
        <a:xfrm>
          <a:off x="0" y="0"/>
          <a:ext cx="0" cy="0"/>
          <a:chOff x="0" y="0"/>
          <a:chExt cx="0" cy="0"/>
        </a:xfrm>
      </p:grpSpPr>
      <p:pic>
        <p:nvPicPr>
          <p:cNvPr id="7" name="Picture 6" descr="A screen shot of a computer&#10;&#10;AI-generated content may be incorrect.">
            <a:extLst>
              <a:ext uri="{FF2B5EF4-FFF2-40B4-BE49-F238E27FC236}">
                <a16:creationId xmlns:a16="http://schemas.microsoft.com/office/drawing/2014/main" id="{5D22B5DE-D878-0F7B-8289-C21F71E7925B}"/>
              </a:ext>
            </a:extLst>
          </p:cNvPr>
          <p:cNvPicPr>
            <a:picLocks noChangeAspect="1"/>
          </p:cNvPicPr>
          <p:nvPr userDrawn="1"/>
        </p:nvPicPr>
        <p:blipFill>
          <a:blip r:embed="rId2"/>
          <a:srcRect l="53694" b="13698"/>
          <a:stretch>
            <a:fillRect/>
          </a:stretch>
        </p:blipFill>
        <p:spPr>
          <a:xfrm>
            <a:off x="6544638" y="893"/>
            <a:ext cx="5644186" cy="5917022"/>
          </a:xfrm>
          <a:prstGeom prst="rect">
            <a:avLst/>
          </a:prstGeom>
        </p:spPr>
      </p:pic>
      <p:sp>
        <p:nvSpPr>
          <p:cNvPr id="10" name="TextBox 9">
            <a:extLst>
              <a:ext uri="{FF2B5EF4-FFF2-40B4-BE49-F238E27FC236}">
                <a16:creationId xmlns:a16="http://schemas.microsoft.com/office/drawing/2014/main" id="{01F07DE2-A4BE-3B43-A385-D616B948566C}"/>
              </a:ext>
            </a:extLst>
          </p:cNvPr>
          <p:cNvSpPr txBox="1"/>
          <p:nvPr/>
        </p:nvSpPr>
        <p:spPr>
          <a:xfrm>
            <a:off x="612593" y="3730021"/>
            <a:ext cx="3585557" cy="692497"/>
          </a:xfrm>
          <a:prstGeom prst="rect">
            <a:avLst/>
          </a:prstGeom>
        </p:spPr>
        <p:txBody>
          <a:bodyPr wrap="square" lIns="0" tIns="0" rIns="0" bIns="0" rtlCol="0">
            <a:spAutoFit/>
          </a:bodyPr>
          <a:lstStyle/>
          <a:p>
            <a:pPr algn="l"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pic>
        <p:nvPicPr>
          <p:cNvPr id="2" name="Graphic 1">
            <a:extLst>
              <a:ext uri="{FF2B5EF4-FFF2-40B4-BE49-F238E27FC236}">
                <a16:creationId xmlns:a16="http://schemas.microsoft.com/office/drawing/2014/main" id="{231E1D4D-2045-E0A6-9319-80E550D43A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33266" y="570134"/>
            <a:ext cx="2857719" cy="562472"/>
          </a:xfrm>
          <a:prstGeom prst="rect">
            <a:avLst/>
          </a:prstGeom>
        </p:spPr>
      </p:pic>
      <p:grpSp>
        <p:nvGrpSpPr>
          <p:cNvPr id="4" name="Graphic 8">
            <a:extLst>
              <a:ext uri="{FF2B5EF4-FFF2-40B4-BE49-F238E27FC236}">
                <a16:creationId xmlns:a16="http://schemas.microsoft.com/office/drawing/2014/main" id="{D240381F-D431-6FBD-1BD4-B90BBD2F5331}"/>
              </a:ext>
            </a:extLst>
          </p:cNvPr>
          <p:cNvGrpSpPr/>
          <p:nvPr userDrawn="1"/>
        </p:nvGrpSpPr>
        <p:grpSpPr>
          <a:xfrm>
            <a:off x="10169913"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2126EE8A-3BAE-0199-0098-43FF0694566B}"/>
                </a:ext>
              </a:extLst>
            </p:cNvPr>
            <p:cNvGrpSpPr/>
            <p:nvPr/>
          </p:nvGrpSpPr>
          <p:grpSpPr>
            <a:xfrm>
              <a:off x="745455" y="6594444"/>
              <a:ext cx="722662" cy="98475"/>
              <a:chOff x="745455" y="6594444"/>
              <a:chExt cx="722662" cy="98475"/>
            </a:xfrm>
            <a:solidFill>
              <a:srgbClr val="000000"/>
            </a:solidFill>
          </p:grpSpPr>
          <p:sp>
            <p:nvSpPr>
              <p:cNvPr id="16" name="Freeform 15">
                <a:extLst>
                  <a:ext uri="{FF2B5EF4-FFF2-40B4-BE49-F238E27FC236}">
                    <a16:creationId xmlns:a16="http://schemas.microsoft.com/office/drawing/2014/main" id="{C845378D-FD42-9D1E-B3E5-6856C02449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01B4F03C-6425-086A-B4A0-22FA153080A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49E38D1-463D-4C64-CA19-58E01C037DD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8F4C03AD-9A01-0F91-8CE4-6E2D45403784}"/>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2127FF99-1099-4457-6014-133A0B2B331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0636C64C-5C63-B92E-3F14-6BD8275DC6F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5F210CBC-9EFA-8E8A-956F-90C41FFE702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C72D9EBE-6044-B591-406D-781CDFE07903}"/>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D642E36F-CA65-D7DC-71EB-5C5EBBD4CEC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09EF31A7-C6D1-D919-812E-4103196A5CD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DADBD257-43D0-4CDA-4A5A-3CDA7BF6740C}"/>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B5BFAD0C-7AD2-00F4-4919-505C12E2501B}"/>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AE52F78E-16F0-DF94-70DA-D5582B097064}"/>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1" name="Freeform 10">
                <a:extLst>
                  <a:ext uri="{FF2B5EF4-FFF2-40B4-BE49-F238E27FC236}">
                    <a16:creationId xmlns:a16="http://schemas.microsoft.com/office/drawing/2014/main" id="{9C32BCE4-0107-EF3E-0450-AA6CBFDD165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49F81FA8-AAC7-6F89-E33E-0311B404D8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BA01788C-E05D-6DA1-6A16-F0654896083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DB1CA306-CB93-3B83-69A3-BF09A3F8EDB4}"/>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5" name="Freeform 14">
                <a:extLst>
                  <a:ext uri="{FF2B5EF4-FFF2-40B4-BE49-F238E27FC236}">
                    <a16:creationId xmlns:a16="http://schemas.microsoft.com/office/drawing/2014/main" id="{89196C2B-5506-6430-A14E-6A9FF840E3A0}"/>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Tree>
    <p:extLst>
      <p:ext uri="{BB962C8B-B14F-4D97-AF65-F5344CB8AC3E}">
        <p14:creationId xmlns:p14="http://schemas.microsoft.com/office/powerpoint/2010/main" val="1632556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p:cSld name="vcf-close-b">
    <p:spTree>
      <p:nvGrpSpPr>
        <p:cNvPr id="1" name=""/>
        <p:cNvGrpSpPr/>
        <p:nvPr/>
      </p:nvGrpSpPr>
      <p:grpSpPr>
        <a:xfrm>
          <a:off x="0" y="0"/>
          <a:ext cx="0" cy="0"/>
          <a:chOff x="0" y="0"/>
          <a:chExt cx="0" cy="0"/>
        </a:xfrm>
      </p:grpSpPr>
      <p:pic>
        <p:nvPicPr>
          <p:cNvPr id="4" name="Picture 3" descr="A logo of a cloud computing system&#10;&#10;AI-generated content may be incorrect.">
            <a:extLst>
              <a:ext uri="{FF2B5EF4-FFF2-40B4-BE49-F238E27FC236}">
                <a16:creationId xmlns:a16="http://schemas.microsoft.com/office/drawing/2014/main" id="{D5B6D3D3-656A-E2AE-0E8D-85964108B23F}"/>
              </a:ext>
            </a:extLst>
          </p:cNvPr>
          <p:cNvPicPr>
            <a:picLocks noChangeAspect="1"/>
          </p:cNvPicPr>
          <p:nvPr userDrawn="1"/>
        </p:nvPicPr>
        <p:blipFill>
          <a:blip r:embed="rId2"/>
          <a:stretch>
            <a:fillRect/>
          </a:stretch>
        </p:blipFill>
        <p:spPr>
          <a:xfrm>
            <a:off x="5330825" y="0"/>
            <a:ext cx="6858000" cy="6858000"/>
          </a:xfrm>
          <a:prstGeom prst="rect">
            <a:avLst/>
          </a:prstGeom>
        </p:spPr>
      </p:pic>
      <p:pic>
        <p:nvPicPr>
          <p:cNvPr id="2" name="Graphic 1">
            <a:extLst>
              <a:ext uri="{FF2B5EF4-FFF2-40B4-BE49-F238E27FC236}">
                <a16:creationId xmlns:a16="http://schemas.microsoft.com/office/drawing/2014/main" id="{0663E1E2-33E8-E1CE-2C1C-C00429E453F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33266" y="570134"/>
            <a:ext cx="2857719" cy="562472"/>
          </a:xfrm>
          <a:prstGeom prst="rect">
            <a:avLst/>
          </a:prstGeom>
        </p:spPr>
      </p:pic>
      <p:sp>
        <p:nvSpPr>
          <p:cNvPr id="5" name="TextBox 4">
            <a:extLst>
              <a:ext uri="{FF2B5EF4-FFF2-40B4-BE49-F238E27FC236}">
                <a16:creationId xmlns:a16="http://schemas.microsoft.com/office/drawing/2014/main" id="{4599F36B-0C50-2222-827C-116C6403C43F}"/>
              </a:ext>
            </a:extLst>
          </p:cNvPr>
          <p:cNvSpPr txBox="1"/>
          <p:nvPr userDrawn="1"/>
        </p:nvSpPr>
        <p:spPr>
          <a:xfrm>
            <a:off x="612593" y="3730021"/>
            <a:ext cx="3585557" cy="692497"/>
          </a:xfrm>
          <a:prstGeom prst="rect">
            <a:avLst/>
          </a:prstGeom>
        </p:spPr>
        <p:txBody>
          <a:bodyPr wrap="square" lIns="0" tIns="0" rIns="0" bIns="0" rtlCol="0">
            <a:spAutoFit/>
          </a:bodyPr>
          <a:lstStyle/>
          <a:p>
            <a:pPr algn="l"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6" name="Graphic 8">
            <a:extLst>
              <a:ext uri="{FF2B5EF4-FFF2-40B4-BE49-F238E27FC236}">
                <a16:creationId xmlns:a16="http://schemas.microsoft.com/office/drawing/2014/main" id="{0E509A79-F6D5-B06C-958E-E5AC3C46A63D}"/>
              </a:ext>
            </a:extLst>
          </p:cNvPr>
          <p:cNvGrpSpPr/>
          <p:nvPr userDrawn="1"/>
        </p:nvGrpSpPr>
        <p:grpSpPr>
          <a:xfrm>
            <a:off x="10169913" y="6323271"/>
            <a:ext cx="1249223" cy="369648"/>
            <a:chOff x="265625" y="6323271"/>
            <a:chExt cx="1249223" cy="369648"/>
          </a:xfrm>
          <a:solidFill>
            <a:srgbClr val="000000"/>
          </a:solidFill>
        </p:grpSpPr>
        <p:grpSp>
          <p:nvGrpSpPr>
            <p:cNvPr id="7" name="Graphic 8">
              <a:extLst>
                <a:ext uri="{FF2B5EF4-FFF2-40B4-BE49-F238E27FC236}">
                  <a16:creationId xmlns:a16="http://schemas.microsoft.com/office/drawing/2014/main" id="{AE2275C1-A234-6DD2-C47A-488F2A0C5DA4}"/>
                </a:ext>
              </a:extLst>
            </p:cNvPr>
            <p:cNvGrpSpPr/>
            <p:nvPr/>
          </p:nvGrpSpPr>
          <p:grpSpPr>
            <a:xfrm>
              <a:off x="745455" y="6594444"/>
              <a:ext cx="722662" cy="98475"/>
              <a:chOff x="745455" y="6594444"/>
              <a:chExt cx="722662" cy="98475"/>
            </a:xfrm>
            <a:solidFill>
              <a:srgbClr val="000000"/>
            </a:solidFill>
          </p:grpSpPr>
          <p:sp>
            <p:nvSpPr>
              <p:cNvPr id="37" name="Freeform 36">
                <a:extLst>
                  <a:ext uri="{FF2B5EF4-FFF2-40B4-BE49-F238E27FC236}">
                    <a16:creationId xmlns:a16="http://schemas.microsoft.com/office/drawing/2014/main" id="{431CE114-F3E9-E98A-4BA4-0516F542A3B4}"/>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38" name="Freeform 37">
                <a:extLst>
                  <a:ext uri="{FF2B5EF4-FFF2-40B4-BE49-F238E27FC236}">
                    <a16:creationId xmlns:a16="http://schemas.microsoft.com/office/drawing/2014/main" id="{04CA1A03-77AA-780C-B68C-660F5BE34849}"/>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39" name="Freeform 38">
                <a:extLst>
                  <a:ext uri="{FF2B5EF4-FFF2-40B4-BE49-F238E27FC236}">
                    <a16:creationId xmlns:a16="http://schemas.microsoft.com/office/drawing/2014/main" id="{E977FFEE-E440-16F9-70F1-AF4A6B54B5E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40" name="Freeform 39">
                <a:extLst>
                  <a:ext uri="{FF2B5EF4-FFF2-40B4-BE49-F238E27FC236}">
                    <a16:creationId xmlns:a16="http://schemas.microsoft.com/office/drawing/2014/main" id="{D1ED6AF7-ED02-66B3-EC40-7F0E29353BD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C4E3B68D-CA96-AC9D-0CE3-1DC359FC4FE1}"/>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1E4C566D-E2F2-8C83-D974-455EBFEF2C8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D46FE9B7-AFAF-8AE9-BCAC-32C7050AA67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AFD97213-6487-8766-F754-42FD7EAF5ED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D9C10BB5-50E6-63AC-9025-257334522483}"/>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212E531C-C28B-20F7-D4D0-A118CF3F0A39}"/>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8" name="Graphic 8">
              <a:extLst>
                <a:ext uri="{FF2B5EF4-FFF2-40B4-BE49-F238E27FC236}">
                  <a16:creationId xmlns:a16="http://schemas.microsoft.com/office/drawing/2014/main" id="{CEA5CC23-5057-2830-8024-F07AC496D337}"/>
                </a:ext>
              </a:extLst>
            </p:cNvPr>
            <p:cNvGrpSpPr/>
            <p:nvPr/>
          </p:nvGrpSpPr>
          <p:grpSpPr>
            <a:xfrm>
              <a:off x="265625" y="6323271"/>
              <a:ext cx="1249223" cy="190348"/>
              <a:chOff x="265625" y="6323271"/>
              <a:chExt cx="1249223" cy="190348"/>
            </a:xfrm>
            <a:solidFill>
              <a:srgbClr val="000000"/>
            </a:solidFill>
          </p:grpSpPr>
          <p:sp>
            <p:nvSpPr>
              <p:cNvPr id="9" name="Freeform 8">
                <a:extLst>
                  <a:ext uri="{FF2B5EF4-FFF2-40B4-BE49-F238E27FC236}">
                    <a16:creationId xmlns:a16="http://schemas.microsoft.com/office/drawing/2014/main" id="{4B25CB1A-60DF-B7A7-9480-4C3711052CA3}"/>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2D52DF86-E0EF-1071-BA38-4713BDFCE64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955C11E2-D041-6BE5-4E9B-09F93712BAD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33" name="Freeform 32">
                <a:extLst>
                  <a:ext uri="{FF2B5EF4-FFF2-40B4-BE49-F238E27FC236}">
                    <a16:creationId xmlns:a16="http://schemas.microsoft.com/office/drawing/2014/main" id="{2CF69822-31CE-ADA8-C134-6B78BC3E1E8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34" name="Freeform 33">
                <a:extLst>
                  <a:ext uri="{FF2B5EF4-FFF2-40B4-BE49-F238E27FC236}">
                    <a16:creationId xmlns:a16="http://schemas.microsoft.com/office/drawing/2014/main" id="{0245EF83-A7DA-4288-6266-89EFA916B9A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35" name="Freeform 34">
                <a:extLst>
                  <a:ext uri="{FF2B5EF4-FFF2-40B4-BE49-F238E27FC236}">
                    <a16:creationId xmlns:a16="http://schemas.microsoft.com/office/drawing/2014/main" id="{7329DD28-4D16-8B03-2869-6F43ABDB61E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36" name="Freeform 35">
                <a:extLst>
                  <a:ext uri="{FF2B5EF4-FFF2-40B4-BE49-F238E27FC236}">
                    <a16:creationId xmlns:a16="http://schemas.microsoft.com/office/drawing/2014/main" id="{38E7EA31-3D35-8902-97AE-4FD7D2938A7B}"/>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Tree>
    <p:extLst>
      <p:ext uri="{BB962C8B-B14F-4D97-AF65-F5344CB8AC3E}">
        <p14:creationId xmlns:p14="http://schemas.microsoft.com/office/powerpoint/2010/main" val="2577072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Section - DP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3" name="Parallelogram 2">
            <a:extLst>
              <a:ext uri="{FF2B5EF4-FFF2-40B4-BE49-F238E27FC236}">
                <a16:creationId xmlns:a16="http://schemas.microsoft.com/office/drawing/2014/main" id="{21BD0E35-5D00-D896-6AA2-BCA2A752CB7C}"/>
              </a:ext>
            </a:extLst>
          </p:cNvPr>
          <p:cNvSpPr/>
          <p:nvPr userDrawn="1"/>
        </p:nvSpPr>
        <p:spPr>
          <a:xfrm>
            <a:off x="5406003" y="-1"/>
            <a:ext cx="14676689" cy="6858001"/>
          </a:xfrm>
          <a:prstGeom prst="parallelogram">
            <a:avLst>
              <a:gd name="adj" fmla="val 100124"/>
            </a:avLst>
          </a:prstGeom>
          <a:gradFill flip="none" rotWithShape="1">
            <a:gsLst>
              <a:gs pos="30000">
                <a:schemeClr val="accent2"/>
              </a:gs>
              <a:gs pos="100000">
                <a:schemeClr val="accent1"/>
              </a:gs>
            </a:gsLst>
            <a:lin ang="18900000" scaled="1"/>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rallelogram 3">
            <a:extLst>
              <a:ext uri="{FF2B5EF4-FFF2-40B4-BE49-F238E27FC236}">
                <a16:creationId xmlns:a16="http://schemas.microsoft.com/office/drawing/2014/main" id="{10FB33BD-057D-5F3D-318C-AA409D826C58}"/>
              </a:ext>
            </a:extLst>
          </p:cNvPr>
          <p:cNvSpPr/>
          <p:nvPr userDrawn="1"/>
        </p:nvSpPr>
        <p:spPr>
          <a:xfrm>
            <a:off x="1840256" y="-1"/>
            <a:ext cx="12934077" cy="6470788"/>
          </a:xfrm>
          <a:prstGeom prst="parallelogram">
            <a:avLst>
              <a:gd name="adj" fmla="val 100124"/>
            </a:avLst>
          </a:prstGeom>
          <a:gradFill flip="none" rotWithShape="1">
            <a:gsLst>
              <a:gs pos="0">
                <a:schemeClr val="accent2">
                  <a:lumMod val="60000"/>
                  <a:lumOff val="40000"/>
                  <a:alpha val="25000"/>
                </a:schemeClr>
              </a:gs>
              <a:gs pos="74000">
                <a:schemeClr val="accent2">
                  <a:alpha val="0"/>
                </a:schemeClr>
              </a:gs>
            </a:gsLst>
            <a:lin ang="8100000" scaled="1"/>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 name="Graphic 143">
            <a:extLst>
              <a:ext uri="{FF2B5EF4-FFF2-40B4-BE49-F238E27FC236}">
                <a16:creationId xmlns:a16="http://schemas.microsoft.com/office/drawing/2014/main" id="{E81225B4-DF65-9170-E786-AD4D904C6E23}"/>
              </a:ext>
            </a:extLst>
          </p:cNvPr>
          <p:cNvSpPr/>
          <p:nvPr userDrawn="1"/>
        </p:nvSpPr>
        <p:spPr>
          <a:xfrm>
            <a:off x="4130978" y="4499933"/>
            <a:ext cx="2421204" cy="666750"/>
          </a:xfrm>
          <a:custGeom>
            <a:avLst/>
            <a:gdLst>
              <a:gd name="connsiteX0" fmla="*/ 482061 w 600651"/>
              <a:gd name="connsiteY0" fmla="*/ 38962 h 165407"/>
              <a:gd name="connsiteX1" fmla="*/ 398886 w 600651"/>
              <a:gd name="connsiteY1" fmla="*/ 75298 h 165407"/>
              <a:gd name="connsiteX2" fmla="*/ 268849 w 600651"/>
              <a:gd name="connsiteY2" fmla="*/ 0 h 165407"/>
              <a:gd name="connsiteX3" fmla="*/ 118927 w 600651"/>
              <a:gd name="connsiteY3" fmla="*/ 122878 h 165407"/>
              <a:gd name="connsiteX4" fmla="*/ 66185 w 600651"/>
              <a:gd name="connsiteY4" fmla="*/ 94823 h 165407"/>
              <a:gd name="connsiteX5" fmla="*/ 0 w 600651"/>
              <a:gd name="connsiteY5" fmla="*/ 165408 h 165407"/>
              <a:gd name="connsiteX6" fmla="*/ 600652 w 600651"/>
              <a:gd name="connsiteY6" fmla="*/ 165408 h 165407"/>
              <a:gd name="connsiteX7" fmla="*/ 482061 w 600651"/>
              <a:gd name="connsiteY7" fmla="*/ 38939 h 16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651" h="165407">
                <a:moveTo>
                  <a:pt x="482061" y="38962"/>
                </a:moveTo>
                <a:cubicBezTo>
                  <a:pt x="449653" y="38962"/>
                  <a:pt x="420297" y="52832"/>
                  <a:pt x="398886" y="75298"/>
                </a:cubicBezTo>
                <a:cubicBezTo>
                  <a:pt x="371236" y="29984"/>
                  <a:pt x="323341" y="0"/>
                  <a:pt x="268849" y="0"/>
                </a:cubicBezTo>
                <a:cubicBezTo>
                  <a:pt x="196963" y="0"/>
                  <a:pt x="136523" y="52136"/>
                  <a:pt x="118927" y="122878"/>
                </a:cubicBezTo>
                <a:cubicBezTo>
                  <a:pt x="106853" y="105865"/>
                  <a:pt x="87754" y="94823"/>
                  <a:pt x="66185" y="94823"/>
                </a:cubicBezTo>
                <a:cubicBezTo>
                  <a:pt x="29625" y="94823"/>
                  <a:pt x="0" y="126446"/>
                  <a:pt x="0" y="165408"/>
                </a:cubicBezTo>
                <a:lnTo>
                  <a:pt x="600652" y="165408"/>
                </a:lnTo>
                <a:cubicBezTo>
                  <a:pt x="600652" y="95564"/>
                  <a:pt x="547551" y="38939"/>
                  <a:pt x="482061" y="38939"/>
                </a:cubicBezTo>
                <a:close/>
              </a:path>
            </a:pathLst>
          </a:custGeom>
          <a:solidFill>
            <a:schemeClr val="accent2">
              <a:alpha val="13000"/>
            </a:schemeClr>
          </a:soli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6" name="Graphic 5">
            <a:extLst>
              <a:ext uri="{FF2B5EF4-FFF2-40B4-BE49-F238E27FC236}">
                <a16:creationId xmlns:a16="http://schemas.microsoft.com/office/drawing/2014/main" id="{8CCD6C51-1ACC-C903-BF0A-FE887F4E995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79191" y="2319345"/>
            <a:ext cx="3124591" cy="1207366"/>
          </a:xfrm>
          <a:prstGeom prst="rect">
            <a:avLst/>
          </a:prstGeom>
        </p:spPr>
      </p:pic>
      <p:grpSp>
        <p:nvGrpSpPr>
          <p:cNvPr id="7" name="Group 6">
            <a:extLst>
              <a:ext uri="{FF2B5EF4-FFF2-40B4-BE49-F238E27FC236}">
                <a16:creationId xmlns:a16="http://schemas.microsoft.com/office/drawing/2014/main" id="{F3DFDBE6-637C-999F-7ECE-33E381EE535B}"/>
              </a:ext>
            </a:extLst>
          </p:cNvPr>
          <p:cNvGrpSpPr/>
          <p:nvPr userDrawn="1"/>
        </p:nvGrpSpPr>
        <p:grpSpPr>
          <a:xfrm>
            <a:off x="8467108" y="1045130"/>
            <a:ext cx="1685206" cy="686138"/>
            <a:chOff x="437672" y="1280130"/>
            <a:chExt cx="2910783" cy="1185138"/>
          </a:xfrm>
        </p:grpSpPr>
        <p:sp>
          <p:nvSpPr>
            <p:cNvPr id="8" name="Freeform: Shape 187">
              <a:extLst>
                <a:ext uri="{FF2B5EF4-FFF2-40B4-BE49-F238E27FC236}">
                  <a16:creationId xmlns:a16="http://schemas.microsoft.com/office/drawing/2014/main" id="{8D8E4B6A-1D78-7AFB-265C-490D60C20349}"/>
                </a:ext>
              </a:extLst>
            </p:cNvPr>
            <p:cNvSpPr/>
            <p:nvPr/>
          </p:nvSpPr>
          <p:spPr>
            <a:xfrm>
              <a:off x="437672" y="1280130"/>
              <a:ext cx="2720832" cy="1110872"/>
            </a:xfrm>
            <a:custGeom>
              <a:avLst/>
              <a:gdLst>
                <a:gd name="connsiteX0" fmla="*/ 749249 w 907209"/>
                <a:gd name="connsiteY0" fmla="*/ 212440 h 370400"/>
                <a:gd name="connsiteX1" fmla="*/ 700014 w 907209"/>
                <a:gd name="connsiteY1" fmla="*/ 220306 h 370400"/>
                <a:gd name="connsiteX2" fmla="*/ 454537 w 907209"/>
                <a:gd name="connsiteY2" fmla="*/ 0 h 370400"/>
                <a:gd name="connsiteX3" fmla="*/ 213896 w 907209"/>
                <a:gd name="connsiteY3" fmla="*/ 191405 h 370400"/>
                <a:gd name="connsiteX4" fmla="*/ 178995 w 907209"/>
                <a:gd name="connsiteY4" fmla="*/ 191405 h 370400"/>
                <a:gd name="connsiteX5" fmla="*/ 0 w 907209"/>
                <a:gd name="connsiteY5" fmla="*/ 370400 h 370400"/>
                <a:gd name="connsiteX6" fmla="*/ 907209 w 907209"/>
                <a:gd name="connsiteY6" fmla="*/ 370400 h 370400"/>
                <a:gd name="connsiteX7" fmla="*/ 749249 w 907209"/>
                <a:gd name="connsiteY7" fmla="*/ 212440 h 37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7209" h="37040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9" name="Freeform: Shape 188">
              <a:extLst>
                <a:ext uri="{FF2B5EF4-FFF2-40B4-BE49-F238E27FC236}">
                  <a16:creationId xmlns:a16="http://schemas.microsoft.com/office/drawing/2014/main" id="{8ECF167B-7A9C-771D-FE58-50C2F70A19BC}"/>
                </a:ext>
              </a:extLst>
            </p:cNvPr>
            <p:cNvSpPr/>
            <p:nvPr/>
          </p:nvSpPr>
          <p:spPr>
            <a:xfrm>
              <a:off x="1651302" y="1789783"/>
              <a:ext cx="1697153" cy="675485"/>
            </a:xfrm>
            <a:custGeom>
              <a:avLst/>
              <a:gdLst>
                <a:gd name="connsiteX0" fmla="*/ 154872 w 565884"/>
                <a:gd name="connsiteY0" fmla="*/ 70357 h 225229"/>
                <a:gd name="connsiteX1" fmla="*/ 0 w 565884"/>
                <a:gd name="connsiteY1" fmla="*/ 225229 h 225229"/>
                <a:gd name="connsiteX2" fmla="*/ 565884 w 565884"/>
                <a:gd name="connsiteY2" fmla="*/ 225229 h 225229"/>
                <a:gd name="connsiteX3" fmla="*/ 496023 w 565884"/>
                <a:gd name="connsiteY3" fmla="*/ 70357 h 225229"/>
                <a:gd name="connsiteX4" fmla="*/ 496023 w 565884"/>
                <a:gd name="connsiteY4" fmla="*/ 70357 h 225229"/>
                <a:gd name="connsiteX5" fmla="*/ 154872 w 565884"/>
                <a:gd name="connsiteY5" fmla="*/ 70357 h 225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5884" h="225229">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29000">
                  <a:srgbClr val="FFFFFF"/>
                </a:gs>
                <a:gs pos="48000">
                  <a:srgbClr val="F8FBFE"/>
                </a:gs>
                <a:gs pos="73000">
                  <a:srgbClr val="E7F3FB"/>
                </a:gs>
                <a:gs pos="100000">
                  <a:srgbClr val="CEE6F7"/>
                </a:gs>
              </a:gsLst>
              <a:lin ang="2700000" scaled="1"/>
            </a:gra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10" name="Graphic 133">
            <a:extLst>
              <a:ext uri="{FF2B5EF4-FFF2-40B4-BE49-F238E27FC236}">
                <a16:creationId xmlns:a16="http://schemas.microsoft.com/office/drawing/2014/main" id="{FCD194F5-B559-BDA4-6514-A523BC24E7E0}"/>
              </a:ext>
            </a:extLst>
          </p:cNvPr>
          <p:cNvGrpSpPr/>
          <p:nvPr userDrawn="1"/>
        </p:nvGrpSpPr>
        <p:grpSpPr>
          <a:xfrm>
            <a:off x="7658062" y="759262"/>
            <a:ext cx="747561" cy="1467875"/>
            <a:chOff x="7819347" y="302010"/>
            <a:chExt cx="1311782" cy="2575749"/>
          </a:xfrm>
          <a:noFill/>
        </p:grpSpPr>
        <p:sp>
          <p:nvSpPr>
            <p:cNvPr id="11" name="Freeform: Shape 232">
              <a:extLst>
                <a:ext uri="{FF2B5EF4-FFF2-40B4-BE49-F238E27FC236}">
                  <a16:creationId xmlns:a16="http://schemas.microsoft.com/office/drawing/2014/main" id="{806BDCBE-3187-F906-99C7-617B7DF4EF39}"/>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 name="Freeform: Shape 233">
              <a:extLst>
                <a:ext uri="{FF2B5EF4-FFF2-40B4-BE49-F238E27FC236}">
                  <a16:creationId xmlns:a16="http://schemas.microsoft.com/office/drawing/2014/main" id="{D233A677-3C04-B05C-18B6-82985B4202DC}"/>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 name="Freeform: Shape 234">
              <a:extLst>
                <a:ext uri="{FF2B5EF4-FFF2-40B4-BE49-F238E27FC236}">
                  <a16:creationId xmlns:a16="http://schemas.microsoft.com/office/drawing/2014/main" id="{1F0B3719-A0BA-F350-B875-1E3FAA4FE40F}"/>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4" name="Freeform: Shape 235">
              <a:extLst>
                <a:ext uri="{FF2B5EF4-FFF2-40B4-BE49-F238E27FC236}">
                  <a16:creationId xmlns:a16="http://schemas.microsoft.com/office/drawing/2014/main" id="{7FFB93A6-1BE5-187F-CF39-CEC54C80072F}"/>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6" name="Freeform: Shape 236">
              <a:extLst>
                <a:ext uri="{FF2B5EF4-FFF2-40B4-BE49-F238E27FC236}">
                  <a16:creationId xmlns:a16="http://schemas.microsoft.com/office/drawing/2014/main" id="{246E8F66-9AB2-2BBD-C1B6-A3F270294899}"/>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17" name="Freeform: Shape 265">
            <a:extLst>
              <a:ext uri="{FF2B5EF4-FFF2-40B4-BE49-F238E27FC236}">
                <a16:creationId xmlns:a16="http://schemas.microsoft.com/office/drawing/2014/main" id="{86F2EBD6-1BE5-3DC2-C446-7E82BAF899B0}"/>
              </a:ext>
            </a:extLst>
          </p:cNvPr>
          <p:cNvSpPr/>
          <p:nvPr userDrawn="1"/>
        </p:nvSpPr>
        <p:spPr>
          <a:xfrm>
            <a:off x="11119385" y="4173017"/>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8" name="Freeform: Shape 269">
            <a:extLst>
              <a:ext uri="{FF2B5EF4-FFF2-40B4-BE49-F238E27FC236}">
                <a16:creationId xmlns:a16="http://schemas.microsoft.com/office/drawing/2014/main" id="{B83295D7-DB92-BC1F-8358-2F91913B85BD}"/>
              </a:ext>
            </a:extLst>
          </p:cNvPr>
          <p:cNvSpPr/>
          <p:nvPr userDrawn="1"/>
        </p:nvSpPr>
        <p:spPr>
          <a:xfrm>
            <a:off x="6195382" y="430769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9" name="Freeform: Shape 285">
            <a:extLst>
              <a:ext uri="{FF2B5EF4-FFF2-40B4-BE49-F238E27FC236}">
                <a16:creationId xmlns:a16="http://schemas.microsoft.com/office/drawing/2014/main" id="{62C6CAA2-7A2D-1543-0F72-BFDD67956E95}"/>
              </a:ext>
            </a:extLst>
          </p:cNvPr>
          <p:cNvSpPr/>
          <p:nvPr userDrawn="1"/>
        </p:nvSpPr>
        <p:spPr>
          <a:xfrm>
            <a:off x="8709950" y="5303803"/>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0" name="Freeform: Shape 286">
            <a:extLst>
              <a:ext uri="{FF2B5EF4-FFF2-40B4-BE49-F238E27FC236}">
                <a16:creationId xmlns:a16="http://schemas.microsoft.com/office/drawing/2014/main" id="{72397947-8AE8-A764-24E5-C95C592DB51F}"/>
              </a:ext>
            </a:extLst>
          </p:cNvPr>
          <p:cNvSpPr/>
          <p:nvPr userDrawn="1"/>
        </p:nvSpPr>
        <p:spPr>
          <a:xfrm>
            <a:off x="9116688" y="50100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1" name="Graphic 133">
            <a:extLst>
              <a:ext uri="{FF2B5EF4-FFF2-40B4-BE49-F238E27FC236}">
                <a16:creationId xmlns:a16="http://schemas.microsoft.com/office/drawing/2014/main" id="{0BF38EAF-B463-1122-00DD-53352C4BAF39}"/>
              </a:ext>
            </a:extLst>
          </p:cNvPr>
          <p:cNvGrpSpPr/>
          <p:nvPr userDrawn="1"/>
        </p:nvGrpSpPr>
        <p:grpSpPr>
          <a:xfrm rot="15300000">
            <a:off x="9138526" y="3220265"/>
            <a:ext cx="1311782" cy="2575749"/>
            <a:chOff x="7819347" y="302010"/>
            <a:chExt cx="1311782" cy="2575749"/>
          </a:xfrm>
          <a:noFill/>
        </p:grpSpPr>
        <p:sp>
          <p:nvSpPr>
            <p:cNvPr id="22" name="Freeform: Shape 288">
              <a:extLst>
                <a:ext uri="{FF2B5EF4-FFF2-40B4-BE49-F238E27FC236}">
                  <a16:creationId xmlns:a16="http://schemas.microsoft.com/office/drawing/2014/main" id="{EF516624-F862-686A-ED8B-23595C6BC436}"/>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3" name="Freeform: Shape 289">
              <a:extLst>
                <a:ext uri="{FF2B5EF4-FFF2-40B4-BE49-F238E27FC236}">
                  <a16:creationId xmlns:a16="http://schemas.microsoft.com/office/drawing/2014/main" id="{0360A49C-243C-32F7-64CC-00F3A3A561AE}"/>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 name="Freeform: Shape 290">
              <a:extLst>
                <a:ext uri="{FF2B5EF4-FFF2-40B4-BE49-F238E27FC236}">
                  <a16:creationId xmlns:a16="http://schemas.microsoft.com/office/drawing/2014/main" id="{117CD992-4D17-4FD2-EE98-83D72CB2B157}"/>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 name="Freeform: Shape 291">
              <a:extLst>
                <a:ext uri="{FF2B5EF4-FFF2-40B4-BE49-F238E27FC236}">
                  <a16:creationId xmlns:a16="http://schemas.microsoft.com/office/drawing/2014/main" id="{E1731443-A103-9445-2C7D-58E30E0CD91A}"/>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6" name="Freeform: Shape 292">
              <a:extLst>
                <a:ext uri="{FF2B5EF4-FFF2-40B4-BE49-F238E27FC236}">
                  <a16:creationId xmlns:a16="http://schemas.microsoft.com/office/drawing/2014/main" id="{7D89BC9E-804E-5723-0DA5-C939751F23F3}"/>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27" name="Oval 26">
            <a:extLst>
              <a:ext uri="{FF2B5EF4-FFF2-40B4-BE49-F238E27FC236}">
                <a16:creationId xmlns:a16="http://schemas.microsoft.com/office/drawing/2014/main" id="{41AC4E2B-BAB3-FD9B-1B06-3CB7E1D8CE6F}"/>
              </a:ext>
            </a:extLst>
          </p:cNvPr>
          <p:cNvSpPr/>
          <p:nvPr userDrawn="1"/>
        </p:nvSpPr>
        <p:spPr>
          <a:xfrm flipV="1">
            <a:off x="6354876" y="1852997"/>
            <a:ext cx="3152006" cy="3152006"/>
          </a:xfrm>
          <a:prstGeom prst="ellipse">
            <a:avLst/>
          </a:prstGeom>
          <a:solidFill>
            <a:schemeClr val="bg1"/>
          </a:solidFill>
          <a:ln w="508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8" name="Freeform: Shape 298">
            <a:extLst>
              <a:ext uri="{FF2B5EF4-FFF2-40B4-BE49-F238E27FC236}">
                <a16:creationId xmlns:a16="http://schemas.microsoft.com/office/drawing/2014/main" id="{13B3781F-AEB6-FB39-DD25-051B1879B621}"/>
              </a:ext>
            </a:extLst>
          </p:cNvPr>
          <p:cNvSpPr/>
          <p:nvPr userDrawn="1"/>
        </p:nvSpPr>
        <p:spPr>
          <a:xfrm>
            <a:off x="5406003" y="4429286"/>
            <a:ext cx="2921280" cy="1192670"/>
          </a:xfrm>
          <a:custGeom>
            <a:avLst/>
            <a:gdLst>
              <a:gd name="connsiteX0" fmla="*/ 2797989 w 3387980"/>
              <a:gd name="connsiteY0" fmla="*/ 793219 h 1383210"/>
              <a:gd name="connsiteX1" fmla="*/ 2614092 w 3387980"/>
              <a:gd name="connsiteY1" fmla="*/ 822614 h 1383210"/>
              <a:gd name="connsiteX2" fmla="*/ 1697357 w 3387980"/>
              <a:gd name="connsiteY2" fmla="*/ 0 h 1383210"/>
              <a:gd name="connsiteX3" fmla="*/ 798795 w 3387980"/>
              <a:gd name="connsiteY3" fmla="*/ 714810 h 1383210"/>
              <a:gd name="connsiteX4" fmla="*/ 668546 w 3387980"/>
              <a:gd name="connsiteY4" fmla="*/ 714665 h 1383210"/>
              <a:gd name="connsiteX5" fmla="*/ 0 w 3387980"/>
              <a:gd name="connsiteY5" fmla="*/ 1383211 h 1383210"/>
              <a:gd name="connsiteX6" fmla="*/ 3387981 w 3387980"/>
              <a:gd name="connsiteY6" fmla="*/ 1383211 h 1383210"/>
              <a:gd name="connsiteX7" fmla="*/ 2797989 w 3387980"/>
              <a:gd name="connsiteY7" fmla="*/ 793219 h 138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7980" h="1383210">
                <a:moveTo>
                  <a:pt x="2797989" y="793219"/>
                </a:moveTo>
                <a:cubicBezTo>
                  <a:pt x="2733770" y="793219"/>
                  <a:pt x="2671940" y="803573"/>
                  <a:pt x="2614092" y="822614"/>
                </a:cubicBezTo>
                <a:cubicBezTo>
                  <a:pt x="2564425" y="360192"/>
                  <a:pt x="2172956" y="0"/>
                  <a:pt x="1697357" y="0"/>
                </a:cubicBezTo>
                <a:cubicBezTo>
                  <a:pt x="1259406" y="0"/>
                  <a:pt x="892915" y="305385"/>
                  <a:pt x="798795" y="714810"/>
                </a:cubicBezTo>
                <a:lnTo>
                  <a:pt x="668546" y="714665"/>
                </a:lnTo>
                <a:cubicBezTo>
                  <a:pt x="299304" y="714737"/>
                  <a:pt x="0" y="1014041"/>
                  <a:pt x="0" y="1383211"/>
                </a:cubicBezTo>
                <a:lnTo>
                  <a:pt x="3387981" y="1383211"/>
                </a:lnTo>
                <a:cubicBezTo>
                  <a:pt x="3387981" y="1057336"/>
                  <a:pt x="3123864" y="793219"/>
                  <a:pt x="2797989" y="793219"/>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9" name="Graphic 133">
            <a:extLst>
              <a:ext uri="{FF2B5EF4-FFF2-40B4-BE49-F238E27FC236}">
                <a16:creationId xmlns:a16="http://schemas.microsoft.com/office/drawing/2014/main" id="{C545CC15-9F87-12FC-90C2-50A26F2AB9EE}"/>
              </a:ext>
            </a:extLst>
          </p:cNvPr>
          <p:cNvGrpSpPr/>
          <p:nvPr userDrawn="1"/>
        </p:nvGrpSpPr>
        <p:grpSpPr>
          <a:xfrm>
            <a:off x="6411279" y="5443017"/>
            <a:ext cx="492164" cy="535997"/>
            <a:chOff x="8799755" y="943899"/>
            <a:chExt cx="839533" cy="914304"/>
          </a:xfrm>
          <a:noFill/>
        </p:grpSpPr>
        <p:sp>
          <p:nvSpPr>
            <p:cNvPr id="30" name="Freeform: Shape 300">
              <a:extLst>
                <a:ext uri="{FF2B5EF4-FFF2-40B4-BE49-F238E27FC236}">
                  <a16:creationId xmlns:a16="http://schemas.microsoft.com/office/drawing/2014/main" id="{68C2B103-9A7E-9DDF-61FC-FAF17E953394}"/>
                </a:ext>
              </a:extLst>
            </p:cNvPr>
            <p:cNvSpPr/>
            <p:nvPr/>
          </p:nvSpPr>
          <p:spPr>
            <a:xfrm>
              <a:off x="8799755" y="943899"/>
              <a:ext cx="839533" cy="914304"/>
            </a:xfrm>
            <a:custGeom>
              <a:avLst/>
              <a:gdLst>
                <a:gd name="connsiteX0" fmla="*/ 419767 w 839533"/>
                <a:gd name="connsiteY0" fmla="*/ 914305 h 914304"/>
                <a:gd name="connsiteX1" fmla="*/ 415576 w 839533"/>
                <a:gd name="connsiteY1" fmla="*/ 913638 h 914304"/>
                <a:gd name="connsiteX2" fmla="*/ 0 w 839533"/>
                <a:gd name="connsiteY2" fmla="*/ 345281 h 914304"/>
                <a:gd name="connsiteX3" fmla="*/ 0 w 839533"/>
                <a:gd name="connsiteY3" fmla="*/ 13906 h 914304"/>
                <a:gd name="connsiteX4" fmla="*/ 13906 w 839533"/>
                <a:gd name="connsiteY4" fmla="*/ 0 h 914304"/>
                <a:gd name="connsiteX5" fmla="*/ 825627 w 839533"/>
                <a:gd name="connsiteY5" fmla="*/ 0 h 914304"/>
                <a:gd name="connsiteX6" fmla="*/ 839534 w 839533"/>
                <a:gd name="connsiteY6" fmla="*/ 13906 h 914304"/>
                <a:gd name="connsiteX7" fmla="*/ 839534 w 839533"/>
                <a:gd name="connsiteY7" fmla="*/ 345281 h 914304"/>
                <a:gd name="connsiteX8" fmla="*/ 424053 w 839533"/>
                <a:gd name="connsiteY8" fmla="*/ 913638 h 914304"/>
                <a:gd name="connsiteX9" fmla="*/ 419862 w 839533"/>
                <a:gd name="connsiteY9" fmla="*/ 914305 h 91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9533" h="914304">
                  <a:moveTo>
                    <a:pt x="419767" y="914305"/>
                  </a:moveTo>
                  <a:cubicBezTo>
                    <a:pt x="418338" y="914305"/>
                    <a:pt x="416909" y="914114"/>
                    <a:pt x="415576" y="913638"/>
                  </a:cubicBezTo>
                  <a:cubicBezTo>
                    <a:pt x="167069" y="834676"/>
                    <a:pt x="0" y="606266"/>
                    <a:pt x="0" y="345281"/>
                  </a:cubicBezTo>
                  <a:lnTo>
                    <a:pt x="0" y="13906"/>
                  </a:lnTo>
                  <a:cubicBezTo>
                    <a:pt x="0" y="6191"/>
                    <a:pt x="6191" y="0"/>
                    <a:pt x="13906" y="0"/>
                  </a:cubicBezTo>
                  <a:lnTo>
                    <a:pt x="825627" y="0"/>
                  </a:lnTo>
                  <a:cubicBezTo>
                    <a:pt x="833342" y="0"/>
                    <a:pt x="839534" y="6191"/>
                    <a:pt x="839534" y="13906"/>
                  </a:cubicBezTo>
                  <a:lnTo>
                    <a:pt x="839534" y="345281"/>
                  </a:lnTo>
                  <a:cubicBezTo>
                    <a:pt x="839534" y="606266"/>
                    <a:pt x="672560" y="834676"/>
                    <a:pt x="424053" y="913638"/>
                  </a:cubicBezTo>
                  <a:cubicBezTo>
                    <a:pt x="422624" y="914114"/>
                    <a:pt x="421195" y="914305"/>
                    <a:pt x="419862" y="914305"/>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1" name="Freeform: Shape 301">
              <a:extLst>
                <a:ext uri="{FF2B5EF4-FFF2-40B4-BE49-F238E27FC236}">
                  <a16:creationId xmlns:a16="http://schemas.microsoft.com/office/drawing/2014/main" id="{B6276FF2-C76B-4640-1EC5-0A92565D4352}"/>
                </a:ext>
              </a:extLst>
            </p:cNvPr>
            <p:cNvSpPr/>
            <p:nvPr/>
          </p:nvSpPr>
          <p:spPr>
            <a:xfrm>
              <a:off x="9223713" y="943899"/>
              <a:ext cx="9525" cy="913638"/>
            </a:xfrm>
            <a:custGeom>
              <a:avLst/>
              <a:gdLst>
                <a:gd name="connsiteX0" fmla="*/ 0 w 9525"/>
                <a:gd name="connsiteY0" fmla="*/ 913638 h 913638"/>
                <a:gd name="connsiteX1" fmla="*/ 0 w 9525"/>
                <a:gd name="connsiteY1" fmla="*/ 0 h 913638"/>
              </a:gdLst>
              <a:ahLst/>
              <a:cxnLst>
                <a:cxn ang="0">
                  <a:pos x="connsiteX0" y="connsiteY0"/>
                </a:cxn>
                <a:cxn ang="0">
                  <a:pos x="connsiteX1" y="connsiteY1"/>
                </a:cxn>
              </a:cxnLst>
              <a:rect l="l" t="t" r="r" b="b"/>
              <a:pathLst>
                <a:path w="9525" h="913638">
                  <a:moveTo>
                    <a:pt x="0" y="913638"/>
                  </a:moveTo>
                  <a:lnTo>
                    <a:pt x="0" y="0"/>
                  </a:lnTo>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pic>
        <p:nvPicPr>
          <p:cNvPr id="32" name="Graphic 31">
            <a:extLst>
              <a:ext uri="{FF2B5EF4-FFF2-40B4-BE49-F238E27FC236}">
                <a16:creationId xmlns:a16="http://schemas.microsoft.com/office/drawing/2014/main" id="{F1D51467-FF96-F831-05F5-04A58F51C48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443296" y="1047277"/>
            <a:ext cx="676275" cy="1038225"/>
          </a:xfrm>
          <a:prstGeom prst="rect">
            <a:avLst/>
          </a:prstGeom>
        </p:spPr>
      </p:pic>
      <p:pic>
        <p:nvPicPr>
          <p:cNvPr id="33" name="Graphic 32">
            <a:extLst>
              <a:ext uri="{FF2B5EF4-FFF2-40B4-BE49-F238E27FC236}">
                <a16:creationId xmlns:a16="http://schemas.microsoft.com/office/drawing/2014/main" id="{3C866566-DD2D-BA57-E4FB-F42C0EE990D5}"/>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307081" y="3378738"/>
            <a:ext cx="723502" cy="794279"/>
          </a:xfrm>
          <a:prstGeom prst="rect">
            <a:avLst/>
          </a:prstGeom>
        </p:spPr>
      </p:pic>
      <p:sp>
        <p:nvSpPr>
          <p:cNvPr id="34" name="page number">
            <a:extLst>
              <a:ext uri="{FF2B5EF4-FFF2-40B4-BE49-F238E27FC236}">
                <a16:creationId xmlns:a16="http://schemas.microsoft.com/office/drawing/2014/main" id="{E947C074-3EA6-6FA3-00E7-4C8916F024C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FFFFFF"/>
                </a:solidFill>
                <a:effectLst/>
                <a:uLnTx/>
                <a:uFillTx/>
                <a:latin typeface="Arial" panose="020B0604020202020204" pitchFamily="34" charset="0"/>
                <a:ea typeface="Arial" panose="020B0604020202020204" pitchFamily="34" charset="0"/>
                <a:cs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Arial" panose="020B0604020202020204" pitchFamily="34" charset="0"/>
            </a:endParaRPr>
          </a:p>
        </p:txBody>
      </p:sp>
      <p:grpSp>
        <p:nvGrpSpPr>
          <p:cNvPr id="35" name="Group 34" descr="Network Card&#10;">
            <a:extLst>
              <a:ext uri="{FF2B5EF4-FFF2-40B4-BE49-F238E27FC236}">
                <a16:creationId xmlns:a16="http://schemas.microsoft.com/office/drawing/2014/main" id="{1BA537B2-1415-85E6-41B1-E463A2825BB1}"/>
              </a:ext>
            </a:extLst>
          </p:cNvPr>
          <p:cNvGrpSpPr>
            <a:grpSpLocks noChangeAspect="1"/>
          </p:cNvGrpSpPr>
          <p:nvPr userDrawn="1"/>
        </p:nvGrpSpPr>
        <p:grpSpPr>
          <a:xfrm>
            <a:off x="7016479" y="2763455"/>
            <a:ext cx="1828800" cy="1370018"/>
            <a:chOff x="7124173" y="2008599"/>
            <a:chExt cx="602545" cy="451386"/>
          </a:xfrm>
          <a:solidFill>
            <a:schemeClr val="accent2"/>
          </a:solidFill>
        </p:grpSpPr>
        <p:sp>
          <p:nvSpPr>
            <p:cNvPr id="36" name="Picture Placeholder 91">
              <a:extLst>
                <a:ext uri="{FF2B5EF4-FFF2-40B4-BE49-F238E27FC236}">
                  <a16:creationId xmlns:a16="http://schemas.microsoft.com/office/drawing/2014/main" id="{D53DBAB2-C14D-CADD-FF16-A601E1867FEF}"/>
                </a:ext>
              </a:extLst>
            </p:cNvPr>
            <p:cNvSpPr/>
            <p:nvPr/>
          </p:nvSpPr>
          <p:spPr>
            <a:xfrm>
              <a:off x="7443060" y="2142743"/>
              <a:ext cx="185627" cy="185563"/>
            </a:xfrm>
            <a:custGeom>
              <a:avLst/>
              <a:gdLst>
                <a:gd name="connsiteX0" fmla="*/ 0 w 185627"/>
                <a:gd name="connsiteY0" fmla="*/ 0 h 185563"/>
                <a:gd name="connsiteX1" fmla="*/ 0 w 185627"/>
                <a:gd name="connsiteY1" fmla="*/ 185564 h 185563"/>
                <a:gd name="connsiteX2" fmla="*/ 185627 w 185627"/>
                <a:gd name="connsiteY2" fmla="*/ 185564 h 185563"/>
                <a:gd name="connsiteX3" fmla="*/ 185627 w 185627"/>
                <a:gd name="connsiteY3" fmla="*/ 0 h 185563"/>
                <a:gd name="connsiteX4" fmla="*/ 169942 w 185627"/>
                <a:gd name="connsiteY4" fmla="*/ 169752 h 185563"/>
                <a:gd name="connsiteX5" fmla="*/ 15812 w 185627"/>
                <a:gd name="connsiteY5" fmla="*/ 169752 h 185563"/>
                <a:gd name="connsiteX6" fmla="*/ 15812 w 185627"/>
                <a:gd name="connsiteY6" fmla="*/ 15622 h 185563"/>
                <a:gd name="connsiteX7" fmla="*/ 169942 w 185627"/>
                <a:gd name="connsiteY7" fmla="*/ 15622 h 185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5627" h="185563">
                  <a:moveTo>
                    <a:pt x="0" y="0"/>
                  </a:moveTo>
                  <a:lnTo>
                    <a:pt x="0" y="185564"/>
                  </a:lnTo>
                  <a:lnTo>
                    <a:pt x="185627" y="185564"/>
                  </a:lnTo>
                  <a:lnTo>
                    <a:pt x="185627" y="0"/>
                  </a:lnTo>
                  <a:close/>
                  <a:moveTo>
                    <a:pt x="169942" y="169752"/>
                  </a:moveTo>
                  <a:lnTo>
                    <a:pt x="15812" y="169752"/>
                  </a:lnTo>
                  <a:lnTo>
                    <a:pt x="15812" y="15622"/>
                  </a:lnTo>
                  <a:lnTo>
                    <a:pt x="169942" y="15622"/>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7" name="Picture Placeholder 91">
              <a:extLst>
                <a:ext uri="{FF2B5EF4-FFF2-40B4-BE49-F238E27FC236}">
                  <a16:creationId xmlns:a16="http://schemas.microsoft.com/office/drawing/2014/main" id="{E3736E9F-2C9C-7D79-45A1-665565F05E0D}"/>
                </a:ext>
              </a:extLst>
            </p:cNvPr>
            <p:cNvSpPr/>
            <p:nvPr/>
          </p:nvSpPr>
          <p:spPr>
            <a:xfrm>
              <a:off x="7258489" y="2179103"/>
              <a:ext cx="168569" cy="112718"/>
            </a:xfrm>
            <a:custGeom>
              <a:avLst/>
              <a:gdLst>
                <a:gd name="connsiteX0" fmla="*/ 112154 w 168569"/>
                <a:gd name="connsiteY0" fmla="*/ 64265 h 112718"/>
                <a:gd name="connsiteX1" fmla="*/ 168570 w 168569"/>
                <a:gd name="connsiteY1" fmla="*/ 64265 h 112718"/>
                <a:gd name="connsiteX2" fmla="*/ 168570 w 168569"/>
                <a:gd name="connsiteY2" fmla="*/ 48454 h 112718"/>
                <a:gd name="connsiteX3" fmla="*/ 112154 w 168569"/>
                <a:gd name="connsiteY3" fmla="*/ 48454 h 112718"/>
                <a:gd name="connsiteX4" fmla="*/ 48454 w 168569"/>
                <a:gd name="connsiteY4" fmla="*/ 564 h 112718"/>
                <a:gd name="connsiteX5" fmla="*/ 564 w 168569"/>
                <a:gd name="connsiteY5" fmla="*/ 64265 h 112718"/>
                <a:gd name="connsiteX6" fmla="*/ 64265 w 168569"/>
                <a:gd name="connsiteY6" fmla="*/ 112154 h 112718"/>
                <a:gd name="connsiteX7" fmla="*/ 112154 w 168569"/>
                <a:gd name="connsiteY7" fmla="*/ 64265 h 112718"/>
                <a:gd name="connsiteX8" fmla="*/ 16020 w 168569"/>
                <a:gd name="connsiteY8" fmla="*/ 56359 h 112718"/>
                <a:gd name="connsiteX9" fmla="*/ 56561 w 168569"/>
                <a:gd name="connsiteY9" fmla="*/ 15819 h 112718"/>
                <a:gd name="connsiteX10" fmla="*/ 97102 w 168569"/>
                <a:gd name="connsiteY10" fmla="*/ 56359 h 112718"/>
                <a:gd name="connsiteX11" fmla="*/ 56561 w 168569"/>
                <a:gd name="connsiteY11" fmla="*/ 96900 h 112718"/>
                <a:gd name="connsiteX12" fmla="*/ 16020 w 168569"/>
                <a:gd name="connsiteY12" fmla="*/ 56359 h 11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8569" h="112718">
                  <a:moveTo>
                    <a:pt x="112154" y="64265"/>
                  </a:moveTo>
                  <a:lnTo>
                    <a:pt x="168570" y="64265"/>
                  </a:lnTo>
                  <a:lnTo>
                    <a:pt x="168570" y="48454"/>
                  </a:lnTo>
                  <a:lnTo>
                    <a:pt x="112154" y="48454"/>
                  </a:lnTo>
                  <a:cubicBezTo>
                    <a:pt x="107788" y="17639"/>
                    <a:pt x="79268" y="-3802"/>
                    <a:pt x="48454" y="564"/>
                  </a:cubicBezTo>
                  <a:cubicBezTo>
                    <a:pt x="17639" y="4931"/>
                    <a:pt x="-3802" y="33450"/>
                    <a:pt x="564" y="64265"/>
                  </a:cubicBezTo>
                  <a:cubicBezTo>
                    <a:pt x="4931" y="95080"/>
                    <a:pt x="33450" y="116520"/>
                    <a:pt x="64265" y="112154"/>
                  </a:cubicBezTo>
                  <a:cubicBezTo>
                    <a:pt x="89110" y="108634"/>
                    <a:pt x="108634" y="89110"/>
                    <a:pt x="112154" y="64265"/>
                  </a:cubicBezTo>
                  <a:close/>
                  <a:moveTo>
                    <a:pt x="16020" y="56359"/>
                  </a:moveTo>
                  <a:cubicBezTo>
                    <a:pt x="16020" y="33970"/>
                    <a:pt x="34171" y="15819"/>
                    <a:pt x="56561" y="15819"/>
                  </a:cubicBezTo>
                  <a:cubicBezTo>
                    <a:pt x="78951" y="15819"/>
                    <a:pt x="97102" y="33970"/>
                    <a:pt x="97102" y="56359"/>
                  </a:cubicBezTo>
                  <a:cubicBezTo>
                    <a:pt x="97102" y="78749"/>
                    <a:pt x="78951" y="96900"/>
                    <a:pt x="56561" y="96900"/>
                  </a:cubicBezTo>
                  <a:cubicBezTo>
                    <a:pt x="34185" y="96865"/>
                    <a:pt x="16055" y="78735"/>
                    <a:pt x="16020" y="5635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8" name="Picture Placeholder 91">
              <a:extLst>
                <a:ext uri="{FF2B5EF4-FFF2-40B4-BE49-F238E27FC236}">
                  <a16:creationId xmlns:a16="http://schemas.microsoft.com/office/drawing/2014/main" id="{8C65F2BB-A3E8-953A-2A41-014D3269D19F}"/>
                </a:ext>
              </a:extLst>
            </p:cNvPr>
            <p:cNvSpPr/>
            <p:nvPr/>
          </p:nvSpPr>
          <p:spPr>
            <a:xfrm>
              <a:off x="7220750" y="2071845"/>
              <a:ext cx="505968" cy="316230"/>
            </a:xfrm>
            <a:custGeom>
              <a:avLst/>
              <a:gdLst>
                <a:gd name="connsiteX0" fmla="*/ 0 w 505968"/>
                <a:gd name="connsiteY0" fmla="*/ 0 h 316230"/>
                <a:gd name="connsiteX1" fmla="*/ 0 w 505968"/>
                <a:gd name="connsiteY1" fmla="*/ 15812 h 316230"/>
                <a:gd name="connsiteX2" fmla="*/ 490157 w 505968"/>
                <a:gd name="connsiteY2" fmla="*/ 15812 h 316230"/>
                <a:gd name="connsiteX3" fmla="*/ 490157 w 505968"/>
                <a:gd name="connsiteY3" fmla="*/ 300419 h 316230"/>
                <a:gd name="connsiteX4" fmla="*/ 0 w 505968"/>
                <a:gd name="connsiteY4" fmla="*/ 300419 h 316230"/>
                <a:gd name="connsiteX5" fmla="*/ 0 w 505968"/>
                <a:gd name="connsiteY5" fmla="*/ 316230 h 316230"/>
                <a:gd name="connsiteX6" fmla="*/ 505968 w 505968"/>
                <a:gd name="connsiteY6" fmla="*/ 316230 h 316230"/>
                <a:gd name="connsiteX7" fmla="*/ 505968 w 505968"/>
                <a:gd name="connsiteY7" fmla="*/ 0 h 316230"/>
                <a:gd name="connsiteX8" fmla="*/ 0 w 505968"/>
                <a:gd name="connsiteY8" fmla="*/ 0 h 31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5968" h="316230">
                  <a:moveTo>
                    <a:pt x="0" y="0"/>
                  </a:moveTo>
                  <a:lnTo>
                    <a:pt x="0" y="15812"/>
                  </a:lnTo>
                  <a:lnTo>
                    <a:pt x="490157" y="15812"/>
                  </a:lnTo>
                  <a:lnTo>
                    <a:pt x="490157" y="300419"/>
                  </a:lnTo>
                  <a:lnTo>
                    <a:pt x="0" y="300419"/>
                  </a:lnTo>
                  <a:lnTo>
                    <a:pt x="0" y="316230"/>
                  </a:lnTo>
                  <a:lnTo>
                    <a:pt x="505968" y="316230"/>
                  </a:lnTo>
                  <a:lnTo>
                    <a:pt x="505968" y="0"/>
                  </a:lnTo>
                  <a:lnTo>
                    <a:pt x="0"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9" name="Picture Placeholder 91">
              <a:extLst>
                <a:ext uri="{FF2B5EF4-FFF2-40B4-BE49-F238E27FC236}">
                  <a16:creationId xmlns:a16="http://schemas.microsoft.com/office/drawing/2014/main" id="{5BB60AFF-4297-5F63-303F-8F7808176A4E}"/>
                </a:ext>
              </a:extLst>
            </p:cNvPr>
            <p:cNvSpPr/>
            <p:nvPr/>
          </p:nvSpPr>
          <p:spPr>
            <a:xfrm>
              <a:off x="7124173" y="2008599"/>
              <a:ext cx="79057" cy="442722"/>
            </a:xfrm>
            <a:custGeom>
              <a:avLst/>
              <a:gdLst>
                <a:gd name="connsiteX0" fmla="*/ 0 w 79057"/>
                <a:gd name="connsiteY0" fmla="*/ 442722 h 442722"/>
                <a:gd name="connsiteX1" fmla="*/ 79058 w 79057"/>
                <a:gd name="connsiteY1" fmla="*/ 442722 h 442722"/>
                <a:gd name="connsiteX2" fmla="*/ 79058 w 79057"/>
                <a:gd name="connsiteY2" fmla="*/ 0 h 442722"/>
                <a:gd name="connsiteX3" fmla="*/ 0 w 79057"/>
                <a:gd name="connsiteY3" fmla="*/ 0 h 442722"/>
                <a:gd name="connsiteX4" fmla="*/ 15812 w 79057"/>
                <a:gd name="connsiteY4" fmla="*/ 15812 h 442722"/>
                <a:gd name="connsiteX5" fmla="*/ 63246 w 79057"/>
                <a:gd name="connsiteY5" fmla="*/ 15812 h 442722"/>
                <a:gd name="connsiteX6" fmla="*/ 63246 w 79057"/>
                <a:gd name="connsiteY6" fmla="*/ 426911 h 442722"/>
                <a:gd name="connsiteX7" fmla="*/ 15812 w 79057"/>
                <a:gd name="connsiteY7" fmla="*/ 426911 h 44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057" h="442722">
                  <a:moveTo>
                    <a:pt x="0" y="442722"/>
                  </a:moveTo>
                  <a:lnTo>
                    <a:pt x="79058" y="442722"/>
                  </a:lnTo>
                  <a:lnTo>
                    <a:pt x="79058" y="0"/>
                  </a:lnTo>
                  <a:lnTo>
                    <a:pt x="0" y="0"/>
                  </a:lnTo>
                  <a:close/>
                  <a:moveTo>
                    <a:pt x="15812" y="15812"/>
                  </a:moveTo>
                  <a:lnTo>
                    <a:pt x="63246" y="15812"/>
                  </a:lnTo>
                  <a:lnTo>
                    <a:pt x="63246" y="426911"/>
                  </a:lnTo>
                  <a:lnTo>
                    <a:pt x="15812" y="426911"/>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0" name="Picture Placeholder 91">
              <a:extLst>
                <a:ext uri="{FF2B5EF4-FFF2-40B4-BE49-F238E27FC236}">
                  <a16:creationId xmlns:a16="http://schemas.microsoft.com/office/drawing/2014/main" id="{E181014E-2B52-2161-9B9B-2C36B0AFCB53}"/>
                </a:ext>
              </a:extLst>
            </p:cNvPr>
            <p:cNvSpPr/>
            <p:nvPr/>
          </p:nvSpPr>
          <p:spPr>
            <a:xfrm>
              <a:off x="7388858" y="2403886"/>
              <a:ext cx="273159" cy="56099"/>
            </a:xfrm>
            <a:custGeom>
              <a:avLst/>
              <a:gdLst>
                <a:gd name="connsiteX0" fmla="*/ 257348 w 273159"/>
                <a:gd name="connsiteY0" fmla="*/ 40288 h 56099"/>
                <a:gd name="connsiteX1" fmla="*/ 218072 w 273159"/>
                <a:gd name="connsiteY1" fmla="*/ 40288 h 56099"/>
                <a:gd name="connsiteX2" fmla="*/ 218072 w 273159"/>
                <a:gd name="connsiteY2" fmla="*/ 0 h 56099"/>
                <a:gd name="connsiteX3" fmla="*/ 202261 w 273159"/>
                <a:gd name="connsiteY3" fmla="*/ 0 h 56099"/>
                <a:gd name="connsiteX4" fmla="*/ 202261 w 273159"/>
                <a:gd name="connsiteY4" fmla="*/ 40288 h 56099"/>
                <a:gd name="connsiteX5" fmla="*/ 168740 w 273159"/>
                <a:gd name="connsiteY5" fmla="*/ 40288 h 56099"/>
                <a:gd name="connsiteX6" fmla="*/ 168740 w 273159"/>
                <a:gd name="connsiteY6" fmla="*/ 0 h 56099"/>
                <a:gd name="connsiteX7" fmla="*/ 152929 w 273159"/>
                <a:gd name="connsiteY7" fmla="*/ 0 h 56099"/>
                <a:gd name="connsiteX8" fmla="*/ 152929 w 273159"/>
                <a:gd name="connsiteY8" fmla="*/ 40288 h 56099"/>
                <a:gd name="connsiteX9" fmla="*/ 119345 w 273159"/>
                <a:gd name="connsiteY9" fmla="*/ 40288 h 56099"/>
                <a:gd name="connsiteX10" fmla="*/ 119345 w 273159"/>
                <a:gd name="connsiteY10" fmla="*/ 0 h 56099"/>
                <a:gd name="connsiteX11" fmla="*/ 103534 w 273159"/>
                <a:gd name="connsiteY11" fmla="*/ 0 h 56099"/>
                <a:gd name="connsiteX12" fmla="*/ 103534 w 273159"/>
                <a:gd name="connsiteY12" fmla="*/ 40288 h 56099"/>
                <a:gd name="connsiteX13" fmla="*/ 70013 w 273159"/>
                <a:gd name="connsiteY13" fmla="*/ 40288 h 56099"/>
                <a:gd name="connsiteX14" fmla="*/ 70013 w 273159"/>
                <a:gd name="connsiteY14" fmla="*/ 0 h 56099"/>
                <a:gd name="connsiteX15" fmla="*/ 54202 w 273159"/>
                <a:gd name="connsiteY15" fmla="*/ 0 h 56099"/>
                <a:gd name="connsiteX16" fmla="*/ 54202 w 273159"/>
                <a:gd name="connsiteY16" fmla="*/ 40288 h 56099"/>
                <a:gd name="connsiteX17" fmla="*/ 15812 w 273159"/>
                <a:gd name="connsiteY17" fmla="*/ 40288 h 56099"/>
                <a:gd name="connsiteX18" fmla="*/ 15812 w 273159"/>
                <a:gd name="connsiteY18" fmla="*/ 0 h 56099"/>
                <a:gd name="connsiteX19" fmla="*/ 0 w 273159"/>
                <a:gd name="connsiteY19" fmla="*/ 0 h 56099"/>
                <a:gd name="connsiteX20" fmla="*/ 0 w 273159"/>
                <a:gd name="connsiteY20" fmla="*/ 56099 h 56099"/>
                <a:gd name="connsiteX21" fmla="*/ 273159 w 273159"/>
                <a:gd name="connsiteY21" fmla="*/ 56099 h 56099"/>
                <a:gd name="connsiteX22" fmla="*/ 273159 w 273159"/>
                <a:gd name="connsiteY22" fmla="*/ 0 h 56099"/>
                <a:gd name="connsiteX23" fmla="*/ 257348 w 273159"/>
                <a:gd name="connsiteY23" fmla="*/ 0 h 56099"/>
                <a:gd name="connsiteX24" fmla="*/ 257348 w 273159"/>
                <a:gd name="connsiteY24" fmla="*/ 40288 h 5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3159" h="56099">
                  <a:moveTo>
                    <a:pt x="257348" y="40288"/>
                  </a:moveTo>
                  <a:lnTo>
                    <a:pt x="218072" y="40288"/>
                  </a:lnTo>
                  <a:lnTo>
                    <a:pt x="218072" y="0"/>
                  </a:lnTo>
                  <a:lnTo>
                    <a:pt x="202261" y="0"/>
                  </a:lnTo>
                  <a:lnTo>
                    <a:pt x="202261" y="40288"/>
                  </a:lnTo>
                  <a:lnTo>
                    <a:pt x="168740" y="40288"/>
                  </a:lnTo>
                  <a:lnTo>
                    <a:pt x="168740" y="0"/>
                  </a:lnTo>
                  <a:lnTo>
                    <a:pt x="152929" y="0"/>
                  </a:lnTo>
                  <a:lnTo>
                    <a:pt x="152929" y="40288"/>
                  </a:lnTo>
                  <a:lnTo>
                    <a:pt x="119345" y="40288"/>
                  </a:lnTo>
                  <a:lnTo>
                    <a:pt x="119345" y="0"/>
                  </a:lnTo>
                  <a:lnTo>
                    <a:pt x="103534" y="0"/>
                  </a:lnTo>
                  <a:lnTo>
                    <a:pt x="103534" y="40288"/>
                  </a:lnTo>
                  <a:lnTo>
                    <a:pt x="70013" y="40288"/>
                  </a:lnTo>
                  <a:lnTo>
                    <a:pt x="70013" y="0"/>
                  </a:lnTo>
                  <a:lnTo>
                    <a:pt x="54202" y="0"/>
                  </a:lnTo>
                  <a:lnTo>
                    <a:pt x="54202" y="40288"/>
                  </a:lnTo>
                  <a:lnTo>
                    <a:pt x="15812" y="40288"/>
                  </a:lnTo>
                  <a:lnTo>
                    <a:pt x="15812" y="0"/>
                  </a:lnTo>
                  <a:lnTo>
                    <a:pt x="0" y="0"/>
                  </a:lnTo>
                  <a:lnTo>
                    <a:pt x="0" y="56099"/>
                  </a:lnTo>
                  <a:lnTo>
                    <a:pt x="273159" y="56099"/>
                  </a:lnTo>
                  <a:lnTo>
                    <a:pt x="273159" y="0"/>
                  </a:lnTo>
                  <a:lnTo>
                    <a:pt x="257348" y="0"/>
                  </a:lnTo>
                  <a:lnTo>
                    <a:pt x="257348" y="40288"/>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15" name="TextBox 14">
            <a:extLst>
              <a:ext uri="{FF2B5EF4-FFF2-40B4-BE49-F238E27FC236}">
                <a16:creationId xmlns:a16="http://schemas.microsoft.com/office/drawing/2014/main" id="{53B3F872-7A9F-6E51-39B1-4980F27924BF}"/>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42" name="Graphic 8">
            <a:extLst>
              <a:ext uri="{FF2B5EF4-FFF2-40B4-BE49-F238E27FC236}">
                <a16:creationId xmlns:a16="http://schemas.microsoft.com/office/drawing/2014/main" id="{E4067B95-8427-A6A0-40A1-8877A59EF2E8}"/>
              </a:ext>
            </a:extLst>
          </p:cNvPr>
          <p:cNvGrpSpPr/>
          <p:nvPr userDrawn="1"/>
        </p:nvGrpSpPr>
        <p:grpSpPr>
          <a:xfrm>
            <a:off x="265625" y="6323271"/>
            <a:ext cx="1249223" cy="369648"/>
            <a:chOff x="265625" y="6323271"/>
            <a:chExt cx="1249223" cy="369648"/>
          </a:xfrm>
          <a:solidFill>
            <a:srgbClr val="000000"/>
          </a:solidFill>
        </p:grpSpPr>
        <p:grpSp>
          <p:nvGrpSpPr>
            <p:cNvPr id="43" name="Graphic 8">
              <a:extLst>
                <a:ext uri="{FF2B5EF4-FFF2-40B4-BE49-F238E27FC236}">
                  <a16:creationId xmlns:a16="http://schemas.microsoft.com/office/drawing/2014/main" id="{71316BB1-97A1-72FB-EE4F-5BA4899D0E62}"/>
                </a:ext>
              </a:extLst>
            </p:cNvPr>
            <p:cNvGrpSpPr/>
            <p:nvPr/>
          </p:nvGrpSpPr>
          <p:grpSpPr>
            <a:xfrm>
              <a:off x="745455" y="6594444"/>
              <a:ext cx="722662" cy="98475"/>
              <a:chOff x="745455" y="6594444"/>
              <a:chExt cx="722662" cy="98475"/>
            </a:xfrm>
            <a:solidFill>
              <a:srgbClr val="000000"/>
            </a:solidFill>
          </p:grpSpPr>
          <p:sp>
            <p:nvSpPr>
              <p:cNvPr id="52" name="Freeform 19">
                <a:extLst>
                  <a:ext uri="{FF2B5EF4-FFF2-40B4-BE49-F238E27FC236}">
                    <a16:creationId xmlns:a16="http://schemas.microsoft.com/office/drawing/2014/main" id="{7515DF42-21ED-93A9-6588-D0F0C227E43B}"/>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53" name="Freeform 20">
                <a:extLst>
                  <a:ext uri="{FF2B5EF4-FFF2-40B4-BE49-F238E27FC236}">
                    <a16:creationId xmlns:a16="http://schemas.microsoft.com/office/drawing/2014/main" id="{5FAC4A0A-5E2A-D5D2-C684-744AB2E492B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54" name="Freeform 21">
                <a:extLst>
                  <a:ext uri="{FF2B5EF4-FFF2-40B4-BE49-F238E27FC236}">
                    <a16:creationId xmlns:a16="http://schemas.microsoft.com/office/drawing/2014/main" id="{630EA699-6669-3985-9241-F5B309798249}"/>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55" name="Freeform 22">
                <a:extLst>
                  <a:ext uri="{FF2B5EF4-FFF2-40B4-BE49-F238E27FC236}">
                    <a16:creationId xmlns:a16="http://schemas.microsoft.com/office/drawing/2014/main" id="{EAAF898E-AA02-FA15-67F3-4858D8B1D30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56" name="Freeform 23">
                <a:extLst>
                  <a:ext uri="{FF2B5EF4-FFF2-40B4-BE49-F238E27FC236}">
                    <a16:creationId xmlns:a16="http://schemas.microsoft.com/office/drawing/2014/main" id="{45675FD8-FCD7-7341-1B45-9DBBD02DE3C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57" name="Freeform 24">
                <a:extLst>
                  <a:ext uri="{FF2B5EF4-FFF2-40B4-BE49-F238E27FC236}">
                    <a16:creationId xmlns:a16="http://schemas.microsoft.com/office/drawing/2014/main" id="{402BBAAA-A972-7A45-FAA5-BC62C2B48044}"/>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58" name="Freeform 25">
                <a:extLst>
                  <a:ext uri="{FF2B5EF4-FFF2-40B4-BE49-F238E27FC236}">
                    <a16:creationId xmlns:a16="http://schemas.microsoft.com/office/drawing/2014/main" id="{BD122BAC-E451-AFA9-6C57-BD05C276768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59" name="Freeform 26">
                <a:extLst>
                  <a:ext uri="{FF2B5EF4-FFF2-40B4-BE49-F238E27FC236}">
                    <a16:creationId xmlns:a16="http://schemas.microsoft.com/office/drawing/2014/main" id="{4E3885BA-1BA8-681D-4DE4-9B936A4CB06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60" name="Freeform 27">
                <a:extLst>
                  <a:ext uri="{FF2B5EF4-FFF2-40B4-BE49-F238E27FC236}">
                    <a16:creationId xmlns:a16="http://schemas.microsoft.com/office/drawing/2014/main" id="{ABEE044F-792E-433B-BC5E-4BD542A8121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61" name="Freeform 28">
                <a:extLst>
                  <a:ext uri="{FF2B5EF4-FFF2-40B4-BE49-F238E27FC236}">
                    <a16:creationId xmlns:a16="http://schemas.microsoft.com/office/drawing/2014/main" id="{30D1C92A-B752-A811-96B4-0AC45129E51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44" name="Graphic 8">
              <a:extLst>
                <a:ext uri="{FF2B5EF4-FFF2-40B4-BE49-F238E27FC236}">
                  <a16:creationId xmlns:a16="http://schemas.microsoft.com/office/drawing/2014/main" id="{36971FEF-83F0-1684-6B0F-0A4CE1E3F755}"/>
                </a:ext>
              </a:extLst>
            </p:cNvPr>
            <p:cNvGrpSpPr/>
            <p:nvPr/>
          </p:nvGrpSpPr>
          <p:grpSpPr>
            <a:xfrm>
              <a:off x="265625" y="6323271"/>
              <a:ext cx="1249223" cy="190348"/>
              <a:chOff x="265625" y="6323271"/>
              <a:chExt cx="1249223" cy="190348"/>
            </a:xfrm>
            <a:solidFill>
              <a:srgbClr val="000000"/>
            </a:solidFill>
          </p:grpSpPr>
          <p:sp>
            <p:nvSpPr>
              <p:cNvPr id="45" name="Freeform 10">
                <a:extLst>
                  <a:ext uri="{FF2B5EF4-FFF2-40B4-BE49-F238E27FC236}">
                    <a16:creationId xmlns:a16="http://schemas.microsoft.com/office/drawing/2014/main" id="{E1651F97-7313-DC47-8032-24B11DF86431}"/>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46" name="Freeform 11">
                <a:extLst>
                  <a:ext uri="{FF2B5EF4-FFF2-40B4-BE49-F238E27FC236}">
                    <a16:creationId xmlns:a16="http://schemas.microsoft.com/office/drawing/2014/main" id="{EC2D56F3-54B0-F753-7D7E-8CD7F909BD2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47" name="Freeform 14">
                <a:extLst>
                  <a:ext uri="{FF2B5EF4-FFF2-40B4-BE49-F238E27FC236}">
                    <a16:creationId xmlns:a16="http://schemas.microsoft.com/office/drawing/2014/main" id="{22F9538F-4310-E56C-8570-C752A504AFC8}"/>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48" name="Freeform 15">
                <a:extLst>
                  <a:ext uri="{FF2B5EF4-FFF2-40B4-BE49-F238E27FC236}">
                    <a16:creationId xmlns:a16="http://schemas.microsoft.com/office/drawing/2014/main" id="{A7FF8F85-C708-F67F-847F-13224AC780A9}"/>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49" name="Freeform 16">
                <a:extLst>
                  <a:ext uri="{FF2B5EF4-FFF2-40B4-BE49-F238E27FC236}">
                    <a16:creationId xmlns:a16="http://schemas.microsoft.com/office/drawing/2014/main" id="{7DCA0435-BA87-CDA6-28C3-F86E8E6ACCE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50" name="Freeform 17">
                <a:extLst>
                  <a:ext uri="{FF2B5EF4-FFF2-40B4-BE49-F238E27FC236}">
                    <a16:creationId xmlns:a16="http://schemas.microsoft.com/office/drawing/2014/main" id="{5C5D9B5E-4C5C-48CB-8068-3770554F7563}"/>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51" name="Freeform 18">
                <a:extLst>
                  <a:ext uri="{FF2B5EF4-FFF2-40B4-BE49-F238E27FC236}">
                    <a16:creationId xmlns:a16="http://schemas.microsoft.com/office/drawing/2014/main" id="{9FBE4E79-BD31-CBEB-69ED-2244D2FD89C6}"/>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41" name="TextBox 40">
            <a:extLst>
              <a:ext uri="{FF2B5EF4-FFF2-40B4-BE49-F238E27FC236}">
                <a16:creationId xmlns:a16="http://schemas.microsoft.com/office/drawing/2014/main" id="{C8383F88-1740-C522-167A-B50719415214}"/>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806513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Section - VK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3" name="Parallelogram 2">
            <a:extLst>
              <a:ext uri="{FF2B5EF4-FFF2-40B4-BE49-F238E27FC236}">
                <a16:creationId xmlns:a16="http://schemas.microsoft.com/office/drawing/2014/main" id="{5F942261-A521-60D5-A5C3-A85CF4F32FA9}"/>
              </a:ext>
            </a:extLst>
          </p:cNvPr>
          <p:cNvSpPr/>
          <p:nvPr userDrawn="1"/>
        </p:nvSpPr>
        <p:spPr>
          <a:xfrm>
            <a:off x="5406003" y="15044"/>
            <a:ext cx="14676689" cy="6858001"/>
          </a:xfrm>
          <a:prstGeom prst="parallelogram">
            <a:avLst>
              <a:gd name="adj" fmla="val 100124"/>
            </a:avLst>
          </a:prstGeom>
          <a:gradFill flip="none" rotWithShape="1">
            <a:gsLst>
              <a:gs pos="24000">
                <a:schemeClr val="accent5"/>
              </a:gs>
              <a:gs pos="100000">
                <a:schemeClr val="accent5">
                  <a:lumMod val="60000"/>
                  <a:lumOff val="40000"/>
                </a:schemeClr>
              </a:gs>
            </a:gsLst>
            <a:lin ang="18900000" scaled="1"/>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rallelogram 3">
            <a:extLst>
              <a:ext uri="{FF2B5EF4-FFF2-40B4-BE49-F238E27FC236}">
                <a16:creationId xmlns:a16="http://schemas.microsoft.com/office/drawing/2014/main" id="{DC55FDFC-BFF5-72B6-48F8-99C6DED616E4}"/>
              </a:ext>
            </a:extLst>
          </p:cNvPr>
          <p:cNvSpPr/>
          <p:nvPr userDrawn="1"/>
        </p:nvSpPr>
        <p:spPr>
          <a:xfrm>
            <a:off x="1840256" y="-1"/>
            <a:ext cx="12934077" cy="6470788"/>
          </a:xfrm>
          <a:prstGeom prst="parallelogram">
            <a:avLst>
              <a:gd name="adj" fmla="val 100124"/>
            </a:avLst>
          </a:prstGeom>
          <a:gradFill flip="none" rotWithShape="1">
            <a:gsLst>
              <a:gs pos="0">
                <a:schemeClr val="accent5">
                  <a:alpha val="33000"/>
                </a:schemeClr>
              </a:gs>
              <a:gs pos="97000">
                <a:schemeClr val="accent5">
                  <a:alpha val="0"/>
                </a:schemeClr>
              </a:gs>
            </a:gsLst>
            <a:lin ang="8100000" scaled="1"/>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 name="Graphic 143">
            <a:extLst>
              <a:ext uri="{FF2B5EF4-FFF2-40B4-BE49-F238E27FC236}">
                <a16:creationId xmlns:a16="http://schemas.microsoft.com/office/drawing/2014/main" id="{D4D344BF-B1DE-868D-E423-BD5DAAC7B0C9}"/>
              </a:ext>
            </a:extLst>
          </p:cNvPr>
          <p:cNvSpPr/>
          <p:nvPr userDrawn="1"/>
        </p:nvSpPr>
        <p:spPr>
          <a:xfrm>
            <a:off x="4130978" y="4499933"/>
            <a:ext cx="2421204" cy="666750"/>
          </a:xfrm>
          <a:custGeom>
            <a:avLst/>
            <a:gdLst>
              <a:gd name="connsiteX0" fmla="*/ 482061 w 600651"/>
              <a:gd name="connsiteY0" fmla="*/ 38962 h 165407"/>
              <a:gd name="connsiteX1" fmla="*/ 398886 w 600651"/>
              <a:gd name="connsiteY1" fmla="*/ 75298 h 165407"/>
              <a:gd name="connsiteX2" fmla="*/ 268849 w 600651"/>
              <a:gd name="connsiteY2" fmla="*/ 0 h 165407"/>
              <a:gd name="connsiteX3" fmla="*/ 118927 w 600651"/>
              <a:gd name="connsiteY3" fmla="*/ 122878 h 165407"/>
              <a:gd name="connsiteX4" fmla="*/ 66185 w 600651"/>
              <a:gd name="connsiteY4" fmla="*/ 94823 h 165407"/>
              <a:gd name="connsiteX5" fmla="*/ 0 w 600651"/>
              <a:gd name="connsiteY5" fmla="*/ 165408 h 165407"/>
              <a:gd name="connsiteX6" fmla="*/ 600652 w 600651"/>
              <a:gd name="connsiteY6" fmla="*/ 165408 h 165407"/>
              <a:gd name="connsiteX7" fmla="*/ 482061 w 600651"/>
              <a:gd name="connsiteY7" fmla="*/ 38939 h 16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651" h="165407">
                <a:moveTo>
                  <a:pt x="482061" y="38962"/>
                </a:moveTo>
                <a:cubicBezTo>
                  <a:pt x="449653" y="38962"/>
                  <a:pt x="420297" y="52832"/>
                  <a:pt x="398886" y="75298"/>
                </a:cubicBezTo>
                <a:cubicBezTo>
                  <a:pt x="371236" y="29984"/>
                  <a:pt x="323341" y="0"/>
                  <a:pt x="268849" y="0"/>
                </a:cubicBezTo>
                <a:cubicBezTo>
                  <a:pt x="196963" y="0"/>
                  <a:pt x="136523" y="52136"/>
                  <a:pt x="118927" y="122878"/>
                </a:cubicBezTo>
                <a:cubicBezTo>
                  <a:pt x="106853" y="105865"/>
                  <a:pt x="87754" y="94823"/>
                  <a:pt x="66185" y="94823"/>
                </a:cubicBezTo>
                <a:cubicBezTo>
                  <a:pt x="29625" y="94823"/>
                  <a:pt x="0" y="126446"/>
                  <a:pt x="0" y="165408"/>
                </a:cubicBezTo>
                <a:lnTo>
                  <a:pt x="600652" y="165408"/>
                </a:lnTo>
                <a:cubicBezTo>
                  <a:pt x="600652" y="95564"/>
                  <a:pt x="547551" y="38939"/>
                  <a:pt x="482061" y="38939"/>
                </a:cubicBezTo>
                <a:close/>
              </a:path>
            </a:pathLst>
          </a:custGeom>
          <a:solidFill>
            <a:schemeClr val="accent5">
              <a:alpha val="18000"/>
            </a:schemeClr>
          </a:soli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6" name="Graphic 5">
            <a:extLst>
              <a:ext uri="{FF2B5EF4-FFF2-40B4-BE49-F238E27FC236}">
                <a16:creationId xmlns:a16="http://schemas.microsoft.com/office/drawing/2014/main" id="{C9DAFB5F-D079-0D12-1A57-03B02261AA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79191" y="2988649"/>
            <a:ext cx="3124591" cy="1207366"/>
          </a:xfrm>
          <a:prstGeom prst="rect">
            <a:avLst/>
          </a:prstGeom>
        </p:spPr>
      </p:pic>
      <p:grpSp>
        <p:nvGrpSpPr>
          <p:cNvPr id="7" name="Group 6">
            <a:extLst>
              <a:ext uri="{FF2B5EF4-FFF2-40B4-BE49-F238E27FC236}">
                <a16:creationId xmlns:a16="http://schemas.microsoft.com/office/drawing/2014/main" id="{112E8C14-E13E-8DDB-974A-C1206CB93365}"/>
              </a:ext>
            </a:extLst>
          </p:cNvPr>
          <p:cNvGrpSpPr/>
          <p:nvPr userDrawn="1"/>
        </p:nvGrpSpPr>
        <p:grpSpPr>
          <a:xfrm>
            <a:off x="8467108" y="1045130"/>
            <a:ext cx="1685206" cy="686138"/>
            <a:chOff x="437672" y="1280130"/>
            <a:chExt cx="2910783" cy="1185138"/>
          </a:xfrm>
        </p:grpSpPr>
        <p:sp>
          <p:nvSpPr>
            <p:cNvPr id="8" name="Freeform: Shape 187">
              <a:extLst>
                <a:ext uri="{FF2B5EF4-FFF2-40B4-BE49-F238E27FC236}">
                  <a16:creationId xmlns:a16="http://schemas.microsoft.com/office/drawing/2014/main" id="{8C76084E-C788-0541-4171-49BECD52252F}"/>
                </a:ext>
              </a:extLst>
            </p:cNvPr>
            <p:cNvSpPr/>
            <p:nvPr/>
          </p:nvSpPr>
          <p:spPr>
            <a:xfrm>
              <a:off x="437672" y="1280130"/>
              <a:ext cx="2720832" cy="1110872"/>
            </a:xfrm>
            <a:custGeom>
              <a:avLst/>
              <a:gdLst>
                <a:gd name="connsiteX0" fmla="*/ 749249 w 907209"/>
                <a:gd name="connsiteY0" fmla="*/ 212440 h 370400"/>
                <a:gd name="connsiteX1" fmla="*/ 700014 w 907209"/>
                <a:gd name="connsiteY1" fmla="*/ 220306 h 370400"/>
                <a:gd name="connsiteX2" fmla="*/ 454537 w 907209"/>
                <a:gd name="connsiteY2" fmla="*/ 0 h 370400"/>
                <a:gd name="connsiteX3" fmla="*/ 213896 w 907209"/>
                <a:gd name="connsiteY3" fmla="*/ 191405 h 370400"/>
                <a:gd name="connsiteX4" fmla="*/ 178995 w 907209"/>
                <a:gd name="connsiteY4" fmla="*/ 191405 h 370400"/>
                <a:gd name="connsiteX5" fmla="*/ 0 w 907209"/>
                <a:gd name="connsiteY5" fmla="*/ 370400 h 370400"/>
                <a:gd name="connsiteX6" fmla="*/ 907209 w 907209"/>
                <a:gd name="connsiteY6" fmla="*/ 370400 h 370400"/>
                <a:gd name="connsiteX7" fmla="*/ 749249 w 907209"/>
                <a:gd name="connsiteY7" fmla="*/ 212440 h 37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7209" h="37040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9" name="Freeform: Shape 188">
              <a:extLst>
                <a:ext uri="{FF2B5EF4-FFF2-40B4-BE49-F238E27FC236}">
                  <a16:creationId xmlns:a16="http://schemas.microsoft.com/office/drawing/2014/main" id="{98E8A708-0D42-A8DA-8AE7-3B300A42D78D}"/>
                </a:ext>
              </a:extLst>
            </p:cNvPr>
            <p:cNvSpPr/>
            <p:nvPr/>
          </p:nvSpPr>
          <p:spPr>
            <a:xfrm>
              <a:off x="1651302" y="1789783"/>
              <a:ext cx="1697153" cy="675485"/>
            </a:xfrm>
            <a:custGeom>
              <a:avLst/>
              <a:gdLst>
                <a:gd name="connsiteX0" fmla="*/ 154872 w 565884"/>
                <a:gd name="connsiteY0" fmla="*/ 70357 h 225229"/>
                <a:gd name="connsiteX1" fmla="*/ 0 w 565884"/>
                <a:gd name="connsiteY1" fmla="*/ 225229 h 225229"/>
                <a:gd name="connsiteX2" fmla="*/ 565884 w 565884"/>
                <a:gd name="connsiteY2" fmla="*/ 225229 h 225229"/>
                <a:gd name="connsiteX3" fmla="*/ 496023 w 565884"/>
                <a:gd name="connsiteY3" fmla="*/ 70357 h 225229"/>
                <a:gd name="connsiteX4" fmla="*/ 496023 w 565884"/>
                <a:gd name="connsiteY4" fmla="*/ 70357 h 225229"/>
                <a:gd name="connsiteX5" fmla="*/ 154872 w 565884"/>
                <a:gd name="connsiteY5" fmla="*/ 70357 h 225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5884" h="225229">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29000">
                  <a:srgbClr val="FFFFFF"/>
                </a:gs>
                <a:gs pos="48000">
                  <a:srgbClr val="F8FBFE"/>
                </a:gs>
                <a:gs pos="73000">
                  <a:srgbClr val="E7F3FB"/>
                </a:gs>
                <a:gs pos="100000">
                  <a:srgbClr val="CEE6F7"/>
                </a:gs>
              </a:gsLst>
              <a:lin ang="2700000" scaled="1"/>
            </a:gra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10" name="Graphic 133">
            <a:extLst>
              <a:ext uri="{FF2B5EF4-FFF2-40B4-BE49-F238E27FC236}">
                <a16:creationId xmlns:a16="http://schemas.microsoft.com/office/drawing/2014/main" id="{FB3DD8E2-0BCC-6714-E82C-B029271CB351}"/>
              </a:ext>
            </a:extLst>
          </p:cNvPr>
          <p:cNvGrpSpPr/>
          <p:nvPr userDrawn="1"/>
        </p:nvGrpSpPr>
        <p:grpSpPr>
          <a:xfrm>
            <a:off x="7658058" y="759261"/>
            <a:ext cx="747561" cy="1467873"/>
            <a:chOff x="7819347" y="302010"/>
            <a:chExt cx="1311783" cy="2575750"/>
          </a:xfrm>
          <a:noFill/>
        </p:grpSpPr>
        <p:sp>
          <p:nvSpPr>
            <p:cNvPr id="11" name="Freeform: Shape 232">
              <a:extLst>
                <a:ext uri="{FF2B5EF4-FFF2-40B4-BE49-F238E27FC236}">
                  <a16:creationId xmlns:a16="http://schemas.microsoft.com/office/drawing/2014/main" id="{C2577F02-047D-0975-B302-56A78525778A}"/>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 name="Freeform: Shape 233">
              <a:extLst>
                <a:ext uri="{FF2B5EF4-FFF2-40B4-BE49-F238E27FC236}">
                  <a16:creationId xmlns:a16="http://schemas.microsoft.com/office/drawing/2014/main" id="{EDE0F961-9F58-9C23-96A4-E34614F246AB}"/>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 name="Freeform: Shape 234">
              <a:extLst>
                <a:ext uri="{FF2B5EF4-FFF2-40B4-BE49-F238E27FC236}">
                  <a16:creationId xmlns:a16="http://schemas.microsoft.com/office/drawing/2014/main" id="{B6430474-CA1A-BB5E-209C-CAD73B4295D9}"/>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4" name="Freeform: Shape 235">
              <a:extLst>
                <a:ext uri="{FF2B5EF4-FFF2-40B4-BE49-F238E27FC236}">
                  <a16:creationId xmlns:a16="http://schemas.microsoft.com/office/drawing/2014/main" id="{0A9E379F-4B31-3B2E-8A81-46096DF0F0CC}"/>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5" name="Freeform: Shape 236">
              <a:extLst>
                <a:ext uri="{FF2B5EF4-FFF2-40B4-BE49-F238E27FC236}">
                  <a16:creationId xmlns:a16="http://schemas.microsoft.com/office/drawing/2014/main" id="{EDE9FD9F-999F-0A4A-7B11-FFFEFDAB16FD}"/>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16" name="Freeform: Shape 265">
            <a:extLst>
              <a:ext uri="{FF2B5EF4-FFF2-40B4-BE49-F238E27FC236}">
                <a16:creationId xmlns:a16="http://schemas.microsoft.com/office/drawing/2014/main" id="{BFFFFBE8-2A79-29C1-7C5F-AD54B3445A55}"/>
              </a:ext>
            </a:extLst>
          </p:cNvPr>
          <p:cNvSpPr/>
          <p:nvPr userDrawn="1"/>
        </p:nvSpPr>
        <p:spPr>
          <a:xfrm>
            <a:off x="10295515" y="400250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7" name="Freeform: Shape 269">
            <a:extLst>
              <a:ext uri="{FF2B5EF4-FFF2-40B4-BE49-F238E27FC236}">
                <a16:creationId xmlns:a16="http://schemas.microsoft.com/office/drawing/2014/main" id="{7334EB20-8D55-719E-4645-08AA4B56CCFD}"/>
              </a:ext>
            </a:extLst>
          </p:cNvPr>
          <p:cNvSpPr/>
          <p:nvPr userDrawn="1"/>
        </p:nvSpPr>
        <p:spPr>
          <a:xfrm>
            <a:off x="6195382" y="430769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8" name="Freeform: Shape 285">
            <a:extLst>
              <a:ext uri="{FF2B5EF4-FFF2-40B4-BE49-F238E27FC236}">
                <a16:creationId xmlns:a16="http://schemas.microsoft.com/office/drawing/2014/main" id="{D547FC94-84E4-3086-8AAB-1FE3154A1BF4}"/>
              </a:ext>
            </a:extLst>
          </p:cNvPr>
          <p:cNvSpPr/>
          <p:nvPr userDrawn="1"/>
        </p:nvSpPr>
        <p:spPr>
          <a:xfrm>
            <a:off x="8709950" y="5303803"/>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9" name="Freeform: Shape 286">
            <a:extLst>
              <a:ext uri="{FF2B5EF4-FFF2-40B4-BE49-F238E27FC236}">
                <a16:creationId xmlns:a16="http://schemas.microsoft.com/office/drawing/2014/main" id="{F979284F-5A03-14A2-13EB-9A248232DAC6}"/>
              </a:ext>
            </a:extLst>
          </p:cNvPr>
          <p:cNvSpPr/>
          <p:nvPr userDrawn="1"/>
        </p:nvSpPr>
        <p:spPr>
          <a:xfrm>
            <a:off x="9116688" y="50100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0" name="Graphic 133">
            <a:extLst>
              <a:ext uri="{FF2B5EF4-FFF2-40B4-BE49-F238E27FC236}">
                <a16:creationId xmlns:a16="http://schemas.microsoft.com/office/drawing/2014/main" id="{FE336CA2-3D98-870D-70F9-622EA63E0E7D}"/>
              </a:ext>
            </a:extLst>
          </p:cNvPr>
          <p:cNvGrpSpPr/>
          <p:nvPr userDrawn="1"/>
        </p:nvGrpSpPr>
        <p:grpSpPr>
          <a:xfrm rot="15300000">
            <a:off x="5392445" y="1828091"/>
            <a:ext cx="1311783" cy="2575750"/>
            <a:chOff x="7819347" y="302010"/>
            <a:chExt cx="1311783" cy="2575750"/>
          </a:xfrm>
          <a:noFill/>
        </p:grpSpPr>
        <p:sp>
          <p:nvSpPr>
            <p:cNvPr id="21" name="Freeform: Shape 288">
              <a:extLst>
                <a:ext uri="{FF2B5EF4-FFF2-40B4-BE49-F238E27FC236}">
                  <a16:creationId xmlns:a16="http://schemas.microsoft.com/office/drawing/2014/main" id="{D917E33A-9066-C254-C5AC-926BD37B8684}"/>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2" name="Freeform: Shape 289">
              <a:extLst>
                <a:ext uri="{FF2B5EF4-FFF2-40B4-BE49-F238E27FC236}">
                  <a16:creationId xmlns:a16="http://schemas.microsoft.com/office/drawing/2014/main" id="{E026DA6A-6474-3AB6-434B-83A3DAE60764}"/>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3" name="Freeform: Shape 290">
              <a:extLst>
                <a:ext uri="{FF2B5EF4-FFF2-40B4-BE49-F238E27FC236}">
                  <a16:creationId xmlns:a16="http://schemas.microsoft.com/office/drawing/2014/main" id="{04DE64F1-F0B1-EC8C-1E3E-F2F2053278BE}"/>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 name="Freeform: Shape 291">
              <a:extLst>
                <a:ext uri="{FF2B5EF4-FFF2-40B4-BE49-F238E27FC236}">
                  <a16:creationId xmlns:a16="http://schemas.microsoft.com/office/drawing/2014/main" id="{E3F395B2-A6F6-9642-A9B3-0907549B7EED}"/>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 name="Freeform: Shape 292">
              <a:extLst>
                <a:ext uri="{FF2B5EF4-FFF2-40B4-BE49-F238E27FC236}">
                  <a16:creationId xmlns:a16="http://schemas.microsoft.com/office/drawing/2014/main" id="{64432B98-9ECF-C74B-6250-0AF86BF6ED8C}"/>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26" name="Oval 25">
            <a:extLst>
              <a:ext uri="{FF2B5EF4-FFF2-40B4-BE49-F238E27FC236}">
                <a16:creationId xmlns:a16="http://schemas.microsoft.com/office/drawing/2014/main" id="{0F585DDC-7D94-0B19-9D98-23DBB6B83975}"/>
              </a:ext>
            </a:extLst>
          </p:cNvPr>
          <p:cNvSpPr/>
          <p:nvPr userDrawn="1"/>
        </p:nvSpPr>
        <p:spPr>
          <a:xfrm flipV="1">
            <a:off x="6354876" y="1852997"/>
            <a:ext cx="3152006" cy="3152006"/>
          </a:xfrm>
          <a:prstGeom prst="ellipse">
            <a:avLst/>
          </a:prstGeom>
          <a:solidFill>
            <a:schemeClr val="bg1"/>
          </a:solidFill>
          <a:ln w="508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7" name="Freeform: Shape 298">
            <a:extLst>
              <a:ext uri="{FF2B5EF4-FFF2-40B4-BE49-F238E27FC236}">
                <a16:creationId xmlns:a16="http://schemas.microsoft.com/office/drawing/2014/main" id="{A3F6C062-6099-E639-9F9C-45ACE06D07DA}"/>
              </a:ext>
            </a:extLst>
          </p:cNvPr>
          <p:cNvSpPr/>
          <p:nvPr userDrawn="1"/>
        </p:nvSpPr>
        <p:spPr>
          <a:xfrm>
            <a:off x="5406003" y="4429286"/>
            <a:ext cx="2921280" cy="1192670"/>
          </a:xfrm>
          <a:custGeom>
            <a:avLst/>
            <a:gdLst>
              <a:gd name="connsiteX0" fmla="*/ 2797989 w 3387980"/>
              <a:gd name="connsiteY0" fmla="*/ 793219 h 1383210"/>
              <a:gd name="connsiteX1" fmla="*/ 2614092 w 3387980"/>
              <a:gd name="connsiteY1" fmla="*/ 822614 h 1383210"/>
              <a:gd name="connsiteX2" fmla="*/ 1697357 w 3387980"/>
              <a:gd name="connsiteY2" fmla="*/ 0 h 1383210"/>
              <a:gd name="connsiteX3" fmla="*/ 798795 w 3387980"/>
              <a:gd name="connsiteY3" fmla="*/ 714810 h 1383210"/>
              <a:gd name="connsiteX4" fmla="*/ 668546 w 3387980"/>
              <a:gd name="connsiteY4" fmla="*/ 714665 h 1383210"/>
              <a:gd name="connsiteX5" fmla="*/ 0 w 3387980"/>
              <a:gd name="connsiteY5" fmla="*/ 1383211 h 1383210"/>
              <a:gd name="connsiteX6" fmla="*/ 3387981 w 3387980"/>
              <a:gd name="connsiteY6" fmla="*/ 1383211 h 1383210"/>
              <a:gd name="connsiteX7" fmla="*/ 2797989 w 3387980"/>
              <a:gd name="connsiteY7" fmla="*/ 793219 h 138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7980" h="1383210">
                <a:moveTo>
                  <a:pt x="2797989" y="793219"/>
                </a:moveTo>
                <a:cubicBezTo>
                  <a:pt x="2733770" y="793219"/>
                  <a:pt x="2671940" y="803573"/>
                  <a:pt x="2614092" y="822614"/>
                </a:cubicBezTo>
                <a:cubicBezTo>
                  <a:pt x="2564425" y="360192"/>
                  <a:pt x="2172956" y="0"/>
                  <a:pt x="1697357" y="0"/>
                </a:cubicBezTo>
                <a:cubicBezTo>
                  <a:pt x="1259406" y="0"/>
                  <a:pt x="892915" y="305385"/>
                  <a:pt x="798795" y="714810"/>
                </a:cubicBezTo>
                <a:lnTo>
                  <a:pt x="668546" y="714665"/>
                </a:lnTo>
                <a:cubicBezTo>
                  <a:pt x="299304" y="714737"/>
                  <a:pt x="0" y="1014041"/>
                  <a:pt x="0" y="1383211"/>
                </a:cubicBezTo>
                <a:lnTo>
                  <a:pt x="3387981" y="1383211"/>
                </a:lnTo>
                <a:cubicBezTo>
                  <a:pt x="3387981" y="1057336"/>
                  <a:pt x="3123864" y="793219"/>
                  <a:pt x="2797989" y="793219"/>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29" name="Graphic 28">
            <a:extLst>
              <a:ext uri="{FF2B5EF4-FFF2-40B4-BE49-F238E27FC236}">
                <a16:creationId xmlns:a16="http://schemas.microsoft.com/office/drawing/2014/main" id="{3269DD7D-A762-90F0-BAAE-246E4B1956B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025699" y="4707812"/>
            <a:ext cx="2490461" cy="837840"/>
          </a:xfrm>
          <a:prstGeom prst="rect">
            <a:avLst/>
          </a:prstGeom>
        </p:spPr>
      </p:pic>
      <p:sp>
        <p:nvSpPr>
          <p:cNvPr id="31" name="Freeform: Shape 265">
            <a:extLst>
              <a:ext uri="{FF2B5EF4-FFF2-40B4-BE49-F238E27FC236}">
                <a16:creationId xmlns:a16="http://schemas.microsoft.com/office/drawing/2014/main" id="{40AE0C90-3611-90B9-945F-CD5690F37797}"/>
              </a:ext>
            </a:extLst>
          </p:cNvPr>
          <p:cNvSpPr/>
          <p:nvPr userDrawn="1"/>
        </p:nvSpPr>
        <p:spPr>
          <a:xfrm>
            <a:off x="11185175" y="279296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32" name="Group 31">
            <a:extLst>
              <a:ext uri="{FF2B5EF4-FFF2-40B4-BE49-F238E27FC236}">
                <a16:creationId xmlns:a16="http://schemas.microsoft.com/office/drawing/2014/main" id="{7896B294-4741-B5DC-2EF0-8E83E0D9D5F3}"/>
              </a:ext>
            </a:extLst>
          </p:cNvPr>
          <p:cNvGrpSpPr/>
          <p:nvPr userDrawn="1"/>
        </p:nvGrpSpPr>
        <p:grpSpPr>
          <a:xfrm>
            <a:off x="9801434" y="1855519"/>
            <a:ext cx="2078815" cy="773140"/>
            <a:chOff x="9469303" y="1724685"/>
            <a:chExt cx="2078815" cy="773140"/>
          </a:xfrm>
        </p:grpSpPr>
        <p:grpSp>
          <p:nvGrpSpPr>
            <p:cNvPr id="33" name="Graphic 6">
              <a:extLst>
                <a:ext uri="{FF2B5EF4-FFF2-40B4-BE49-F238E27FC236}">
                  <a16:creationId xmlns:a16="http://schemas.microsoft.com/office/drawing/2014/main" id="{9AAFCDE0-37FF-86EC-D9BC-9DA31372AA81}"/>
                </a:ext>
              </a:extLst>
            </p:cNvPr>
            <p:cNvGrpSpPr/>
            <p:nvPr/>
          </p:nvGrpSpPr>
          <p:grpSpPr>
            <a:xfrm>
              <a:off x="10935407" y="1804642"/>
              <a:ext cx="612711" cy="613079"/>
              <a:chOff x="10935407" y="1804642"/>
              <a:chExt cx="612711" cy="613079"/>
            </a:xfrm>
            <a:noFill/>
          </p:grpSpPr>
          <p:sp>
            <p:nvSpPr>
              <p:cNvPr id="48" name="Freeform: Shape 10">
                <a:extLst>
                  <a:ext uri="{FF2B5EF4-FFF2-40B4-BE49-F238E27FC236}">
                    <a16:creationId xmlns:a16="http://schemas.microsoft.com/office/drawing/2014/main" id="{4E4B1818-8929-589D-DD23-0B1DB0B0E373}"/>
                  </a:ext>
                </a:extLst>
              </p:cNvPr>
              <p:cNvSpPr/>
              <p:nvPr/>
            </p:nvSpPr>
            <p:spPr>
              <a:xfrm>
                <a:off x="10935407" y="1804642"/>
                <a:ext cx="612711" cy="613079"/>
              </a:xfrm>
              <a:custGeom>
                <a:avLst/>
                <a:gdLst>
                  <a:gd name="connsiteX0" fmla="*/ 257027 w 612711"/>
                  <a:gd name="connsiteY0" fmla="*/ 613079 h 613079"/>
                  <a:gd name="connsiteX1" fmla="*/ 352666 w 612711"/>
                  <a:gd name="connsiteY1" fmla="*/ 612564 h 613079"/>
                  <a:gd name="connsiteX2" fmla="*/ 362605 w 612711"/>
                  <a:gd name="connsiteY2" fmla="*/ 579580 h 613079"/>
                  <a:gd name="connsiteX3" fmla="*/ 371661 w 612711"/>
                  <a:gd name="connsiteY3" fmla="*/ 551528 h 613079"/>
                  <a:gd name="connsiteX4" fmla="*/ 376668 w 612711"/>
                  <a:gd name="connsiteY4" fmla="*/ 547626 h 613079"/>
                  <a:gd name="connsiteX5" fmla="*/ 427985 w 612711"/>
                  <a:gd name="connsiteY5" fmla="*/ 527306 h 613079"/>
                  <a:gd name="connsiteX6" fmla="*/ 435642 w 612711"/>
                  <a:gd name="connsiteY6" fmla="*/ 527600 h 613079"/>
                  <a:gd name="connsiteX7" fmla="*/ 487621 w 612711"/>
                  <a:gd name="connsiteY7" fmla="*/ 557197 h 613079"/>
                  <a:gd name="connsiteX8" fmla="*/ 488210 w 612711"/>
                  <a:gd name="connsiteY8" fmla="*/ 557492 h 613079"/>
                  <a:gd name="connsiteX9" fmla="*/ 488652 w 612711"/>
                  <a:gd name="connsiteY9" fmla="*/ 557050 h 613079"/>
                  <a:gd name="connsiteX10" fmla="*/ 556461 w 612711"/>
                  <a:gd name="connsiteY10" fmla="*/ 486591 h 613079"/>
                  <a:gd name="connsiteX11" fmla="*/ 556829 w 612711"/>
                  <a:gd name="connsiteY11" fmla="*/ 486002 h 613079"/>
                  <a:gd name="connsiteX12" fmla="*/ 556388 w 612711"/>
                  <a:gd name="connsiteY12" fmla="*/ 485486 h 613079"/>
                  <a:gd name="connsiteX13" fmla="*/ 539748 w 612711"/>
                  <a:gd name="connsiteY13" fmla="*/ 459570 h 613079"/>
                  <a:gd name="connsiteX14" fmla="*/ 526864 w 612711"/>
                  <a:gd name="connsiteY14" fmla="*/ 437188 h 613079"/>
                  <a:gd name="connsiteX15" fmla="*/ 527232 w 612711"/>
                  <a:gd name="connsiteY15" fmla="*/ 429236 h 613079"/>
                  <a:gd name="connsiteX16" fmla="*/ 539822 w 612711"/>
                  <a:gd name="connsiteY16" fmla="*/ 403320 h 613079"/>
                  <a:gd name="connsiteX17" fmla="*/ 551381 w 612711"/>
                  <a:gd name="connsiteY17" fmla="*/ 375563 h 613079"/>
                  <a:gd name="connsiteX18" fmla="*/ 556682 w 612711"/>
                  <a:gd name="connsiteY18" fmla="*/ 371661 h 613079"/>
                  <a:gd name="connsiteX19" fmla="*/ 582893 w 612711"/>
                  <a:gd name="connsiteY19" fmla="*/ 365403 h 613079"/>
                  <a:gd name="connsiteX20" fmla="*/ 611975 w 612711"/>
                  <a:gd name="connsiteY20" fmla="*/ 357304 h 613079"/>
                  <a:gd name="connsiteX21" fmla="*/ 612711 w 612711"/>
                  <a:gd name="connsiteY21" fmla="*/ 357157 h 613079"/>
                  <a:gd name="connsiteX22" fmla="*/ 611975 w 612711"/>
                  <a:gd name="connsiteY22" fmla="*/ 258793 h 613079"/>
                  <a:gd name="connsiteX23" fmla="*/ 581715 w 612711"/>
                  <a:gd name="connsiteY23" fmla="*/ 250768 h 613079"/>
                  <a:gd name="connsiteX24" fmla="*/ 554105 w 612711"/>
                  <a:gd name="connsiteY24" fmla="*/ 244363 h 613079"/>
                  <a:gd name="connsiteX25" fmla="*/ 548289 w 612711"/>
                  <a:gd name="connsiteY25" fmla="*/ 239724 h 613079"/>
                  <a:gd name="connsiteX26" fmla="*/ 528410 w 612711"/>
                  <a:gd name="connsiteY26" fmla="*/ 183990 h 613079"/>
                  <a:gd name="connsiteX27" fmla="*/ 529220 w 612711"/>
                  <a:gd name="connsiteY27" fmla="*/ 177585 h 613079"/>
                  <a:gd name="connsiteX28" fmla="*/ 559554 w 612711"/>
                  <a:gd name="connsiteY28" fmla="*/ 125016 h 613079"/>
                  <a:gd name="connsiteX29" fmla="*/ 559922 w 612711"/>
                  <a:gd name="connsiteY29" fmla="*/ 124353 h 613079"/>
                  <a:gd name="connsiteX30" fmla="*/ 559333 w 612711"/>
                  <a:gd name="connsiteY30" fmla="*/ 123838 h 613079"/>
                  <a:gd name="connsiteX31" fmla="*/ 524876 w 612711"/>
                  <a:gd name="connsiteY31" fmla="*/ 90854 h 613079"/>
                  <a:gd name="connsiteX32" fmla="*/ 488579 w 612711"/>
                  <a:gd name="connsiteY32" fmla="*/ 58974 h 613079"/>
                  <a:gd name="connsiteX33" fmla="*/ 488137 w 612711"/>
                  <a:gd name="connsiteY33" fmla="*/ 58753 h 613079"/>
                  <a:gd name="connsiteX34" fmla="*/ 487695 w 612711"/>
                  <a:gd name="connsiteY34" fmla="*/ 58974 h 613079"/>
                  <a:gd name="connsiteX35" fmla="*/ 460012 w 612711"/>
                  <a:gd name="connsiteY35" fmla="*/ 74509 h 613079"/>
                  <a:gd name="connsiteX36" fmla="*/ 435863 w 612711"/>
                  <a:gd name="connsiteY36" fmla="*/ 87025 h 613079"/>
                  <a:gd name="connsiteX37" fmla="*/ 429384 w 612711"/>
                  <a:gd name="connsiteY37" fmla="*/ 86215 h 613079"/>
                  <a:gd name="connsiteX38" fmla="*/ 403688 w 612711"/>
                  <a:gd name="connsiteY38" fmla="*/ 73846 h 613079"/>
                  <a:gd name="connsiteX39" fmla="*/ 377110 w 612711"/>
                  <a:gd name="connsiteY39" fmla="*/ 63539 h 613079"/>
                  <a:gd name="connsiteX40" fmla="*/ 372839 w 612711"/>
                  <a:gd name="connsiteY40" fmla="*/ 58606 h 613079"/>
                  <a:gd name="connsiteX41" fmla="*/ 355832 w 612711"/>
                  <a:gd name="connsiteY41" fmla="*/ 589 h 613079"/>
                  <a:gd name="connsiteX42" fmla="*/ 355611 w 612711"/>
                  <a:gd name="connsiteY42" fmla="*/ 0 h 613079"/>
                  <a:gd name="connsiteX43" fmla="*/ 259898 w 612711"/>
                  <a:gd name="connsiteY43" fmla="*/ 663 h 613079"/>
                  <a:gd name="connsiteX44" fmla="*/ 250915 w 612711"/>
                  <a:gd name="connsiteY44" fmla="*/ 32616 h 613079"/>
                  <a:gd name="connsiteX45" fmla="*/ 243332 w 612711"/>
                  <a:gd name="connsiteY45" fmla="*/ 60520 h 613079"/>
                  <a:gd name="connsiteX46" fmla="*/ 238178 w 612711"/>
                  <a:gd name="connsiteY46" fmla="*/ 65600 h 613079"/>
                  <a:gd name="connsiteX47" fmla="*/ 185168 w 612711"/>
                  <a:gd name="connsiteY47" fmla="*/ 86363 h 613079"/>
                  <a:gd name="connsiteX48" fmla="*/ 178026 w 612711"/>
                  <a:gd name="connsiteY48" fmla="*/ 85626 h 613079"/>
                  <a:gd name="connsiteX49" fmla="*/ 125531 w 612711"/>
                  <a:gd name="connsiteY49" fmla="*/ 55882 h 613079"/>
                  <a:gd name="connsiteX50" fmla="*/ 124942 w 612711"/>
                  <a:gd name="connsiteY50" fmla="*/ 55587 h 613079"/>
                  <a:gd name="connsiteX51" fmla="*/ 124501 w 612711"/>
                  <a:gd name="connsiteY51" fmla="*/ 56029 h 613079"/>
                  <a:gd name="connsiteX52" fmla="*/ 56323 w 612711"/>
                  <a:gd name="connsiteY52" fmla="*/ 126489 h 613079"/>
                  <a:gd name="connsiteX53" fmla="*/ 55882 w 612711"/>
                  <a:gd name="connsiteY53" fmla="*/ 127078 h 613079"/>
                  <a:gd name="connsiteX54" fmla="*/ 56397 w 612711"/>
                  <a:gd name="connsiteY54" fmla="*/ 127667 h 613079"/>
                  <a:gd name="connsiteX55" fmla="*/ 86510 w 612711"/>
                  <a:gd name="connsiteY55" fmla="*/ 176407 h 613079"/>
                  <a:gd name="connsiteX56" fmla="*/ 86289 w 612711"/>
                  <a:gd name="connsiteY56" fmla="*/ 183696 h 613079"/>
                  <a:gd name="connsiteX57" fmla="*/ 73331 w 612711"/>
                  <a:gd name="connsiteY57" fmla="*/ 210201 h 613079"/>
                  <a:gd name="connsiteX58" fmla="*/ 61256 w 612711"/>
                  <a:gd name="connsiteY58" fmla="*/ 237442 h 613079"/>
                  <a:gd name="connsiteX59" fmla="*/ 55882 w 612711"/>
                  <a:gd name="connsiteY59" fmla="*/ 241418 h 613079"/>
                  <a:gd name="connsiteX60" fmla="*/ 29818 w 612711"/>
                  <a:gd name="connsiteY60" fmla="*/ 247676 h 613079"/>
                  <a:gd name="connsiteX61" fmla="*/ 736 w 612711"/>
                  <a:gd name="connsiteY61" fmla="*/ 255775 h 613079"/>
                  <a:gd name="connsiteX62" fmla="*/ 0 w 612711"/>
                  <a:gd name="connsiteY62" fmla="*/ 255922 h 613079"/>
                  <a:gd name="connsiteX63" fmla="*/ 736 w 612711"/>
                  <a:gd name="connsiteY63" fmla="*/ 354286 h 613079"/>
                  <a:gd name="connsiteX64" fmla="*/ 31217 w 612711"/>
                  <a:gd name="connsiteY64" fmla="*/ 362384 h 613079"/>
                  <a:gd name="connsiteX65" fmla="*/ 57133 w 612711"/>
                  <a:gd name="connsiteY65" fmla="*/ 368348 h 613079"/>
                  <a:gd name="connsiteX66" fmla="*/ 63097 w 612711"/>
                  <a:gd name="connsiteY66" fmla="*/ 374017 h 613079"/>
                  <a:gd name="connsiteX67" fmla="*/ 72521 w 612711"/>
                  <a:gd name="connsiteY67" fmla="*/ 402363 h 613079"/>
                  <a:gd name="connsiteX68" fmla="*/ 84301 w 612711"/>
                  <a:gd name="connsiteY68" fmla="*/ 429089 h 613079"/>
                  <a:gd name="connsiteX69" fmla="*/ 83859 w 612711"/>
                  <a:gd name="connsiteY69" fmla="*/ 435495 h 613079"/>
                  <a:gd name="connsiteX70" fmla="*/ 56176 w 612711"/>
                  <a:gd name="connsiteY70" fmla="*/ 488137 h 613079"/>
                  <a:gd name="connsiteX71" fmla="*/ 56029 w 612711"/>
                  <a:gd name="connsiteY71" fmla="*/ 488652 h 613079"/>
                  <a:gd name="connsiteX72" fmla="*/ 56397 w 612711"/>
                  <a:gd name="connsiteY72" fmla="*/ 489020 h 613079"/>
                  <a:gd name="connsiteX73" fmla="*/ 124648 w 612711"/>
                  <a:gd name="connsiteY73" fmla="*/ 553958 h 613079"/>
                  <a:gd name="connsiteX74" fmla="*/ 125090 w 612711"/>
                  <a:gd name="connsiteY74" fmla="*/ 554252 h 613079"/>
                  <a:gd name="connsiteX75" fmla="*/ 125531 w 612711"/>
                  <a:gd name="connsiteY75" fmla="*/ 554032 h 613079"/>
                  <a:gd name="connsiteX76" fmla="*/ 152625 w 612711"/>
                  <a:gd name="connsiteY76" fmla="*/ 538644 h 613079"/>
                  <a:gd name="connsiteX77" fmla="*/ 178174 w 612711"/>
                  <a:gd name="connsiteY77" fmla="*/ 525833 h 613079"/>
                  <a:gd name="connsiteX78" fmla="*/ 183843 w 612711"/>
                  <a:gd name="connsiteY78" fmla="*/ 526127 h 613079"/>
                  <a:gd name="connsiteX79" fmla="*/ 236338 w 612711"/>
                  <a:gd name="connsiteY79" fmla="*/ 549614 h 613079"/>
                  <a:gd name="connsiteX80" fmla="*/ 240313 w 612711"/>
                  <a:gd name="connsiteY80" fmla="*/ 554032 h 613079"/>
                  <a:gd name="connsiteX81" fmla="*/ 247602 w 612711"/>
                  <a:gd name="connsiteY81" fmla="*/ 581494 h 613079"/>
                  <a:gd name="connsiteX82" fmla="*/ 257100 w 612711"/>
                  <a:gd name="connsiteY82" fmla="*/ 612417 h 613079"/>
                  <a:gd name="connsiteX83" fmla="*/ 257395 w 612711"/>
                  <a:gd name="connsiteY83" fmla="*/ 612932 h 613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12711" h="613079">
                    <a:moveTo>
                      <a:pt x="257027" y="613079"/>
                    </a:moveTo>
                    <a:lnTo>
                      <a:pt x="352666" y="612564"/>
                    </a:lnTo>
                    <a:cubicBezTo>
                      <a:pt x="355537" y="606821"/>
                      <a:pt x="358850" y="595704"/>
                      <a:pt x="362605" y="579580"/>
                    </a:cubicBezTo>
                    <a:cubicBezTo>
                      <a:pt x="365403" y="567431"/>
                      <a:pt x="368422" y="558007"/>
                      <a:pt x="371661" y="551528"/>
                    </a:cubicBezTo>
                    <a:cubicBezTo>
                      <a:pt x="372618" y="549540"/>
                      <a:pt x="374533" y="548068"/>
                      <a:pt x="376668" y="547626"/>
                    </a:cubicBezTo>
                    <a:cubicBezTo>
                      <a:pt x="392792" y="544166"/>
                      <a:pt x="410094" y="537319"/>
                      <a:pt x="427985" y="527306"/>
                    </a:cubicBezTo>
                    <a:cubicBezTo>
                      <a:pt x="430414" y="525980"/>
                      <a:pt x="433359" y="526054"/>
                      <a:pt x="435642" y="527600"/>
                    </a:cubicBezTo>
                    <a:cubicBezTo>
                      <a:pt x="452576" y="538865"/>
                      <a:pt x="470099" y="548804"/>
                      <a:pt x="487621" y="557197"/>
                    </a:cubicBezTo>
                    <a:lnTo>
                      <a:pt x="488210" y="557492"/>
                    </a:lnTo>
                    <a:lnTo>
                      <a:pt x="488652" y="557050"/>
                    </a:lnTo>
                    <a:cubicBezTo>
                      <a:pt x="527968" y="518544"/>
                      <a:pt x="550718" y="494837"/>
                      <a:pt x="556461" y="486591"/>
                    </a:cubicBezTo>
                    <a:lnTo>
                      <a:pt x="556829" y="486002"/>
                    </a:lnTo>
                    <a:lnTo>
                      <a:pt x="556388" y="485486"/>
                    </a:lnTo>
                    <a:cubicBezTo>
                      <a:pt x="551528" y="479228"/>
                      <a:pt x="545933" y="470540"/>
                      <a:pt x="539748" y="459570"/>
                    </a:cubicBezTo>
                    <a:cubicBezTo>
                      <a:pt x="534006" y="449483"/>
                      <a:pt x="529735" y="442047"/>
                      <a:pt x="526864" y="437188"/>
                    </a:cubicBezTo>
                    <a:cubicBezTo>
                      <a:pt x="525391" y="434685"/>
                      <a:pt x="525539" y="431592"/>
                      <a:pt x="527232" y="429236"/>
                    </a:cubicBezTo>
                    <a:cubicBezTo>
                      <a:pt x="531502" y="423273"/>
                      <a:pt x="535772" y="414511"/>
                      <a:pt x="539822" y="403320"/>
                    </a:cubicBezTo>
                    <a:cubicBezTo>
                      <a:pt x="544608" y="390657"/>
                      <a:pt x="548510" y="381306"/>
                      <a:pt x="551381" y="375563"/>
                    </a:cubicBezTo>
                    <a:cubicBezTo>
                      <a:pt x="552412" y="373502"/>
                      <a:pt x="554400" y="372103"/>
                      <a:pt x="556682" y="371661"/>
                    </a:cubicBezTo>
                    <a:cubicBezTo>
                      <a:pt x="564192" y="370410"/>
                      <a:pt x="573027" y="368275"/>
                      <a:pt x="582893" y="365403"/>
                    </a:cubicBezTo>
                    <a:cubicBezTo>
                      <a:pt x="600710" y="360176"/>
                      <a:pt x="608514" y="358114"/>
                      <a:pt x="611975" y="357304"/>
                    </a:cubicBezTo>
                    <a:lnTo>
                      <a:pt x="612711" y="357157"/>
                    </a:lnTo>
                    <a:lnTo>
                      <a:pt x="611975" y="258793"/>
                    </a:lnTo>
                    <a:cubicBezTo>
                      <a:pt x="606527" y="257689"/>
                      <a:pt x="596661" y="255112"/>
                      <a:pt x="581715" y="250768"/>
                    </a:cubicBezTo>
                    <a:cubicBezTo>
                      <a:pt x="571186" y="247602"/>
                      <a:pt x="561909" y="245467"/>
                      <a:pt x="554105" y="244363"/>
                    </a:cubicBezTo>
                    <a:cubicBezTo>
                      <a:pt x="551455" y="243995"/>
                      <a:pt x="549246" y="242228"/>
                      <a:pt x="548289" y="239724"/>
                    </a:cubicBezTo>
                    <a:cubicBezTo>
                      <a:pt x="545859" y="233540"/>
                      <a:pt x="540485" y="218741"/>
                      <a:pt x="528410" y="183990"/>
                    </a:cubicBezTo>
                    <a:cubicBezTo>
                      <a:pt x="527674" y="181855"/>
                      <a:pt x="527968" y="179499"/>
                      <a:pt x="529220" y="177585"/>
                    </a:cubicBezTo>
                    <a:cubicBezTo>
                      <a:pt x="536730" y="166025"/>
                      <a:pt x="546669" y="148871"/>
                      <a:pt x="559554" y="125016"/>
                    </a:cubicBezTo>
                    <a:lnTo>
                      <a:pt x="559922" y="124353"/>
                    </a:lnTo>
                    <a:lnTo>
                      <a:pt x="559333" y="123838"/>
                    </a:lnTo>
                    <a:cubicBezTo>
                      <a:pt x="552264" y="118242"/>
                      <a:pt x="540705" y="107125"/>
                      <a:pt x="524876" y="90854"/>
                    </a:cubicBezTo>
                    <a:cubicBezTo>
                      <a:pt x="510814" y="75761"/>
                      <a:pt x="499033" y="65379"/>
                      <a:pt x="488579" y="58974"/>
                    </a:cubicBezTo>
                    <a:lnTo>
                      <a:pt x="488137" y="58753"/>
                    </a:lnTo>
                    <a:lnTo>
                      <a:pt x="487695" y="58974"/>
                    </a:lnTo>
                    <a:cubicBezTo>
                      <a:pt x="482247" y="61256"/>
                      <a:pt x="473191" y="66337"/>
                      <a:pt x="460012" y="74509"/>
                    </a:cubicBezTo>
                    <a:cubicBezTo>
                      <a:pt x="451250" y="80252"/>
                      <a:pt x="443078" y="84522"/>
                      <a:pt x="435863" y="87025"/>
                    </a:cubicBezTo>
                    <a:cubicBezTo>
                      <a:pt x="433728" y="87762"/>
                      <a:pt x="431298" y="87467"/>
                      <a:pt x="429384" y="86215"/>
                    </a:cubicBezTo>
                    <a:cubicBezTo>
                      <a:pt x="423052" y="82019"/>
                      <a:pt x="414658" y="77969"/>
                      <a:pt x="403688" y="73846"/>
                    </a:cubicBezTo>
                    <a:cubicBezTo>
                      <a:pt x="389184" y="68398"/>
                      <a:pt x="381306" y="65306"/>
                      <a:pt x="377110" y="63539"/>
                    </a:cubicBezTo>
                    <a:cubicBezTo>
                      <a:pt x="374974" y="62655"/>
                      <a:pt x="373428" y="60815"/>
                      <a:pt x="372839" y="58606"/>
                    </a:cubicBezTo>
                    <a:cubicBezTo>
                      <a:pt x="364814" y="28272"/>
                      <a:pt x="359145" y="8761"/>
                      <a:pt x="355832" y="589"/>
                    </a:cubicBezTo>
                    <a:lnTo>
                      <a:pt x="355611" y="0"/>
                    </a:lnTo>
                    <a:lnTo>
                      <a:pt x="259898" y="663"/>
                    </a:lnTo>
                    <a:cubicBezTo>
                      <a:pt x="257321" y="8909"/>
                      <a:pt x="254302" y="19658"/>
                      <a:pt x="250915" y="32616"/>
                    </a:cubicBezTo>
                    <a:cubicBezTo>
                      <a:pt x="246940" y="47636"/>
                      <a:pt x="244657" y="55955"/>
                      <a:pt x="243332" y="60520"/>
                    </a:cubicBezTo>
                    <a:cubicBezTo>
                      <a:pt x="242596" y="63023"/>
                      <a:pt x="240682" y="64938"/>
                      <a:pt x="238178" y="65600"/>
                    </a:cubicBezTo>
                    <a:cubicBezTo>
                      <a:pt x="229490" y="67883"/>
                      <a:pt x="212115" y="74656"/>
                      <a:pt x="185168" y="86363"/>
                    </a:cubicBezTo>
                    <a:cubicBezTo>
                      <a:pt x="182812" y="87393"/>
                      <a:pt x="180088" y="87099"/>
                      <a:pt x="178026" y="85626"/>
                    </a:cubicBezTo>
                    <a:cubicBezTo>
                      <a:pt x="165363" y="76644"/>
                      <a:pt x="147693" y="66705"/>
                      <a:pt x="125531" y="55882"/>
                    </a:cubicBezTo>
                    <a:lnTo>
                      <a:pt x="124942" y="55587"/>
                    </a:lnTo>
                    <a:lnTo>
                      <a:pt x="124501" y="56029"/>
                    </a:lnTo>
                    <a:cubicBezTo>
                      <a:pt x="84964" y="94535"/>
                      <a:pt x="61993" y="118242"/>
                      <a:pt x="56323" y="126489"/>
                    </a:cubicBezTo>
                    <a:lnTo>
                      <a:pt x="55882" y="127078"/>
                    </a:lnTo>
                    <a:lnTo>
                      <a:pt x="56397" y="127667"/>
                    </a:lnTo>
                    <a:cubicBezTo>
                      <a:pt x="62803" y="134808"/>
                      <a:pt x="72889" y="151227"/>
                      <a:pt x="86510" y="176407"/>
                    </a:cubicBezTo>
                    <a:cubicBezTo>
                      <a:pt x="87761" y="178689"/>
                      <a:pt x="87688" y="181487"/>
                      <a:pt x="86289" y="183696"/>
                    </a:cubicBezTo>
                    <a:cubicBezTo>
                      <a:pt x="82313" y="190248"/>
                      <a:pt x="78043" y="198862"/>
                      <a:pt x="73331" y="210201"/>
                    </a:cubicBezTo>
                    <a:cubicBezTo>
                      <a:pt x="68104" y="222643"/>
                      <a:pt x="64054" y="231773"/>
                      <a:pt x="61256" y="237442"/>
                    </a:cubicBezTo>
                    <a:cubicBezTo>
                      <a:pt x="60226" y="239577"/>
                      <a:pt x="58238" y="240976"/>
                      <a:pt x="55882" y="241418"/>
                    </a:cubicBezTo>
                    <a:cubicBezTo>
                      <a:pt x="48372" y="242670"/>
                      <a:pt x="39831" y="244731"/>
                      <a:pt x="29818" y="247676"/>
                    </a:cubicBezTo>
                    <a:cubicBezTo>
                      <a:pt x="14946" y="252020"/>
                      <a:pt x="5448" y="254670"/>
                      <a:pt x="736" y="255775"/>
                    </a:cubicBezTo>
                    <a:lnTo>
                      <a:pt x="0" y="255922"/>
                    </a:lnTo>
                    <a:lnTo>
                      <a:pt x="736" y="354286"/>
                    </a:lnTo>
                    <a:cubicBezTo>
                      <a:pt x="6405" y="355390"/>
                      <a:pt x="16639" y="358114"/>
                      <a:pt x="31217" y="362384"/>
                    </a:cubicBezTo>
                    <a:cubicBezTo>
                      <a:pt x="41009" y="365035"/>
                      <a:pt x="49771" y="367097"/>
                      <a:pt x="57133" y="368348"/>
                    </a:cubicBezTo>
                    <a:cubicBezTo>
                      <a:pt x="60078" y="368864"/>
                      <a:pt x="62434" y="371146"/>
                      <a:pt x="63097" y="374017"/>
                    </a:cubicBezTo>
                    <a:cubicBezTo>
                      <a:pt x="64864" y="382631"/>
                      <a:pt x="68030" y="392203"/>
                      <a:pt x="72521" y="402363"/>
                    </a:cubicBezTo>
                    <a:cubicBezTo>
                      <a:pt x="79221" y="417162"/>
                      <a:pt x="82608" y="424966"/>
                      <a:pt x="84301" y="429089"/>
                    </a:cubicBezTo>
                    <a:cubicBezTo>
                      <a:pt x="85184" y="431224"/>
                      <a:pt x="84964" y="433580"/>
                      <a:pt x="83859" y="435495"/>
                    </a:cubicBezTo>
                    <a:cubicBezTo>
                      <a:pt x="67146" y="464429"/>
                      <a:pt x="57870" y="482099"/>
                      <a:pt x="56176" y="488137"/>
                    </a:cubicBezTo>
                    <a:lnTo>
                      <a:pt x="56029" y="488652"/>
                    </a:lnTo>
                    <a:lnTo>
                      <a:pt x="56397" y="489020"/>
                    </a:lnTo>
                    <a:cubicBezTo>
                      <a:pt x="93431" y="526716"/>
                      <a:pt x="116328" y="548583"/>
                      <a:pt x="124648" y="553958"/>
                    </a:cubicBezTo>
                    <a:lnTo>
                      <a:pt x="125090" y="554252"/>
                    </a:lnTo>
                    <a:lnTo>
                      <a:pt x="125531" y="554032"/>
                    </a:lnTo>
                    <a:cubicBezTo>
                      <a:pt x="130759" y="551676"/>
                      <a:pt x="139888" y="546522"/>
                      <a:pt x="152625" y="538644"/>
                    </a:cubicBezTo>
                    <a:cubicBezTo>
                      <a:pt x="162123" y="532827"/>
                      <a:pt x="170664" y="528483"/>
                      <a:pt x="178174" y="525833"/>
                    </a:cubicBezTo>
                    <a:cubicBezTo>
                      <a:pt x="180014" y="525170"/>
                      <a:pt x="182076" y="525244"/>
                      <a:pt x="183843" y="526127"/>
                    </a:cubicBezTo>
                    <a:cubicBezTo>
                      <a:pt x="189144" y="528631"/>
                      <a:pt x="202175" y="534594"/>
                      <a:pt x="236338" y="549614"/>
                    </a:cubicBezTo>
                    <a:cubicBezTo>
                      <a:pt x="238252" y="550424"/>
                      <a:pt x="239651" y="552044"/>
                      <a:pt x="240313" y="554032"/>
                    </a:cubicBezTo>
                    <a:cubicBezTo>
                      <a:pt x="242301" y="560069"/>
                      <a:pt x="244731" y="569346"/>
                      <a:pt x="247602" y="581494"/>
                    </a:cubicBezTo>
                    <a:cubicBezTo>
                      <a:pt x="250768" y="595630"/>
                      <a:pt x="253860" y="605717"/>
                      <a:pt x="257100" y="612417"/>
                    </a:cubicBezTo>
                    <a:lnTo>
                      <a:pt x="257395" y="612932"/>
                    </a:ln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9" name="Freeform: Shape 11">
                <a:extLst>
                  <a:ext uri="{FF2B5EF4-FFF2-40B4-BE49-F238E27FC236}">
                    <a16:creationId xmlns:a16="http://schemas.microsoft.com/office/drawing/2014/main" id="{59355528-FF33-BC8C-160F-02447A9DF538}"/>
                  </a:ext>
                </a:extLst>
              </p:cNvPr>
              <p:cNvSpPr/>
              <p:nvPr/>
            </p:nvSpPr>
            <p:spPr>
              <a:xfrm>
                <a:off x="11055048" y="1930541"/>
                <a:ext cx="364004" cy="364004"/>
              </a:xfrm>
              <a:custGeom>
                <a:avLst/>
                <a:gdLst>
                  <a:gd name="connsiteX0" fmla="*/ 364004 w 364004"/>
                  <a:gd name="connsiteY0" fmla="*/ 182002 h 364004"/>
                  <a:gd name="connsiteX1" fmla="*/ 182002 w 364004"/>
                  <a:gd name="connsiteY1" fmla="*/ 364004 h 364004"/>
                  <a:gd name="connsiteX2" fmla="*/ 0 w 364004"/>
                  <a:gd name="connsiteY2" fmla="*/ 182002 h 364004"/>
                  <a:gd name="connsiteX3" fmla="*/ 182002 w 364004"/>
                  <a:gd name="connsiteY3" fmla="*/ 0 h 364004"/>
                  <a:gd name="connsiteX4" fmla="*/ 364004 w 364004"/>
                  <a:gd name="connsiteY4" fmla="*/ 182002 h 364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004" h="364004">
                    <a:moveTo>
                      <a:pt x="364004" y="182002"/>
                    </a:moveTo>
                    <a:cubicBezTo>
                      <a:pt x="364004" y="282519"/>
                      <a:pt x="282519" y="364004"/>
                      <a:pt x="182002" y="364004"/>
                    </a:cubicBezTo>
                    <a:cubicBezTo>
                      <a:pt x="81485" y="364004"/>
                      <a:pt x="0" y="282519"/>
                      <a:pt x="0" y="182002"/>
                    </a:cubicBezTo>
                    <a:cubicBezTo>
                      <a:pt x="0" y="81485"/>
                      <a:pt x="81485" y="0"/>
                      <a:pt x="182002" y="0"/>
                    </a:cubicBezTo>
                    <a:cubicBezTo>
                      <a:pt x="282519" y="0"/>
                      <a:pt x="364004" y="81485"/>
                      <a:pt x="364004" y="182002"/>
                    </a:cubicBez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34" name="Graphic 6">
              <a:extLst>
                <a:ext uri="{FF2B5EF4-FFF2-40B4-BE49-F238E27FC236}">
                  <a16:creationId xmlns:a16="http://schemas.microsoft.com/office/drawing/2014/main" id="{112761DA-4A35-5511-E41A-687BE4EEF994}"/>
                </a:ext>
              </a:extLst>
            </p:cNvPr>
            <p:cNvGrpSpPr/>
            <p:nvPr/>
          </p:nvGrpSpPr>
          <p:grpSpPr>
            <a:xfrm>
              <a:off x="10373203" y="2030525"/>
              <a:ext cx="936148" cy="161386"/>
              <a:chOff x="10373203" y="2030525"/>
              <a:chExt cx="936148" cy="161386"/>
            </a:xfrm>
            <a:noFill/>
          </p:grpSpPr>
          <p:sp>
            <p:nvSpPr>
              <p:cNvPr id="45" name="Freeform: Shape 43">
                <a:extLst>
                  <a:ext uri="{FF2B5EF4-FFF2-40B4-BE49-F238E27FC236}">
                    <a16:creationId xmlns:a16="http://schemas.microsoft.com/office/drawing/2014/main" id="{7EF4B7D9-783B-5130-4790-2135D8B2FBF6}"/>
                  </a:ext>
                </a:extLst>
              </p:cNvPr>
              <p:cNvSpPr/>
              <p:nvPr/>
            </p:nvSpPr>
            <p:spPr>
              <a:xfrm>
                <a:off x="10534590" y="2111218"/>
                <a:ext cx="615877" cy="7362"/>
              </a:xfrm>
              <a:custGeom>
                <a:avLst/>
                <a:gdLst>
                  <a:gd name="connsiteX0" fmla="*/ 615877 w 615877"/>
                  <a:gd name="connsiteY0" fmla="*/ 0 h 7362"/>
                  <a:gd name="connsiteX1" fmla="*/ 0 w 615877"/>
                  <a:gd name="connsiteY1" fmla="*/ 0 h 7362"/>
                </a:gdLst>
                <a:ahLst/>
                <a:cxnLst>
                  <a:cxn ang="0">
                    <a:pos x="connsiteX0" y="connsiteY0"/>
                  </a:cxn>
                  <a:cxn ang="0">
                    <a:pos x="connsiteX1" y="connsiteY1"/>
                  </a:cxn>
                </a:cxnLst>
                <a:rect l="l" t="t" r="r" b="b"/>
                <a:pathLst>
                  <a:path w="615877" h="7362">
                    <a:moveTo>
                      <a:pt x="615877" y="0"/>
                    </a:moveTo>
                    <a:lnTo>
                      <a:pt x="0" y="0"/>
                    </a:lnTo>
                  </a:path>
                </a:pathLst>
              </a:custGeom>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6" name="Freeform: Shape 44">
                <a:extLst>
                  <a:ext uri="{FF2B5EF4-FFF2-40B4-BE49-F238E27FC236}">
                    <a16:creationId xmlns:a16="http://schemas.microsoft.com/office/drawing/2014/main" id="{88E29F00-8873-F246-75C0-CC4A900AA005}"/>
                  </a:ext>
                </a:extLst>
              </p:cNvPr>
              <p:cNvSpPr/>
              <p:nvPr/>
            </p:nvSpPr>
            <p:spPr>
              <a:xfrm>
                <a:off x="11147964" y="2030525"/>
                <a:ext cx="161387" cy="161386"/>
              </a:xfrm>
              <a:custGeom>
                <a:avLst/>
                <a:gdLst>
                  <a:gd name="connsiteX0" fmla="*/ 161387 w 161387"/>
                  <a:gd name="connsiteY0" fmla="*/ 80693 h 161386"/>
                  <a:gd name="connsiteX1" fmla="*/ 80693 w 161387"/>
                  <a:gd name="connsiteY1" fmla="*/ 161387 h 161386"/>
                  <a:gd name="connsiteX2" fmla="*/ 0 w 161387"/>
                  <a:gd name="connsiteY2" fmla="*/ 80693 h 161386"/>
                  <a:gd name="connsiteX3" fmla="*/ 80693 w 161387"/>
                  <a:gd name="connsiteY3" fmla="*/ 0 h 161386"/>
                  <a:gd name="connsiteX4" fmla="*/ 161387 w 161387"/>
                  <a:gd name="connsiteY4" fmla="*/ 80693 h 161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87" h="161386">
                    <a:moveTo>
                      <a:pt x="161387" y="80693"/>
                    </a:moveTo>
                    <a:cubicBezTo>
                      <a:pt x="161387" y="125259"/>
                      <a:pt x="125259" y="161387"/>
                      <a:pt x="80693" y="161387"/>
                    </a:cubicBezTo>
                    <a:cubicBezTo>
                      <a:pt x="36128" y="161387"/>
                      <a:pt x="0" y="125259"/>
                      <a:pt x="0" y="80693"/>
                    </a:cubicBezTo>
                    <a:cubicBezTo>
                      <a:pt x="0" y="36128"/>
                      <a:pt x="36128" y="0"/>
                      <a:pt x="80693" y="0"/>
                    </a:cubicBezTo>
                    <a:cubicBezTo>
                      <a:pt x="125259" y="0"/>
                      <a:pt x="161387" y="36128"/>
                      <a:pt x="161387" y="80693"/>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7" name="Freeform: Shape 45">
                <a:extLst>
                  <a:ext uri="{FF2B5EF4-FFF2-40B4-BE49-F238E27FC236}">
                    <a16:creationId xmlns:a16="http://schemas.microsoft.com/office/drawing/2014/main" id="{17EFD1D7-8075-77E7-77DF-E2E1D8E55B45}"/>
                  </a:ext>
                </a:extLst>
              </p:cNvPr>
              <p:cNvSpPr/>
              <p:nvPr/>
            </p:nvSpPr>
            <p:spPr>
              <a:xfrm>
                <a:off x="10373203" y="2030525"/>
                <a:ext cx="161387" cy="161386"/>
              </a:xfrm>
              <a:custGeom>
                <a:avLst/>
                <a:gdLst>
                  <a:gd name="connsiteX0" fmla="*/ 161387 w 161387"/>
                  <a:gd name="connsiteY0" fmla="*/ 80693 h 161386"/>
                  <a:gd name="connsiteX1" fmla="*/ 80694 w 161387"/>
                  <a:gd name="connsiteY1" fmla="*/ 161387 h 161386"/>
                  <a:gd name="connsiteX2" fmla="*/ 0 w 161387"/>
                  <a:gd name="connsiteY2" fmla="*/ 80693 h 161386"/>
                  <a:gd name="connsiteX3" fmla="*/ 80694 w 161387"/>
                  <a:gd name="connsiteY3" fmla="*/ 0 h 161386"/>
                  <a:gd name="connsiteX4" fmla="*/ 161387 w 161387"/>
                  <a:gd name="connsiteY4" fmla="*/ 80693 h 161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87" h="161386">
                    <a:moveTo>
                      <a:pt x="161387" y="80693"/>
                    </a:moveTo>
                    <a:cubicBezTo>
                      <a:pt x="161387" y="125259"/>
                      <a:pt x="125259" y="161387"/>
                      <a:pt x="80694" y="161387"/>
                    </a:cubicBezTo>
                    <a:cubicBezTo>
                      <a:pt x="36128" y="161387"/>
                      <a:pt x="0" y="125259"/>
                      <a:pt x="0" y="80693"/>
                    </a:cubicBezTo>
                    <a:cubicBezTo>
                      <a:pt x="0" y="36128"/>
                      <a:pt x="36128" y="0"/>
                      <a:pt x="80694" y="0"/>
                    </a:cubicBezTo>
                    <a:cubicBezTo>
                      <a:pt x="125259" y="0"/>
                      <a:pt x="161387" y="36128"/>
                      <a:pt x="161387" y="80693"/>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35" name="Graphic 6">
              <a:extLst>
                <a:ext uri="{FF2B5EF4-FFF2-40B4-BE49-F238E27FC236}">
                  <a16:creationId xmlns:a16="http://schemas.microsoft.com/office/drawing/2014/main" id="{FE80F247-198B-503D-5A93-FE63375DABDF}"/>
                </a:ext>
              </a:extLst>
            </p:cNvPr>
            <p:cNvGrpSpPr/>
            <p:nvPr/>
          </p:nvGrpSpPr>
          <p:grpSpPr>
            <a:xfrm>
              <a:off x="9469303" y="1724685"/>
              <a:ext cx="984593" cy="773140"/>
              <a:chOff x="9469303" y="1724685"/>
              <a:chExt cx="984593" cy="773140"/>
            </a:xfrm>
            <a:noFill/>
          </p:grpSpPr>
          <p:sp>
            <p:nvSpPr>
              <p:cNvPr id="36" name="Freeform: Shape 47">
                <a:extLst>
                  <a:ext uri="{FF2B5EF4-FFF2-40B4-BE49-F238E27FC236}">
                    <a16:creationId xmlns:a16="http://schemas.microsoft.com/office/drawing/2014/main" id="{7E4EC9FA-A647-9CED-BA72-CF5633F1D103}"/>
                  </a:ext>
                </a:extLst>
              </p:cNvPr>
              <p:cNvSpPr/>
              <p:nvPr/>
            </p:nvSpPr>
            <p:spPr>
              <a:xfrm>
                <a:off x="9469377" y="1724685"/>
                <a:ext cx="984519" cy="773140"/>
              </a:xfrm>
              <a:custGeom>
                <a:avLst/>
                <a:gdLst>
                  <a:gd name="connsiteX0" fmla="*/ 984520 w 984519"/>
                  <a:gd name="connsiteY0" fmla="*/ 467301 h 773140"/>
                  <a:gd name="connsiteX1" fmla="*/ 984520 w 984519"/>
                  <a:gd name="connsiteY1" fmla="*/ 723223 h 773140"/>
                  <a:gd name="connsiteX2" fmla="*/ 934602 w 984519"/>
                  <a:gd name="connsiteY2" fmla="*/ 773141 h 773140"/>
                  <a:gd name="connsiteX3" fmla="*/ 49918 w 984519"/>
                  <a:gd name="connsiteY3" fmla="*/ 773141 h 773140"/>
                  <a:gd name="connsiteX4" fmla="*/ 0 w 984519"/>
                  <a:gd name="connsiteY4" fmla="*/ 723223 h 773140"/>
                  <a:gd name="connsiteX5" fmla="*/ 0 w 984519"/>
                  <a:gd name="connsiteY5" fmla="*/ 49918 h 773140"/>
                  <a:gd name="connsiteX6" fmla="*/ 49918 w 984519"/>
                  <a:gd name="connsiteY6" fmla="*/ 0 h 773140"/>
                  <a:gd name="connsiteX7" fmla="*/ 934602 w 984519"/>
                  <a:gd name="connsiteY7" fmla="*/ 0 h 773140"/>
                  <a:gd name="connsiteX8" fmla="*/ 984520 w 984519"/>
                  <a:gd name="connsiteY8" fmla="*/ 49918 h 773140"/>
                  <a:gd name="connsiteX9" fmla="*/ 984520 w 984519"/>
                  <a:gd name="connsiteY9" fmla="*/ 305840 h 773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4519" h="773140">
                    <a:moveTo>
                      <a:pt x="984520" y="467301"/>
                    </a:moveTo>
                    <a:lnTo>
                      <a:pt x="984520" y="723223"/>
                    </a:lnTo>
                    <a:cubicBezTo>
                      <a:pt x="984520" y="750832"/>
                      <a:pt x="962138" y="773141"/>
                      <a:pt x="934602" y="773141"/>
                    </a:cubicBezTo>
                    <a:lnTo>
                      <a:pt x="49918" y="773141"/>
                    </a:lnTo>
                    <a:cubicBezTo>
                      <a:pt x="22309" y="773141"/>
                      <a:pt x="0" y="750759"/>
                      <a:pt x="0" y="723223"/>
                    </a:cubicBezTo>
                    <a:lnTo>
                      <a:pt x="0" y="49918"/>
                    </a:lnTo>
                    <a:cubicBezTo>
                      <a:pt x="0" y="22309"/>
                      <a:pt x="22382" y="0"/>
                      <a:pt x="49918" y="0"/>
                    </a:cubicBezTo>
                    <a:lnTo>
                      <a:pt x="934602" y="0"/>
                    </a:lnTo>
                    <a:cubicBezTo>
                      <a:pt x="962211" y="0"/>
                      <a:pt x="984520" y="22382"/>
                      <a:pt x="984520" y="49918"/>
                    </a:cubicBezTo>
                    <a:lnTo>
                      <a:pt x="984520" y="305840"/>
                    </a:lnTo>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7" name="Freeform: Shape 48">
                <a:extLst>
                  <a:ext uri="{FF2B5EF4-FFF2-40B4-BE49-F238E27FC236}">
                    <a16:creationId xmlns:a16="http://schemas.microsoft.com/office/drawing/2014/main" id="{27048AA3-E371-2C3E-3FC7-641152297CDE}"/>
                  </a:ext>
                </a:extLst>
              </p:cNvPr>
              <p:cNvSpPr/>
              <p:nvPr/>
            </p:nvSpPr>
            <p:spPr>
              <a:xfrm>
                <a:off x="9469303" y="1888869"/>
                <a:ext cx="984593" cy="7362"/>
              </a:xfrm>
              <a:custGeom>
                <a:avLst/>
                <a:gdLst>
                  <a:gd name="connsiteX0" fmla="*/ 0 w 984593"/>
                  <a:gd name="connsiteY0" fmla="*/ 0 h 7362"/>
                  <a:gd name="connsiteX1" fmla="*/ 984593 w 984593"/>
                  <a:gd name="connsiteY1" fmla="*/ 0 h 7362"/>
                </a:gdLst>
                <a:ahLst/>
                <a:cxnLst>
                  <a:cxn ang="0">
                    <a:pos x="connsiteX0" y="connsiteY0"/>
                  </a:cxn>
                  <a:cxn ang="0">
                    <a:pos x="connsiteX1" y="connsiteY1"/>
                  </a:cxn>
                </a:cxnLst>
                <a:rect l="l" t="t" r="r" b="b"/>
                <a:pathLst>
                  <a:path w="984593" h="7362">
                    <a:moveTo>
                      <a:pt x="0" y="0"/>
                    </a:moveTo>
                    <a:lnTo>
                      <a:pt x="984593" y="0"/>
                    </a:lnTo>
                  </a:path>
                </a:pathLst>
              </a:custGeom>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38" name="Graphic 6">
                <a:extLst>
                  <a:ext uri="{FF2B5EF4-FFF2-40B4-BE49-F238E27FC236}">
                    <a16:creationId xmlns:a16="http://schemas.microsoft.com/office/drawing/2014/main" id="{9D3AFC3D-D308-C351-C452-771F43DF949E}"/>
                  </a:ext>
                </a:extLst>
              </p:cNvPr>
              <p:cNvGrpSpPr/>
              <p:nvPr/>
            </p:nvGrpSpPr>
            <p:grpSpPr>
              <a:xfrm>
                <a:off x="9661171" y="2008511"/>
                <a:ext cx="587310" cy="372397"/>
                <a:chOff x="9661171" y="2008511"/>
                <a:chExt cx="587310" cy="372397"/>
              </a:xfrm>
              <a:noFill/>
            </p:grpSpPr>
            <p:sp>
              <p:nvSpPr>
                <p:cNvPr id="42" name="Freeform: Shape 50">
                  <a:extLst>
                    <a:ext uri="{FF2B5EF4-FFF2-40B4-BE49-F238E27FC236}">
                      <a16:creationId xmlns:a16="http://schemas.microsoft.com/office/drawing/2014/main" id="{BC3E2FC3-4976-920B-83E5-0AF469EDFB7C}"/>
                    </a:ext>
                  </a:extLst>
                </p:cNvPr>
                <p:cNvSpPr/>
                <p:nvPr/>
              </p:nvSpPr>
              <p:spPr>
                <a:xfrm>
                  <a:off x="9661171" y="2040096"/>
                  <a:ext cx="143127" cy="286108"/>
                </a:xfrm>
                <a:custGeom>
                  <a:avLst/>
                  <a:gdLst>
                    <a:gd name="connsiteX0" fmla="*/ 143128 w 143127"/>
                    <a:gd name="connsiteY0" fmla="*/ 0 h 286108"/>
                    <a:gd name="connsiteX1" fmla="*/ 0 w 143127"/>
                    <a:gd name="connsiteY1" fmla="*/ 143054 h 286108"/>
                    <a:gd name="connsiteX2" fmla="*/ 143128 w 143127"/>
                    <a:gd name="connsiteY2" fmla="*/ 286109 h 286108"/>
                  </a:gdLst>
                  <a:ahLst/>
                  <a:cxnLst>
                    <a:cxn ang="0">
                      <a:pos x="connsiteX0" y="connsiteY0"/>
                    </a:cxn>
                    <a:cxn ang="0">
                      <a:pos x="connsiteX1" y="connsiteY1"/>
                    </a:cxn>
                    <a:cxn ang="0">
                      <a:pos x="connsiteX2" y="connsiteY2"/>
                    </a:cxn>
                  </a:cxnLst>
                  <a:rect l="l" t="t" r="r" b="b"/>
                  <a:pathLst>
                    <a:path w="143127" h="286108">
                      <a:moveTo>
                        <a:pt x="143128" y="0"/>
                      </a:moveTo>
                      <a:lnTo>
                        <a:pt x="0" y="143054"/>
                      </a:lnTo>
                      <a:lnTo>
                        <a:pt x="143128" y="286109"/>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3" name="Freeform: Shape 51">
                  <a:extLst>
                    <a:ext uri="{FF2B5EF4-FFF2-40B4-BE49-F238E27FC236}">
                      <a16:creationId xmlns:a16="http://schemas.microsoft.com/office/drawing/2014/main" id="{B0B5202B-E491-56CD-6C1D-AE5BBB9E3644}"/>
                    </a:ext>
                  </a:extLst>
                </p:cNvPr>
                <p:cNvSpPr/>
                <p:nvPr/>
              </p:nvSpPr>
              <p:spPr>
                <a:xfrm>
                  <a:off x="10105427" y="2040096"/>
                  <a:ext cx="143054" cy="286108"/>
                </a:xfrm>
                <a:custGeom>
                  <a:avLst/>
                  <a:gdLst>
                    <a:gd name="connsiteX0" fmla="*/ 0 w 143054"/>
                    <a:gd name="connsiteY0" fmla="*/ 0 h 286108"/>
                    <a:gd name="connsiteX1" fmla="*/ 143054 w 143054"/>
                    <a:gd name="connsiteY1" fmla="*/ 143054 h 286108"/>
                    <a:gd name="connsiteX2" fmla="*/ 0 w 143054"/>
                    <a:gd name="connsiteY2" fmla="*/ 286109 h 286108"/>
                  </a:gdLst>
                  <a:ahLst/>
                  <a:cxnLst>
                    <a:cxn ang="0">
                      <a:pos x="connsiteX0" y="connsiteY0"/>
                    </a:cxn>
                    <a:cxn ang="0">
                      <a:pos x="connsiteX1" y="connsiteY1"/>
                    </a:cxn>
                    <a:cxn ang="0">
                      <a:pos x="connsiteX2" y="connsiteY2"/>
                    </a:cxn>
                  </a:cxnLst>
                  <a:rect l="l" t="t" r="r" b="b"/>
                  <a:pathLst>
                    <a:path w="143054" h="286108">
                      <a:moveTo>
                        <a:pt x="0" y="0"/>
                      </a:moveTo>
                      <a:lnTo>
                        <a:pt x="143054" y="143054"/>
                      </a:lnTo>
                      <a:lnTo>
                        <a:pt x="0" y="286109"/>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4" name="Freeform: Shape 52">
                  <a:extLst>
                    <a:ext uri="{FF2B5EF4-FFF2-40B4-BE49-F238E27FC236}">
                      <a16:creationId xmlns:a16="http://schemas.microsoft.com/office/drawing/2014/main" id="{91D024DC-6D92-9527-B733-06AC115037CD}"/>
                    </a:ext>
                  </a:extLst>
                </p:cNvPr>
                <p:cNvSpPr/>
                <p:nvPr/>
              </p:nvSpPr>
              <p:spPr>
                <a:xfrm>
                  <a:off x="9878734" y="2008511"/>
                  <a:ext cx="152257" cy="372397"/>
                </a:xfrm>
                <a:custGeom>
                  <a:avLst/>
                  <a:gdLst>
                    <a:gd name="connsiteX0" fmla="*/ 152257 w 152257"/>
                    <a:gd name="connsiteY0" fmla="*/ 0 h 372397"/>
                    <a:gd name="connsiteX1" fmla="*/ 0 w 152257"/>
                    <a:gd name="connsiteY1" fmla="*/ 372398 h 372397"/>
                  </a:gdLst>
                  <a:ahLst/>
                  <a:cxnLst>
                    <a:cxn ang="0">
                      <a:pos x="connsiteX0" y="connsiteY0"/>
                    </a:cxn>
                    <a:cxn ang="0">
                      <a:pos x="connsiteX1" y="connsiteY1"/>
                    </a:cxn>
                  </a:cxnLst>
                  <a:rect l="l" t="t" r="r" b="b"/>
                  <a:pathLst>
                    <a:path w="152257" h="372397">
                      <a:moveTo>
                        <a:pt x="152257" y="0"/>
                      </a:moveTo>
                      <a:lnTo>
                        <a:pt x="0" y="372398"/>
                      </a:lnTo>
                    </a:path>
                  </a:pathLst>
                </a:custGeom>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39" name="Freeform: Shape 53">
                <a:extLst>
                  <a:ext uri="{FF2B5EF4-FFF2-40B4-BE49-F238E27FC236}">
                    <a16:creationId xmlns:a16="http://schemas.microsoft.com/office/drawing/2014/main" id="{3475758E-292F-4EF9-4B6B-A832197047F9}"/>
                  </a:ext>
                </a:extLst>
              </p:cNvPr>
              <p:cNvSpPr/>
              <p:nvPr/>
            </p:nvSpPr>
            <p:spPr>
              <a:xfrm>
                <a:off x="10106531" y="1777916"/>
                <a:ext cx="57280" cy="57280"/>
              </a:xfrm>
              <a:custGeom>
                <a:avLst/>
                <a:gdLst>
                  <a:gd name="connsiteX0" fmla="*/ 57281 w 57280"/>
                  <a:gd name="connsiteY0" fmla="*/ 28640 h 57280"/>
                  <a:gd name="connsiteX1" fmla="*/ 28640 w 57280"/>
                  <a:gd name="connsiteY1" fmla="*/ 57281 h 57280"/>
                  <a:gd name="connsiteX2" fmla="*/ 0 w 57280"/>
                  <a:gd name="connsiteY2" fmla="*/ 28640 h 57280"/>
                  <a:gd name="connsiteX3" fmla="*/ 28640 w 57280"/>
                  <a:gd name="connsiteY3" fmla="*/ 0 h 57280"/>
                  <a:gd name="connsiteX4" fmla="*/ 57281 w 57280"/>
                  <a:gd name="connsiteY4" fmla="*/ 28640 h 5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80" h="57280">
                    <a:moveTo>
                      <a:pt x="57281" y="28640"/>
                    </a:moveTo>
                    <a:cubicBezTo>
                      <a:pt x="57281" y="44458"/>
                      <a:pt x="44458" y="57281"/>
                      <a:pt x="28640" y="57281"/>
                    </a:cubicBezTo>
                    <a:cubicBezTo>
                      <a:pt x="12823" y="57281"/>
                      <a:pt x="0" y="44458"/>
                      <a:pt x="0" y="28640"/>
                    </a:cubicBezTo>
                    <a:cubicBezTo>
                      <a:pt x="0" y="12823"/>
                      <a:pt x="12823" y="0"/>
                      <a:pt x="28640" y="0"/>
                    </a:cubicBezTo>
                    <a:cubicBezTo>
                      <a:pt x="44458" y="0"/>
                      <a:pt x="57281" y="12823"/>
                      <a:pt x="57281" y="28640"/>
                    </a:cubicBez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0" name="Freeform: Shape 54">
                <a:extLst>
                  <a:ext uri="{FF2B5EF4-FFF2-40B4-BE49-F238E27FC236}">
                    <a16:creationId xmlns:a16="http://schemas.microsoft.com/office/drawing/2014/main" id="{17CAB70F-434D-7F52-05F0-EAE7516B917D}"/>
                  </a:ext>
                </a:extLst>
              </p:cNvPr>
              <p:cNvSpPr/>
              <p:nvPr/>
            </p:nvSpPr>
            <p:spPr>
              <a:xfrm>
                <a:off x="10216233" y="1777916"/>
                <a:ext cx="57280" cy="57280"/>
              </a:xfrm>
              <a:custGeom>
                <a:avLst/>
                <a:gdLst>
                  <a:gd name="connsiteX0" fmla="*/ 57281 w 57280"/>
                  <a:gd name="connsiteY0" fmla="*/ 28640 h 57280"/>
                  <a:gd name="connsiteX1" fmla="*/ 28640 w 57280"/>
                  <a:gd name="connsiteY1" fmla="*/ 57281 h 57280"/>
                  <a:gd name="connsiteX2" fmla="*/ 0 w 57280"/>
                  <a:gd name="connsiteY2" fmla="*/ 28640 h 57280"/>
                  <a:gd name="connsiteX3" fmla="*/ 28640 w 57280"/>
                  <a:gd name="connsiteY3" fmla="*/ 0 h 57280"/>
                  <a:gd name="connsiteX4" fmla="*/ 57281 w 57280"/>
                  <a:gd name="connsiteY4" fmla="*/ 28640 h 5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80" h="57280">
                    <a:moveTo>
                      <a:pt x="57281" y="28640"/>
                    </a:moveTo>
                    <a:cubicBezTo>
                      <a:pt x="57281" y="44458"/>
                      <a:pt x="44458" y="57281"/>
                      <a:pt x="28640" y="57281"/>
                    </a:cubicBezTo>
                    <a:cubicBezTo>
                      <a:pt x="12823" y="57281"/>
                      <a:pt x="0" y="44458"/>
                      <a:pt x="0" y="28640"/>
                    </a:cubicBezTo>
                    <a:cubicBezTo>
                      <a:pt x="0" y="12823"/>
                      <a:pt x="12823" y="0"/>
                      <a:pt x="28640" y="0"/>
                    </a:cubicBezTo>
                    <a:cubicBezTo>
                      <a:pt x="44458" y="0"/>
                      <a:pt x="57281" y="12823"/>
                      <a:pt x="57281" y="28640"/>
                    </a:cubicBez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1" name="Freeform: Shape 55">
                <a:extLst>
                  <a:ext uri="{FF2B5EF4-FFF2-40B4-BE49-F238E27FC236}">
                    <a16:creationId xmlns:a16="http://schemas.microsoft.com/office/drawing/2014/main" id="{95B551A2-FD61-7D05-DA34-341270117906}"/>
                  </a:ext>
                </a:extLst>
              </p:cNvPr>
              <p:cNvSpPr/>
              <p:nvPr/>
            </p:nvSpPr>
            <p:spPr>
              <a:xfrm>
                <a:off x="10325935" y="1777916"/>
                <a:ext cx="57280" cy="57280"/>
              </a:xfrm>
              <a:custGeom>
                <a:avLst/>
                <a:gdLst>
                  <a:gd name="connsiteX0" fmla="*/ 57281 w 57280"/>
                  <a:gd name="connsiteY0" fmla="*/ 28640 h 57280"/>
                  <a:gd name="connsiteX1" fmla="*/ 28640 w 57280"/>
                  <a:gd name="connsiteY1" fmla="*/ 57281 h 57280"/>
                  <a:gd name="connsiteX2" fmla="*/ 0 w 57280"/>
                  <a:gd name="connsiteY2" fmla="*/ 28640 h 57280"/>
                  <a:gd name="connsiteX3" fmla="*/ 28640 w 57280"/>
                  <a:gd name="connsiteY3" fmla="*/ 0 h 57280"/>
                  <a:gd name="connsiteX4" fmla="*/ 57281 w 57280"/>
                  <a:gd name="connsiteY4" fmla="*/ 28640 h 5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80" h="57280">
                    <a:moveTo>
                      <a:pt x="57281" y="28640"/>
                    </a:moveTo>
                    <a:cubicBezTo>
                      <a:pt x="57281" y="44458"/>
                      <a:pt x="44458" y="57281"/>
                      <a:pt x="28640" y="57281"/>
                    </a:cubicBezTo>
                    <a:cubicBezTo>
                      <a:pt x="12823" y="57281"/>
                      <a:pt x="0" y="44458"/>
                      <a:pt x="0" y="28640"/>
                    </a:cubicBezTo>
                    <a:cubicBezTo>
                      <a:pt x="0" y="12823"/>
                      <a:pt x="12823" y="0"/>
                      <a:pt x="28640" y="0"/>
                    </a:cubicBezTo>
                    <a:cubicBezTo>
                      <a:pt x="44458" y="0"/>
                      <a:pt x="57281" y="12823"/>
                      <a:pt x="57281" y="28640"/>
                    </a:cubicBez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28" name="TextBox 27">
            <a:extLst>
              <a:ext uri="{FF2B5EF4-FFF2-40B4-BE49-F238E27FC236}">
                <a16:creationId xmlns:a16="http://schemas.microsoft.com/office/drawing/2014/main" id="{5C36E414-3324-FDD5-88B6-38E99A7B45A1}"/>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51" name="Graphic 8">
            <a:extLst>
              <a:ext uri="{FF2B5EF4-FFF2-40B4-BE49-F238E27FC236}">
                <a16:creationId xmlns:a16="http://schemas.microsoft.com/office/drawing/2014/main" id="{9E06D9E4-9115-0B32-8C99-2EB0628163FB}"/>
              </a:ext>
            </a:extLst>
          </p:cNvPr>
          <p:cNvGrpSpPr/>
          <p:nvPr userDrawn="1"/>
        </p:nvGrpSpPr>
        <p:grpSpPr>
          <a:xfrm>
            <a:off x="265625" y="6323271"/>
            <a:ext cx="1249223" cy="369648"/>
            <a:chOff x="265625" y="6323271"/>
            <a:chExt cx="1249223" cy="369648"/>
          </a:xfrm>
          <a:solidFill>
            <a:srgbClr val="000000"/>
          </a:solidFill>
        </p:grpSpPr>
        <p:grpSp>
          <p:nvGrpSpPr>
            <p:cNvPr id="52" name="Graphic 8">
              <a:extLst>
                <a:ext uri="{FF2B5EF4-FFF2-40B4-BE49-F238E27FC236}">
                  <a16:creationId xmlns:a16="http://schemas.microsoft.com/office/drawing/2014/main" id="{D912C3F0-D141-3BF2-D634-663DD79D1115}"/>
                </a:ext>
              </a:extLst>
            </p:cNvPr>
            <p:cNvGrpSpPr/>
            <p:nvPr/>
          </p:nvGrpSpPr>
          <p:grpSpPr>
            <a:xfrm>
              <a:off x="745455" y="6594444"/>
              <a:ext cx="722662" cy="98475"/>
              <a:chOff x="745455" y="6594444"/>
              <a:chExt cx="722662" cy="98475"/>
            </a:xfrm>
            <a:solidFill>
              <a:srgbClr val="000000"/>
            </a:solidFill>
          </p:grpSpPr>
          <p:sp>
            <p:nvSpPr>
              <p:cNvPr id="61" name="Freeform 19">
                <a:extLst>
                  <a:ext uri="{FF2B5EF4-FFF2-40B4-BE49-F238E27FC236}">
                    <a16:creationId xmlns:a16="http://schemas.microsoft.com/office/drawing/2014/main" id="{2679C535-83D4-F506-0FBC-1FC91502842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62" name="Freeform 20">
                <a:extLst>
                  <a:ext uri="{FF2B5EF4-FFF2-40B4-BE49-F238E27FC236}">
                    <a16:creationId xmlns:a16="http://schemas.microsoft.com/office/drawing/2014/main" id="{980D7D2B-B551-6782-CE99-71D9956EAD22}"/>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63" name="Freeform 21">
                <a:extLst>
                  <a:ext uri="{FF2B5EF4-FFF2-40B4-BE49-F238E27FC236}">
                    <a16:creationId xmlns:a16="http://schemas.microsoft.com/office/drawing/2014/main" id="{93E81E0B-EC2C-A55A-6A16-5752CF52613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129" name="Freeform 22">
                <a:extLst>
                  <a:ext uri="{FF2B5EF4-FFF2-40B4-BE49-F238E27FC236}">
                    <a16:creationId xmlns:a16="http://schemas.microsoft.com/office/drawing/2014/main" id="{1A1E37DC-C8FC-9981-E3B2-DCAA252B4B62}"/>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130" name="Freeform 23">
                <a:extLst>
                  <a:ext uri="{FF2B5EF4-FFF2-40B4-BE49-F238E27FC236}">
                    <a16:creationId xmlns:a16="http://schemas.microsoft.com/office/drawing/2014/main" id="{33344F34-AC51-2527-3C9D-8314279906A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31" name="Freeform 24">
                <a:extLst>
                  <a:ext uri="{FF2B5EF4-FFF2-40B4-BE49-F238E27FC236}">
                    <a16:creationId xmlns:a16="http://schemas.microsoft.com/office/drawing/2014/main" id="{44552C25-6E6E-932C-58BE-822700D722A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132" name="Freeform 25">
                <a:extLst>
                  <a:ext uri="{FF2B5EF4-FFF2-40B4-BE49-F238E27FC236}">
                    <a16:creationId xmlns:a16="http://schemas.microsoft.com/office/drawing/2014/main" id="{54531708-A4EE-8903-D1B2-4F0CBEAA885C}"/>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133" name="Freeform 26">
                <a:extLst>
                  <a:ext uri="{FF2B5EF4-FFF2-40B4-BE49-F238E27FC236}">
                    <a16:creationId xmlns:a16="http://schemas.microsoft.com/office/drawing/2014/main" id="{36A0D391-E7FE-1B53-5C16-0FE8D35AB496}"/>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134" name="Freeform 27">
                <a:extLst>
                  <a:ext uri="{FF2B5EF4-FFF2-40B4-BE49-F238E27FC236}">
                    <a16:creationId xmlns:a16="http://schemas.microsoft.com/office/drawing/2014/main" id="{8BBFFDD2-A9D2-BD89-FDAB-100B15BC314D}"/>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35" name="Freeform 28">
                <a:extLst>
                  <a:ext uri="{FF2B5EF4-FFF2-40B4-BE49-F238E27FC236}">
                    <a16:creationId xmlns:a16="http://schemas.microsoft.com/office/drawing/2014/main" id="{19DED88E-D488-5A44-76B0-3D062161BDE8}"/>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53" name="Graphic 8">
              <a:extLst>
                <a:ext uri="{FF2B5EF4-FFF2-40B4-BE49-F238E27FC236}">
                  <a16:creationId xmlns:a16="http://schemas.microsoft.com/office/drawing/2014/main" id="{C2965FF7-AEF7-C2F0-63F8-F1FDEE0C409E}"/>
                </a:ext>
              </a:extLst>
            </p:cNvPr>
            <p:cNvGrpSpPr/>
            <p:nvPr/>
          </p:nvGrpSpPr>
          <p:grpSpPr>
            <a:xfrm>
              <a:off x="265625" y="6323271"/>
              <a:ext cx="1249223" cy="190348"/>
              <a:chOff x="265625" y="6323271"/>
              <a:chExt cx="1249223" cy="190348"/>
            </a:xfrm>
            <a:solidFill>
              <a:srgbClr val="000000"/>
            </a:solidFill>
          </p:grpSpPr>
          <p:sp>
            <p:nvSpPr>
              <p:cNvPr id="54" name="Freeform 10">
                <a:extLst>
                  <a:ext uri="{FF2B5EF4-FFF2-40B4-BE49-F238E27FC236}">
                    <a16:creationId xmlns:a16="http://schemas.microsoft.com/office/drawing/2014/main" id="{E038BDB1-BCA2-06EF-CE65-02DB90820FA0}"/>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55" name="Freeform 11">
                <a:extLst>
                  <a:ext uri="{FF2B5EF4-FFF2-40B4-BE49-F238E27FC236}">
                    <a16:creationId xmlns:a16="http://schemas.microsoft.com/office/drawing/2014/main" id="{A747ED16-5106-EF7B-3AF4-C6B84D31019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56" name="Freeform 14">
                <a:extLst>
                  <a:ext uri="{FF2B5EF4-FFF2-40B4-BE49-F238E27FC236}">
                    <a16:creationId xmlns:a16="http://schemas.microsoft.com/office/drawing/2014/main" id="{93DF5C0C-BE16-8CCE-8B6F-4A8EBA56715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57" name="Freeform 15">
                <a:extLst>
                  <a:ext uri="{FF2B5EF4-FFF2-40B4-BE49-F238E27FC236}">
                    <a16:creationId xmlns:a16="http://schemas.microsoft.com/office/drawing/2014/main" id="{476666EF-1A24-FB49-755E-173132F59A76}"/>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58" name="Freeform 16">
                <a:extLst>
                  <a:ext uri="{FF2B5EF4-FFF2-40B4-BE49-F238E27FC236}">
                    <a16:creationId xmlns:a16="http://schemas.microsoft.com/office/drawing/2014/main" id="{4C641D78-B6F4-7DF1-7AC8-6C7C3706DC8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59" name="Freeform 17">
                <a:extLst>
                  <a:ext uri="{FF2B5EF4-FFF2-40B4-BE49-F238E27FC236}">
                    <a16:creationId xmlns:a16="http://schemas.microsoft.com/office/drawing/2014/main" id="{1243D46A-B0E8-A2B8-C46B-283C09251320}"/>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60" name="Freeform 18">
                <a:extLst>
                  <a:ext uri="{FF2B5EF4-FFF2-40B4-BE49-F238E27FC236}">
                    <a16:creationId xmlns:a16="http://schemas.microsoft.com/office/drawing/2014/main" id="{CBF21737-6D15-0013-436F-C4F38B7F768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50" name="TextBox 49">
            <a:extLst>
              <a:ext uri="{FF2B5EF4-FFF2-40B4-BE49-F238E27FC236}">
                <a16:creationId xmlns:a16="http://schemas.microsoft.com/office/drawing/2014/main" id="{B88D2144-6E96-D6CF-FAAD-0076DE220724}"/>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pic>
        <p:nvPicPr>
          <p:cNvPr id="137" name="Graphic 136">
            <a:extLst>
              <a:ext uri="{FF2B5EF4-FFF2-40B4-BE49-F238E27FC236}">
                <a16:creationId xmlns:a16="http://schemas.microsoft.com/office/drawing/2014/main" id="{9D88C393-D445-996E-D37B-3926A626ABA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7017319" y="2536805"/>
            <a:ext cx="1828800" cy="1828800"/>
          </a:xfrm>
          <a:prstGeom prst="rect">
            <a:avLst/>
          </a:prstGeom>
        </p:spPr>
      </p:pic>
    </p:spTree>
    <p:extLst>
      <p:ext uri="{BB962C8B-B14F-4D97-AF65-F5344CB8AC3E}">
        <p14:creationId xmlns:p14="http://schemas.microsoft.com/office/powerpoint/2010/main" val="3331329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Section - Supervis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3" name="Parallelogram 2">
            <a:extLst>
              <a:ext uri="{FF2B5EF4-FFF2-40B4-BE49-F238E27FC236}">
                <a16:creationId xmlns:a16="http://schemas.microsoft.com/office/drawing/2014/main" id="{5F942261-A521-60D5-A5C3-A85CF4F32FA9}"/>
              </a:ext>
            </a:extLst>
          </p:cNvPr>
          <p:cNvSpPr/>
          <p:nvPr userDrawn="1"/>
        </p:nvSpPr>
        <p:spPr>
          <a:xfrm>
            <a:off x="5406003" y="15044"/>
            <a:ext cx="14676689" cy="6858001"/>
          </a:xfrm>
          <a:prstGeom prst="parallelogram">
            <a:avLst>
              <a:gd name="adj" fmla="val 100124"/>
            </a:avLst>
          </a:prstGeom>
          <a:gradFill flip="none" rotWithShape="1">
            <a:gsLst>
              <a:gs pos="24000">
                <a:schemeClr val="accent5"/>
              </a:gs>
              <a:gs pos="100000">
                <a:schemeClr val="accent5">
                  <a:lumMod val="60000"/>
                  <a:lumOff val="40000"/>
                </a:schemeClr>
              </a:gs>
            </a:gsLst>
            <a:lin ang="18900000" scaled="1"/>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rallelogram 3">
            <a:extLst>
              <a:ext uri="{FF2B5EF4-FFF2-40B4-BE49-F238E27FC236}">
                <a16:creationId xmlns:a16="http://schemas.microsoft.com/office/drawing/2014/main" id="{DC55FDFC-BFF5-72B6-48F8-99C6DED616E4}"/>
              </a:ext>
            </a:extLst>
          </p:cNvPr>
          <p:cNvSpPr/>
          <p:nvPr userDrawn="1"/>
        </p:nvSpPr>
        <p:spPr>
          <a:xfrm>
            <a:off x="1840256" y="-1"/>
            <a:ext cx="12934077" cy="6470788"/>
          </a:xfrm>
          <a:prstGeom prst="parallelogram">
            <a:avLst>
              <a:gd name="adj" fmla="val 100124"/>
            </a:avLst>
          </a:prstGeom>
          <a:gradFill flip="none" rotWithShape="1">
            <a:gsLst>
              <a:gs pos="0">
                <a:schemeClr val="accent5">
                  <a:alpha val="33000"/>
                </a:schemeClr>
              </a:gs>
              <a:gs pos="97000">
                <a:schemeClr val="accent5">
                  <a:alpha val="0"/>
                </a:schemeClr>
              </a:gs>
            </a:gsLst>
            <a:lin ang="8100000" scaled="1"/>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 name="Graphic 143">
            <a:extLst>
              <a:ext uri="{FF2B5EF4-FFF2-40B4-BE49-F238E27FC236}">
                <a16:creationId xmlns:a16="http://schemas.microsoft.com/office/drawing/2014/main" id="{D4D344BF-B1DE-868D-E423-BD5DAAC7B0C9}"/>
              </a:ext>
            </a:extLst>
          </p:cNvPr>
          <p:cNvSpPr/>
          <p:nvPr userDrawn="1"/>
        </p:nvSpPr>
        <p:spPr>
          <a:xfrm>
            <a:off x="4130978" y="4499933"/>
            <a:ext cx="2421204" cy="666750"/>
          </a:xfrm>
          <a:custGeom>
            <a:avLst/>
            <a:gdLst>
              <a:gd name="connsiteX0" fmla="*/ 482061 w 600651"/>
              <a:gd name="connsiteY0" fmla="*/ 38962 h 165407"/>
              <a:gd name="connsiteX1" fmla="*/ 398886 w 600651"/>
              <a:gd name="connsiteY1" fmla="*/ 75298 h 165407"/>
              <a:gd name="connsiteX2" fmla="*/ 268849 w 600651"/>
              <a:gd name="connsiteY2" fmla="*/ 0 h 165407"/>
              <a:gd name="connsiteX3" fmla="*/ 118927 w 600651"/>
              <a:gd name="connsiteY3" fmla="*/ 122878 h 165407"/>
              <a:gd name="connsiteX4" fmla="*/ 66185 w 600651"/>
              <a:gd name="connsiteY4" fmla="*/ 94823 h 165407"/>
              <a:gd name="connsiteX5" fmla="*/ 0 w 600651"/>
              <a:gd name="connsiteY5" fmla="*/ 165408 h 165407"/>
              <a:gd name="connsiteX6" fmla="*/ 600652 w 600651"/>
              <a:gd name="connsiteY6" fmla="*/ 165408 h 165407"/>
              <a:gd name="connsiteX7" fmla="*/ 482061 w 600651"/>
              <a:gd name="connsiteY7" fmla="*/ 38939 h 16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651" h="165407">
                <a:moveTo>
                  <a:pt x="482061" y="38962"/>
                </a:moveTo>
                <a:cubicBezTo>
                  <a:pt x="449653" y="38962"/>
                  <a:pt x="420297" y="52832"/>
                  <a:pt x="398886" y="75298"/>
                </a:cubicBezTo>
                <a:cubicBezTo>
                  <a:pt x="371236" y="29984"/>
                  <a:pt x="323341" y="0"/>
                  <a:pt x="268849" y="0"/>
                </a:cubicBezTo>
                <a:cubicBezTo>
                  <a:pt x="196963" y="0"/>
                  <a:pt x="136523" y="52136"/>
                  <a:pt x="118927" y="122878"/>
                </a:cubicBezTo>
                <a:cubicBezTo>
                  <a:pt x="106853" y="105865"/>
                  <a:pt x="87754" y="94823"/>
                  <a:pt x="66185" y="94823"/>
                </a:cubicBezTo>
                <a:cubicBezTo>
                  <a:pt x="29625" y="94823"/>
                  <a:pt x="0" y="126446"/>
                  <a:pt x="0" y="165408"/>
                </a:cubicBezTo>
                <a:lnTo>
                  <a:pt x="600652" y="165408"/>
                </a:lnTo>
                <a:cubicBezTo>
                  <a:pt x="600652" y="95564"/>
                  <a:pt x="547551" y="38939"/>
                  <a:pt x="482061" y="38939"/>
                </a:cubicBezTo>
                <a:close/>
              </a:path>
            </a:pathLst>
          </a:custGeom>
          <a:solidFill>
            <a:schemeClr val="accent5">
              <a:alpha val="18000"/>
            </a:schemeClr>
          </a:soli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6" name="Graphic 5">
            <a:extLst>
              <a:ext uri="{FF2B5EF4-FFF2-40B4-BE49-F238E27FC236}">
                <a16:creationId xmlns:a16="http://schemas.microsoft.com/office/drawing/2014/main" id="{C9DAFB5F-D079-0D12-1A57-03B02261AA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79191" y="2988649"/>
            <a:ext cx="3124591" cy="1207366"/>
          </a:xfrm>
          <a:prstGeom prst="rect">
            <a:avLst/>
          </a:prstGeom>
        </p:spPr>
      </p:pic>
      <p:grpSp>
        <p:nvGrpSpPr>
          <p:cNvPr id="7" name="Group 6">
            <a:extLst>
              <a:ext uri="{FF2B5EF4-FFF2-40B4-BE49-F238E27FC236}">
                <a16:creationId xmlns:a16="http://schemas.microsoft.com/office/drawing/2014/main" id="{112E8C14-E13E-8DDB-974A-C1206CB93365}"/>
              </a:ext>
            </a:extLst>
          </p:cNvPr>
          <p:cNvGrpSpPr/>
          <p:nvPr userDrawn="1"/>
        </p:nvGrpSpPr>
        <p:grpSpPr>
          <a:xfrm>
            <a:off x="8467108" y="1045130"/>
            <a:ext cx="1685206" cy="686138"/>
            <a:chOff x="437672" y="1280130"/>
            <a:chExt cx="2910783" cy="1185138"/>
          </a:xfrm>
        </p:grpSpPr>
        <p:sp>
          <p:nvSpPr>
            <p:cNvPr id="8" name="Freeform: Shape 187">
              <a:extLst>
                <a:ext uri="{FF2B5EF4-FFF2-40B4-BE49-F238E27FC236}">
                  <a16:creationId xmlns:a16="http://schemas.microsoft.com/office/drawing/2014/main" id="{8C76084E-C788-0541-4171-49BECD52252F}"/>
                </a:ext>
              </a:extLst>
            </p:cNvPr>
            <p:cNvSpPr/>
            <p:nvPr/>
          </p:nvSpPr>
          <p:spPr>
            <a:xfrm>
              <a:off x="437672" y="1280130"/>
              <a:ext cx="2720832" cy="1110872"/>
            </a:xfrm>
            <a:custGeom>
              <a:avLst/>
              <a:gdLst>
                <a:gd name="connsiteX0" fmla="*/ 749249 w 907209"/>
                <a:gd name="connsiteY0" fmla="*/ 212440 h 370400"/>
                <a:gd name="connsiteX1" fmla="*/ 700014 w 907209"/>
                <a:gd name="connsiteY1" fmla="*/ 220306 h 370400"/>
                <a:gd name="connsiteX2" fmla="*/ 454537 w 907209"/>
                <a:gd name="connsiteY2" fmla="*/ 0 h 370400"/>
                <a:gd name="connsiteX3" fmla="*/ 213896 w 907209"/>
                <a:gd name="connsiteY3" fmla="*/ 191405 h 370400"/>
                <a:gd name="connsiteX4" fmla="*/ 178995 w 907209"/>
                <a:gd name="connsiteY4" fmla="*/ 191405 h 370400"/>
                <a:gd name="connsiteX5" fmla="*/ 0 w 907209"/>
                <a:gd name="connsiteY5" fmla="*/ 370400 h 370400"/>
                <a:gd name="connsiteX6" fmla="*/ 907209 w 907209"/>
                <a:gd name="connsiteY6" fmla="*/ 370400 h 370400"/>
                <a:gd name="connsiteX7" fmla="*/ 749249 w 907209"/>
                <a:gd name="connsiteY7" fmla="*/ 212440 h 37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7209" h="37040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9" name="Freeform: Shape 188">
              <a:extLst>
                <a:ext uri="{FF2B5EF4-FFF2-40B4-BE49-F238E27FC236}">
                  <a16:creationId xmlns:a16="http://schemas.microsoft.com/office/drawing/2014/main" id="{98E8A708-0D42-A8DA-8AE7-3B300A42D78D}"/>
                </a:ext>
              </a:extLst>
            </p:cNvPr>
            <p:cNvSpPr/>
            <p:nvPr/>
          </p:nvSpPr>
          <p:spPr>
            <a:xfrm>
              <a:off x="1651302" y="1789783"/>
              <a:ext cx="1697153" cy="675485"/>
            </a:xfrm>
            <a:custGeom>
              <a:avLst/>
              <a:gdLst>
                <a:gd name="connsiteX0" fmla="*/ 154872 w 565884"/>
                <a:gd name="connsiteY0" fmla="*/ 70357 h 225229"/>
                <a:gd name="connsiteX1" fmla="*/ 0 w 565884"/>
                <a:gd name="connsiteY1" fmla="*/ 225229 h 225229"/>
                <a:gd name="connsiteX2" fmla="*/ 565884 w 565884"/>
                <a:gd name="connsiteY2" fmla="*/ 225229 h 225229"/>
                <a:gd name="connsiteX3" fmla="*/ 496023 w 565884"/>
                <a:gd name="connsiteY3" fmla="*/ 70357 h 225229"/>
                <a:gd name="connsiteX4" fmla="*/ 496023 w 565884"/>
                <a:gd name="connsiteY4" fmla="*/ 70357 h 225229"/>
                <a:gd name="connsiteX5" fmla="*/ 154872 w 565884"/>
                <a:gd name="connsiteY5" fmla="*/ 70357 h 225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5884" h="225229">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29000">
                  <a:srgbClr val="FFFFFF"/>
                </a:gs>
                <a:gs pos="48000">
                  <a:srgbClr val="F8FBFE"/>
                </a:gs>
                <a:gs pos="73000">
                  <a:srgbClr val="E7F3FB"/>
                </a:gs>
                <a:gs pos="100000">
                  <a:srgbClr val="CEE6F7"/>
                </a:gs>
              </a:gsLst>
              <a:lin ang="2700000" scaled="1"/>
            </a:gra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10" name="Graphic 133">
            <a:extLst>
              <a:ext uri="{FF2B5EF4-FFF2-40B4-BE49-F238E27FC236}">
                <a16:creationId xmlns:a16="http://schemas.microsoft.com/office/drawing/2014/main" id="{FB3DD8E2-0BCC-6714-E82C-B029271CB351}"/>
              </a:ext>
            </a:extLst>
          </p:cNvPr>
          <p:cNvGrpSpPr/>
          <p:nvPr userDrawn="1"/>
        </p:nvGrpSpPr>
        <p:grpSpPr>
          <a:xfrm>
            <a:off x="7658058" y="759261"/>
            <a:ext cx="747561" cy="1467873"/>
            <a:chOff x="7819347" y="302010"/>
            <a:chExt cx="1311783" cy="2575750"/>
          </a:xfrm>
          <a:noFill/>
        </p:grpSpPr>
        <p:sp>
          <p:nvSpPr>
            <p:cNvPr id="11" name="Freeform: Shape 232">
              <a:extLst>
                <a:ext uri="{FF2B5EF4-FFF2-40B4-BE49-F238E27FC236}">
                  <a16:creationId xmlns:a16="http://schemas.microsoft.com/office/drawing/2014/main" id="{C2577F02-047D-0975-B302-56A78525778A}"/>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 name="Freeform: Shape 233">
              <a:extLst>
                <a:ext uri="{FF2B5EF4-FFF2-40B4-BE49-F238E27FC236}">
                  <a16:creationId xmlns:a16="http://schemas.microsoft.com/office/drawing/2014/main" id="{EDE0F961-9F58-9C23-96A4-E34614F246AB}"/>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 name="Freeform: Shape 234">
              <a:extLst>
                <a:ext uri="{FF2B5EF4-FFF2-40B4-BE49-F238E27FC236}">
                  <a16:creationId xmlns:a16="http://schemas.microsoft.com/office/drawing/2014/main" id="{B6430474-CA1A-BB5E-209C-CAD73B4295D9}"/>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4" name="Freeform: Shape 235">
              <a:extLst>
                <a:ext uri="{FF2B5EF4-FFF2-40B4-BE49-F238E27FC236}">
                  <a16:creationId xmlns:a16="http://schemas.microsoft.com/office/drawing/2014/main" id="{0A9E379F-4B31-3B2E-8A81-46096DF0F0CC}"/>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5" name="Freeform: Shape 236">
              <a:extLst>
                <a:ext uri="{FF2B5EF4-FFF2-40B4-BE49-F238E27FC236}">
                  <a16:creationId xmlns:a16="http://schemas.microsoft.com/office/drawing/2014/main" id="{EDE9FD9F-999F-0A4A-7B11-FFFEFDAB16FD}"/>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16" name="Freeform: Shape 265">
            <a:extLst>
              <a:ext uri="{FF2B5EF4-FFF2-40B4-BE49-F238E27FC236}">
                <a16:creationId xmlns:a16="http://schemas.microsoft.com/office/drawing/2014/main" id="{BFFFFBE8-2A79-29C1-7C5F-AD54B3445A55}"/>
              </a:ext>
            </a:extLst>
          </p:cNvPr>
          <p:cNvSpPr/>
          <p:nvPr userDrawn="1"/>
        </p:nvSpPr>
        <p:spPr>
          <a:xfrm>
            <a:off x="10295515" y="400250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7" name="Freeform: Shape 269">
            <a:extLst>
              <a:ext uri="{FF2B5EF4-FFF2-40B4-BE49-F238E27FC236}">
                <a16:creationId xmlns:a16="http://schemas.microsoft.com/office/drawing/2014/main" id="{7334EB20-8D55-719E-4645-08AA4B56CCFD}"/>
              </a:ext>
            </a:extLst>
          </p:cNvPr>
          <p:cNvSpPr/>
          <p:nvPr userDrawn="1"/>
        </p:nvSpPr>
        <p:spPr>
          <a:xfrm>
            <a:off x="6195382" y="430769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8" name="Freeform: Shape 285">
            <a:extLst>
              <a:ext uri="{FF2B5EF4-FFF2-40B4-BE49-F238E27FC236}">
                <a16:creationId xmlns:a16="http://schemas.microsoft.com/office/drawing/2014/main" id="{D547FC94-84E4-3086-8AAB-1FE3154A1BF4}"/>
              </a:ext>
            </a:extLst>
          </p:cNvPr>
          <p:cNvSpPr/>
          <p:nvPr userDrawn="1"/>
        </p:nvSpPr>
        <p:spPr>
          <a:xfrm>
            <a:off x="8709950" y="5303803"/>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9" name="Freeform: Shape 286">
            <a:extLst>
              <a:ext uri="{FF2B5EF4-FFF2-40B4-BE49-F238E27FC236}">
                <a16:creationId xmlns:a16="http://schemas.microsoft.com/office/drawing/2014/main" id="{F979284F-5A03-14A2-13EB-9A248232DAC6}"/>
              </a:ext>
            </a:extLst>
          </p:cNvPr>
          <p:cNvSpPr/>
          <p:nvPr userDrawn="1"/>
        </p:nvSpPr>
        <p:spPr>
          <a:xfrm>
            <a:off x="9116688" y="50100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0" name="Graphic 133">
            <a:extLst>
              <a:ext uri="{FF2B5EF4-FFF2-40B4-BE49-F238E27FC236}">
                <a16:creationId xmlns:a16="http://schemas.microsoft.com/office/drawing/2014/main" id="{FE336CA2-3D98-870D-70F9-622EA63E0E7D}"/>
              </a:ext>
            </a:extLst>
          </p:cNvPr>
          <p:cNvGrpSpPr/>
          <p:nvPr userDrawn="1"/>
        </p:nvGrpSpPr>
        <p:grpSpPr>
          <a:xfrm rot="15300000">
            <a:off x="5392445" y="1828091"/>
            <a:ext cx="1311783" cy="2575750"/>
            <a:chOff x="7819347" y="302010"/>
            <a:chExt cx="1311783" cy="2575750"/>
          </a:xfrm>
          <a:noFill/>
        </p:grpSpPr>
        <p:sp>
          <p:nvSpPr>
            <p:cNvPr id="21" name="Freeform: Shape 288">
              <a:extLst>
                <a:ext uri="{FF2B5EF4-FFF2-40B4-BE49-F238E27FC236}">
                  <a16:creationId xmlns:a16="http://schemas.microsoft.com/office/drawing/2014/main" id="{D917E33A-9066-C254-C5AC-926BD37B8684}"/>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2" name="Freeform: Shape 289">
              <a:extLst>
                <a:ext uri="{FF2B5EF4-FFF2-40B4-BE49-F238E27FC236}">
                  <a16:creationId xmlns:a16="http://schemas.microsoft.com/office/drawing/2014/main" id="{E026DA6A-6474-3AB6-434B-83A3DAE60764}"/>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3" name="Freeform: Shape 290">
              <a:extLst>
                <a:ext uri="{FF2B5EF4-FFF2-40B4-BE49-F238E27FC236}">
                  <a16:creationId xmlns:a16="http://schemas.microsoft.com/office/drawing/2014/main" id="{04DE64F1-F0B1-EC8C-1E3E-F2F2053278BE}"/>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 name="Freeform: Shape 291">
              <a:extLst>
                <a:ext uri="{FF2B5EF4-FFF2-40B4-BE49-F238E27FC236}">
                  <a16:creationId xmlns:a16="http://schemas.microsoft.com/office/drawing/2014/main" id="{E3F395B2-A6F6-9642-A9B3-0907549B7EED}"/>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 name="Freeform: Shape 292">
              <a:extLst>
                <a:ext uri="{FF2B5EF4-FFF2-40B4-BE49-F238E27FC236}">
                  <a16:creationId xmlns:a16="http://schemas.microsoft.com/office/drawing/2014/main" id="{64432B98-9ECF-C74B-6250-0AF86BF6ED8C}"/>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26" name="Oval 25">
            <a:extLst>
              <a:ext uri="{FF2B5EF4-FFF2-40B4-BE49-F238E27FC236}">
                <a16:creationId xmlns:a16="http://schemas.microsoft.com/office/drawing/2014/main" id="{0F585DDC-7D94-0B19-9D98-23DBB6B83975}"/>
              </a:ext>
            </a:extLst>
          </p:cNvPr>
          <p:cNvSpPr/>
          <p:nvPr userDrawn="1"/>
        </p:nvSpPr>
        <p:spPr>
          <a:xfrm flipV="1">
            <a:off x="6354876" y="1852997"/>
            <a:ext cx="3152006" cy="3152006"/>
          </a:xfrm>
          <a:prstGeom prst="ellipse">
            <a:avLst/>
          </a:prstGeom>
          <a:solidFill>
            <a:schemeClr val="bg1"/>
          </a:solidFill>
          <a:ln w="508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7" name="Freeform: Shape 298">
            <a:extLst>
              <a:ext uri="{FF2B5EF4-FFF2-40B4-BE49-F238E27FC236}">
                <a16:creationId xmlns:a16="http://schemas.microsoft.com/office/drawing/2014/main" id="{A3F6C062-6099-E639-9F9C-45ACE06D07DA}"/>
              </a:ext>
            </a:extLst>
          </p:cNvPr>
          <p:cNvSpPr/>
          <p:nvPr userDrawn="1"/>
        </p:nvSpPr>
        <p:spPr>
          <a:xfrm>
            <a:off x="5406003" y="4429286"/>
            <a:ext cx="2921280" cy="1192670"/>
          </a:xfrm>
          <a:custGeom>
            <a:avLst/>
            <a:gdLst>
              <a:gd name="connsiteX0" fmla="*/ 2797989 w 3387980"/>
              <a:gd name="connsiteY0" fmla="*/ 793219 h 1383210"/>
              <a:gd name="connsiteX1" fmla="*/ 2614092 w 3387980"/>
              <a:gd name="connsiteY1" fmla="*/ 822614 h 1383210"/>
              <a:gd name="connsiteX2" fmla="*/ 1697357 w 3387980"/>
              <a:gd name="connsiteY2" fmla="*/ 0 h 1383210"/>
              <a:gd name="connsiteX3" fmla="*/ 798795 w 3387980"/>
              <a:gd name="connsiteY3" fmla="*/ 714810 h 1383210"/>
              <a:gd name="connsiteX4" fmla="*/ 668546 w 3387980"/>
              <a:gd name="connsiteY4" fmla="*/ 714665 h 1383210"/>
              <a:gd name="connsiteX5" fmla="*/ 0 w 3387980"/>
              <a:gd name="connsiteY5" fmla="*/ 1383211 h 1383210"/>
              <a:gd name="connsiteX6" fmla="*/ 3387981 w 3387980"/>
              <a:gd name="connsiteY6" fmla="*/ 1383211 h 1383210"/>
              <a:gd name="connsiteX7" fmla="*/ 2797989 w 3387980"/>
              <a:gd name="connsiteY7" fmla="*/ 793219 h 138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7980" h="1383210">
                <a:moveTo>
                  <a:pt x="2797989" y="793219"/>
                </a:moveTo>
                <a:cubicBezTo>
                  <a:pt x="2733770" y="793219"/>
                  <a:pt x="2671940" y="803573"/>
                  <a:pt x="2614092" y="822614"/>
                </a:cubicBezTo>
                <a:cubicBezTo>
                  <a:pt x="2564425" y="360192"/>
                  <a:pt x="2172956" y="0"/>
                  <a:pt x="1697357" y="0"/>
                </a:cubicBezTo>
                <a:cubicBezTo>
                  <a:pt x="1259406" y="0"/>
                  <a:pt x="892915" y="305385"/>
                  <a:pt x="798795" y="714810"/>
                </a:cubicBezTo>
                <a:lnTo>
                  <a:pt x="668546" y="714665"/>
                </a:lnTo>
                <a:cubicBezTo>
                  <a:pt x="299304" y="714737"/>
                  <a:pt x="0" y="1014041"/>
                  <a:pt x="0" y="1383211"/>
                </a:cubicBezTo>
                <a:lnTo>
                  <a:pt x="3387981" y="1383211"/>
                </a:lnTo>
                <a:cubicBezTo>
                  <a:pt x="3387981" y="1057336"/>
                  <a:pt x="3123864" y="793219"/>
                  <a:pt x="2797989" y="793219"/>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29" name="Graphic 28">
            <a:extLst>
              <a:ext uri="{FF2B5EF4-FFF2-40B4-BE49-F238E27FC236}">
                <a16:creationId xmlns:a16="http://schemas.microsoft.com/office/drawing/2014/main" id="{3269DD7D-A762-90F0-BAAE-246E4B1956B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025699" y="4707812"/>
            <a:ext cx="2490461" cy="837840"/>
          </a:xfrm>
          <a:prstGeom prst="rect">
            <a:avLst/>
          </a:prstGeom>
        </p:spPr>
      </p:pic>
      <p:sp>
        <p:nvSpPr>
          <p:cNvPr id="31" name="Freeform: Shape 265">
            <a:extLst>
              <a:ext uri="{FF2B5EF4-FFF2-40B4-BE49-F238E27FC236}">
                <a16:creationId xmlns:a16="http://schemas.microsoft.com/office/drawing/2014/main" id="{40AE0C90-3611-90B9-945F-CD5690F37797}"/>
              </a:ext>
            </a:extLst>
          </p:cNvPr>
          <p:cNvSpPr/>
          <p:nvPr userDrawn="1"/>
        </p:nvSpPr>
        <p:spPr>
          <a:xfrm>
            <a:off x="11185175" y="279296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32" name="Group 31">
            <a:extLst>
              <a:ext uri="{FF2B5EF4-FFF2-40B4-BE49-F238E27FC236}">
                <a16:creationId xmlns:a16="http://schemas.microsoft.com/office/drawing/2014/main" id="{7896B294-4741-B5DC-2EF0-8E83E0D9D5F3}"/>
              </a:ext>
            </a:extLst>
          </p:cNvPr>
          <p:cNvGrpSpPr/>
          <p:nvPr userDrawn="1"/>
        </p:nvGrpSpPr>
        <p:grpSpPr>
          <a:xfrm>
            <a:off x="9801434" y="1855519"/>
            <a:ext cx="2078815" cy="773140"/>
            <a:chOff x="9469303" y="1724685"/>
            <a:chExt cx="2078815" cy="773140"/>
          </a:xfrm>
        </p:grpSpPr>
        <p:grpSp>
          <p:nvGrpSpPr>
            <p:cNvPr id="33" name="Graphic 6">
              <a:extLst>
                <a:ext uri="{FF2B5EF4-FFF2-40B4-BE49-F238E27FC236}">
                  <a16:creationId xmlns:a16="http://schemas.microsoft.com/office/drawing/2014/main" id="{9AAFCDE0-37FF-86EC-D9BC-9DA31372AA81}"/>
                </a:ext>
              </a:extLst>
            </p:cNvPr>
            <p:cNvGrpSpPr/>
            <p:nvPr/>
          </p:nvGrpSpPr>
          <p:grpSpPr>
            <a:xfrm>
              <a:off x="10935407" y="1804642"/>
              <a:ext cx="612711" cy="613079"/>
              <a:chOff x="10935407" y="1804642"/>
              <a:chExt cx="612711" cy="613079"/>
            </a:xfrm>
            <a:noFill/>
          </p:grpSpPr>
          <p:sp>
            <p:nvSpPr>
              <p:cNvPr id="48" name="Freeform: Shape 10">
                <a:extLst>
                  <a:ext uri="{FF2B5EF4-FFF2-40B4-BE49-F238E27FC236}">
                    <a16:creationId xmlns:a16="http://schemas.microsoft.com/office/drawing/2014/main" id="{4E4B1818-8929-589D-DD23-0B1DB0B0E373}"/>
                  </a:ext>
                </a:extLst>
              </p:cNvPr>
              <p:cNvSpPr/>
              <p:nvPr/>
            </p:nvSpPr>
            <p:spPr>
              <a:xfrm>
                <a:off x="10935407" y="1804642"/>
                <a:ext cx="612711" cy="613079"/>
              </a:xfrm>
              <a:custGeom>
                <a:avLst/>
                <a:gdLst>
                  <a:gd name="connsiteX0" fmla="*/ 257027 w 612711"/>
                  <a:gd name="connsiteY0" fmla="*/ 613079 h 613079"/>
                  <a:gd name="connsiteX1" fmla="*/ 352666 w 612711"/>
                  <a:gd name="connsiteY1" fmla="*/ 612564 h 613079"/>
                  <a:gd name="connsiteX2" fmla="*/ 362605 w 612711"/>
                  <a:gd name="connsiteY2" fmla="*/ 579580 h 613079"/>
                  <a:gd name="connsiteX3" fmla="*/ 371661 w 612711"/>
                  <a:gd name="connsiteY3" fmla="*/ 551528 h 613079"/>
                  <a:gd name="connsiteX4" fmla="*/ 376668 w 612711"/>
                  <a:gd name="connsiteY4" fmla="*/ 547626 h 613079"/>
                  <a:gd name="connsiteX5" fmla="*/ 427985 w 612711"/>
                  <a:gd name="connsiteY5" fmla="*/ 527306 h 613079"/>
                  <a:gd name="connsiteX6" fmla="*/ 435642 w 612711"/>
                  <a:gd name="connsiteY6" fmla="*/ 527600 h 613079"/>
                  <a:gd name="connsiteX7" fmla="*/ 487621 w 612711"/>
                  <a:gd name="connsiteY7" fmla="*/ 557197 h 613079"/>
                  <a:gd name="connsiteX8" fmla="*/ 488210 w 612711"/>
                  <a:gd name="connsiteY8" fmla="*/ 557492 h 613079"/>
                  <a:gd name="connsiteX9" fmla="*/ 488652 w 612711"/>
                  <a:gd name="connsiteY9" fmla="*/ 557050 h 613079"/>
                  <a:gd name="connsiteX10" fmla="*/ 556461 w 612711"/>
                  <a:gd name="connsiteY10" fmla="*/ 486591 h 613079"/>
                  <a:gd name="connsiteX11" fmla="*/ 556829 w 612711"/>
                  <a:gd name="connsiteY11" fmla="*/ 486002 h 613079"/>
                  <a:gd name="connsiteX12" fmla="*/ 556388 w 612711"/>
                  <a:gd name="connsiteY12" fmla="*/ 485486 h 613079"/>
                  <a:gd name="connsiteX13" fmla="*/ 539748 w 612711"/>
                  <a:gd name="connsiteY13" fmla="*/ 459570 h 613079"/>
                  <a:gd name="connsiteX14" fmla="*/ 526864 w 612711"/>
                  <a:gd name="connsiteY14" fmla="*/ 437188 h 613079"/>
                  <a:gd name="connsiteX15" fmla="*/ 527232 w 612711"/>
                  <a:gd name="connsiteY15" fmla="*/ 429236 h 613079"/>
                  <a:gd name="connsiteX16" fmla="*/ 539822 w 612711"/>
                  <a:gd name="connsiteY16" fmla="*/ 403320 h 613079"/>
                  <a:gd name="connsiteX17" fmla="*/ 551381 w 612711"/>
                  <a:gd name="connsiteY17" fmla="*/ 375563 h 613079"/>
                  <a:gd name="connsiteX18" fmla="*/ 556682 w 612711"/>
                  <a:gd name="connsiteY18" fmla="*/ 371661 h 613079"/>
                  <a:gd name="connsiteX19" fmla="*/ 582893 w 612711"/>
                  <a:gd name="connsiteY19" fmla="*/ 365403 h 613079"/>
                  <a:gd name="connsiteX20" fmla="*/ 611975 w 612711"/>
                  <a:gd name="connsiteY20" fmla="*/ 357304 h 613079"/>
                  <a:gd name="connsiteX21" fmla="*/ 612711 w 612711"/>
                  <a:gd name="connsiteY21" fmla="*/ 357157 h 613079"/>
                  <a:gd name="connsiteX22" fmla="*/ 611975 w 612711"/>
                  <a:gd name="connsiteY22" fmla="*/ 258793 h 613079"/>
                  <a:gd name="connsiteX23" fmla="*/ 581715 w 612711"/>
                  <a:gd name="connsiteY23" fmla="*/ 250768 h 613079"/>
                  <a:gd name="connsiteX24" fmla="*/ 554105 w 612711"/>
                  <a:gd name="connsiteY24" fmla="*/ 244363 h 613079"/>
                  <a:gd name="connsiteX25" fmla="*/ 548289 w 612711"/>
                  <a:gd name="connsiteY25" fmla="*/ 239724 h 613079"/>
                  <a:gd name="connsiteX26" fmla="*/ 528410 w 612711"/>
                  <a:gd name="connsiteY26" fmla="*/ 183990 h 613079"/>
                  <a:gd name="connsiteX27" fmla="*/ 529220 w 612711"/>
                  <a:gd name="connsiteY27" fmla="*/ 177585 h 613079"/>
                  <a:gd name="connsiteX28" fmla="*/ 559554 w 612711"/>
                  <a:gd name="connsiteY28" fmla="*/ 125016 h 613079"/>
                  <a:gd name="connsiteX29" fmla="*/ 559922 w 612711"/>
                  <a:gd name="connsiteY29" fmla="*/ 124353 h 613079"/>
                  <a:gd name="connsiteX30" fmla="*/ 559333 w 612711"/>
                  <a:gd name="connsiteY30" fmla="*/ 123838 h 613079"/>
                  <a:gd name="connsiteX31" fmla="*/ 524876 w 612711"/>
                  <a:gd name="connsiteY31" fmla="*/ 90854 h 613079"/>
                  <a:gd name="connsiteX32" fmla="*/ 488579 w 612711"/>
                  <a:gd name="connsiteY32" fmla="*/ 58974 h 613079"/>
                  <a:gd name="connsiteX33" fmla="*/ 488137 w 612711"/>
                  <a:gd name="connsiteY33" fmla="*/ 58753 h 613079"/>
                  <a:gd name="connsiteX34" fmla="*/ 487695 w 612711"/>
                  <a:gd name="connsiteY34" fmla="*/ 58974 h 613079"/>
                  <a:gd name="connsiteX35" fmla="*/ 460012 w 612711"/>
                  <a:gd name="connsiteY35" fmla="*/ 74509 h 613079"/>
                  <a:gd name="connsiteX36" fmla="*/ 435863 w 612711"/>
                  <a:gd name="connsiteY36" fmla="*/ 87025 h 613079"/>
                  <a:gd name="connsiteX37" fmla="*/ 429384 w 612711"/>
                  <a:gd name="connsiteY37" fmla="*/ 86215 h 613079"/>
                  <a:gd name="connsiteX38" fmla="*/ 403688 w 612711"/>
                  <a:gd name="connsiteY38" fmla="*/ 73846 h 613079"/>
                  <a:gd name="connsiteX39" fmla="*/ 377110 w 612711"/>
                  <a:gd name="connsiteY39" fmla="*/ 63539 h 613079"/>
                  <a:gd name="connsiteX40" fmla="*/ 372839 w 612711"/>
                  <a:gd name="connsiteY40" fmla="*/ 58606 h 613079"/>
                  <a:gd name="connsiteX41" fmla="*/ 355832 w 612711"/>
                  <a:gd name="connsiteY41" fmla="*/ 589 h 613079"/>
                  <a:gd name="connsiteX42" fmla="*/ 355611 w 612711"/>
                  <a:gd name="connsiteY42" fmla="*/ 0 h 613079"/>
                  <a:gd name="connsiteX43" fmla="*/ 259898 w 612711"/>
                  <a:gd name="connsiteY43" fmla="*/ 663 h 613079"/>
                  <a:gd name="connsiteX44" fmla="*/ 250915 w 612711"/>
                  <a:gd name="connsiteY44" fmla="*/ 32616 h 613079"/>
                  <a:gd name="connsiteX45" fmla="*/ 243332 w 612711"/>
                  <a:gd name="connsiteY45" fmla="*/ 60520 h 613079"/>
                  <a:gd name="connsiteX46" fmla="*/ 238178 w 612711"/>
                  <a:gd name="connsiteY46" fmla="*/ 65600 h 613079"/>
                  <a:gd name="connsiteX47" fmla="*/ 185168 w 612711"/>
                  <a:gd name="connsiteY47" fmla="*/ 86363 h 613079"/>
                  <a:gd name="connsiteX48" fmla="*/ 178026 w 612711"/>
                  <a:gd name="connsiteY48" fmla="*/ 85626 h 613079"/>
                  <a:gd name="connsiteX49" fmla="*/ 125531 w 612711"/>
                  <a:gd name="connsiteY49" fmla="*/ 55882 h 613079"/>
                  <a:gd name="connsiteX50" fmla="*/ 124942 w 612711"/>
                  <a:gd name="connsiteY50" fmla="*/ 55587 h 613079"/>
                  <a:gd name="connsiteX51" fmla="*/ 124501 w 612711"/>
                  <a:gd name="connsiteY51" fmla="*/ 56029 h 613079"/>
                  <a:gd name="connsiteX52" fmla="*/ 56323 w 612711"/>
                  <a:gd name="connsiteY52" fmla="*/ 126489 h 613079"/>
                  <a:gd name="connsiteX53" fmla="*/ 55882 w 612711"/>
                  <a:gd name="connsiteY53" fmla="*/ 127078 h 613079"/>
                  <a:gd name="connsiteX54" fmla="*/ 56397 w 612711"/>
                  <a:gd name="connsiteY54" fmla="*/ 127667 h 613079"/>
                  <a:gd name="connsiteX55" fmla="*/ 86510 w 612711"/>
                  <a:gd name="connsiteY55" fmla="*/ 176407 h 613079"/>
                  <a:gd name="connsiteX56" fmla="*/ 86289 w 612711"/>
                  <a:gd name="connsiteY56" fmla="*/ 183696 h 613079"/>
                  <a:gd name="connsiteX57" fmla="*/ 73331 w 612711"/>
                  <a:gd name="connsiteY57" fmla="*/ 210201 h 613079"/>
                  <a:gd name="connsiteX58" fmla="*/ 61256 w 612711"/>
                  <a:gd name="connsiteY58" fmla="*/ 237442 h 613079"/>
                  <a:gd name="connsiteX59" fmla="*/ 55882 w 612711"/>
                  <a:gd name="connsiteY59" fmla="*/ 241418 h 613079"/>
                  <a:gd name="connsiteX60" fmla="*/ 29818 w 612711"/>
                  <a:gd name="connsiteY60" fmla="*/ 247676 h 613079"/>
                  <a:gd name="connsiteX61" fmla="*/ 736 w 612711"/>
                  <a:gd name="connsiteY61" fmla="*/ 255775 h 613079"/>
                  <a:gd name="connsiteX62" fmla="*/ 0 w 612711"/>
                  <a:gd name="connsiteY62" fmla="*/ 255922 h 613079"/>
                  <a:gd name="connsiteX63" fmla="*/ 736 w 612711"/>
                  <a:gd name="connsiteY63" fmla="*/ 354286 h 613079"/>
                  <a:gd name="connsiteX64" fmla="*/ 31217 w 612711"/>
                  <a:gd name="connsiteY64" fmla="*/ 362384 h 613079"/>
                  <a:gd name="connsiteX65" fmla="*/ 57133 w 612711"/>
                  <a:gd name="connsiteY65" fmla="*/ 368348 h 613079"/>
                  <a:gd name="connsiteX66" fmla="*/ 63097 w 612711"/>
                  <a:gd name="connsiteY66" fmla="*/ 374017 h 613079"/>
                  <a:gd name="connsiteX67" fmla="*/ 72521 w 612711"/>
                  <a:gd name="connsiteY67" fmla="*/ 402363 h 613079"/>
                  <a:gd name="connsiteX68" fmla="*/ 84301 w 612711"/>
                  <a:gd name="connsiteY68" fmla="*/ 429089 h 613079"/>
                  <a:gd name="connsiteX69" fmla="*/ 83859 w 612711"/>
                  <a:gd name="connsiteY69" fmla="*/ 435495 h 613079"/>
                  <a:gd name="connsiteX70" fmla="*/ 56176 w 612711"/>
                  <a:gd name="connsiteY70" fmla="*/ 488137 h 613079"/>
                  <a:gd name="connsiteX71" fmla="*/ 56029 w 612711"/>
                  <a:gd name="connsiteY71" fmla="*/ 488652 h 613079"/>
                  <a:gd name="connsiteX72" fmla="*/ 56397 w 612711"/>
                  <a:gd name="connsiteY72" fmla="*/ 489020 h 613079"/>
                  <a:gd name="connsiteX73" fmla="*/ 124648 w 612711"/>
                  <a:gd name="connsiteY73" fmla="*/ 553958 h 613079"/>
                  <a:gd name="connsiteX74" fmla="*/ 125090 w 612711"/>
                  <a:gd name="connsiteY74" fmla="*/ 554252 h 613079"/>
                  <a:gd name="connsiteX75" fmla="*/ 125531 w 612711"/>
                  <a:gd name="connsiteY75" fmla="*/ 554032 h 613079"/>
                  <a:gd name="connsiteX76" fmla="*/ 152625 w 612711"/>
                  <a:gd name="connsiteY76" fmla="*/ 538644 h 613079"/>
                  <a:gd name="connsiteX77" fmla="*/ 178174 w 612711"/>
                  <a:gd name="connsiteY77" fmla="*/ 525833 h 613079"/>
                  <a:gd name="connsiteX78" fmla="*/ 183843 w 612711"/>
                  <a:gd name="connsiteY78" fmla="*/ 526127 h 613079"/>
                  <a:gd name="connsiteX79" fmla="*/ 236338 w 612711"/>
                  <a:gd name="connsiteY79" fmla="*/ 549614 h 613079"/>
                  <a:gd name="connsiteX80" fmla="*/ 240313 w 612711"/>
                  <a:gd name="connsiteY80" fmla="*/ 554032 h 613079"/>
                  <a:gd name="connsiteX81" fmla="*/ 247602 w 612711"/>
                  <a:gd name="connsiteY81" fmla="*/ 581494 h 613079"/>
                  <a:gd name="connsiteX82" fmla="*/ 257100 w 612711"/>
                  <a:gd name="connsiteY82" fmla="*/ 612417 h 613079"/>
                  <a:gd name="connsiteX83" fmla="*/ 257395 w 612711"/>
                  <a:gd name="connsiteY83" fmla="*/ 612932 h 613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12711" h="613079">
                    <a:moveTo>
                      <a:pt x="257027" y="613079"/>
                    </a:moveTo>
                    <a:lnTo>
                      <a:pt x="352666" y="612564"/>
                    </a:lnTo>
                    <a:cubicBezTo>
                      <a:pt x="355537" y="606821"/>
                      <a:pt x="358850" y="595704"/>
                      <a:pt x="362605" y="579580"/>
                    </a:cubicBezTo>
                    <a:cubicBezTo>
                      <a:pt x="365403" y="567431"/>
                      <a:pt x="368422" y="558007"/>
                      <a:pt x="371661" y="551528"/>
                    </a:cubicBezTo>
                    <a:cubicBezTo>
                      <a:pt x="372618" y="549540"/>
                      <a:pt x="374533" y="548068"/>
                      <a:pt x="376668" y="547626"/>
                    </a:cubicBezTo>
                    <a:cubicBezTo>
                      <a:pt x="392792" y="544166"/>
                      <a:pt x="410094" y="537319"/>
                      <a:pt x="427985" y="527306"/>
                    </a:cubicBezTo>
                    <a:cubicBezTo>
                      <a:pt x="430414" y="525980"/>
                      <a:pt x="433359" y="526054"/>
                      <a:pt x="435642" y="527600"/>
                    </a:cubicBezTo>
                    <a:cubicBezTo>
                      <a:pt x="452576" y="538865"/>
                      <a:pt x="470099" y="548804"/>
                      <a:pt x="487621" y="557197"/>
                    </a:cubicBezTo>
                    <a:lnTo>
                      <a:pt x="488210" y="557492"/>
                    </a:lnTo>
                    <a:lnTo>
                      <a:pt x="488652" y="557050"/>
                    </a:lnTo>
                    <a:cubicBezTo>
                      <a:pt x="527968" y="518544"/>
                      <a:pt x="550718" y="494837"/>
                      <a:pt x="556461" y="486591"/>
                    </a:cubicBezTo>
                    <a:lnTo>
                      <a:pt x="556829" y="486002"/>
                    </a:lnTo>
                    <a:lnTo>
                      <a:pt x="556388" y="485486"/>
                    </a:lnTo>
                    <a:cubicBezTo>
                      <a:pt x="551528" y="479228"/>
                      <a:pt x="545933" y="470540"/>
                      <a:pt x="539748" y="459570"/>
                    </a:cubicBezTo>
                    <a:cubicBezTo>
                      <a:pt x="534006" y="449483"/>
                      <a:pt x="529735" y="442047"/>
                      <a:pt x="526864" y="437188"/>
                    </a:cubicBezTo>
                    <a:cubicBezTo>
                      <a:pt x="525391" y="434685"/>
                      <a:pt x="525539" y="431592"/>
                      <a:pt x="527232" y="429236"/>
                    </a:cubicBezTo>
                    <a:cubicBezTo>
                      <a:pt x="531502" y="423273"/>
                      <a:pt x="535772" y="414511"/>
                      <a:pt x="539822" y="403320"/>
                    </a:cubicBezTo>
                    <a:cubicBezTo>
                      <a:pt x="544608" y="390657"/>
                      <a:pt x="548510" y="381306"/>
                      <a:pt x="551381" y="375563"/>
                    </a:cubicBezTo>
                    <a:cubicBezTo>
                      <a:pt x="552412" y="373502"/>
                      <a:pt x="554400" y="372103"/>
                      <a:pt x="556682" y="371661"/>
                    </a:cubicBezTo>
                    <a:cubicBezTo>
                      <a:pt x="564192" y="370410"/>
                      <a:pt x="573027" y="368275"/>
                      <a:pt x="582893" y="365403"/>
                    </a:cubicBezTo>
                    <a:cubicBezTo>
                      <a:pt x="600710" y="360176"/>
                      <a:pt x="608514" y="358114"/>
                      <a:pt x="611975" y="357304"/>
                    </a:cubicBezTo>
                    <a:lnTo>
                      <a:pt x="612711" y="357157"/>
                    </a:lnTo>
                    <a:lnTo>
                      <a:pt x="611975" y="258793"/>
                    </a:lnTo>
                    <a:cubicBezTo>
                      <a:pt x="606527" y="257689"/>
                      <a:pt x="596661" y="255112"/>
                      <a:pt x="581715" y="250768"/>
                    </a:cubicBezTo>
                    <a:cubicBezTo>
                      <a:pt x="571186" y="247602"/>
                      <a:pt x="561909" y="245467"/>
                      <a:pt x="554105" y="244363"/>
                    </a:cubicBezTo>
                    <a:cubicBezTo>
                      <a:pt x="551455" y="243995"/>
                      <a:pt x="549246" y="242228"/>
                      <a:pt x="548289" y="239724"/>
                    </a:cubicBezTo>
                    <a:cubicBezTo>
                      <a:pt x="545859" y="233540"/>
                      <a:pt x="540485" y="218741"/>
                      <a:pt x="528410" y="183990"/>
                    </a:cubicBezTo>
                    <a:cubicBezTo>
                      <a:pt x="527674" y="181855"/>
                      <a:pt x="527968" y="179499"/>
                      <a:pt x="529220" y="177585"/>
                    </a:cubicBezTo>
                    <a:cubicBezTo>
                      <a:pt x="536730" y="166025"/>
                      <a:pt x="546669" y="148871"/>
                      <a:pt x="559554" y="125016"/>
                    </a:cubicBezTo>
                    <a:lnTo>
                      <a:pt x="559922" y="124353"/>
                    </a:lnTo>
                    <a:lnTo>
                      <a:pt x="559333" y="123838"/>
                    </a:lnTo>
                    <a:cubicBezTo>
                      <a:pt x="552264" y="118242"/>
                      <a:pt x="540705" y="107125"/>
                      <a:pt x="524876" y="90854"/>
                    </a:cubicBezTo>
                    <a:cubicBezTo>
                      <a:pt x="510814" y="75761"/>
                      <a:pt x="499033" y="65379"/>
                      <a:pt x="488579" y="58974"/>
                    </a:cubicBezTo>
                    <a:lnTo>
                      <a:pt x="488137" y="58753"/>
                    </a:lnTo>
                    <a:lnTo>
                      <a:pt x="487695" y="58974"/>
                    </a:lnTo>
                    <a:cubicBezTo>
                      <a:pt x="482247" y="61256"/>
                      <a:pt x="473191" y="66337"/>
                      <a:pt x="460012" y="74509"/>
                    </a:cubicBezTo>
                    <a:cubicBezTo>
                      <a:pt x="451250" y="80252"/>
                      <a:pt x="443078" y="84522"/>
                      <a:pt x="435863" y="87025"/>
                    </a:cubicBezTo>
                    <a:cubicBezTo>
                      <a:pt x="433728" y="87762"/>
                      <a:pt x="431298" y="87467"/>
                      <a:pt x="429384" y="86215"/>
                    </a:cubicBezTo>
                    <a:cubicBezTo>
                      <a:pt x="423052" y="82019"/>
                      <a:pt x="414658" y="77969"/>
                      <a:pt x="403688" y="73846"/>
                    </a:cubicBezTo>
                    <a:cubicBezTo>
                      <a:pt x="389184" y="68398"/>
                      <a:pt x="381306" y="65306"/>
                      <a:pt x="377110" y="63539"/>
                    </a:cubicBezTo>
                    <a:cubicBezTo>
                      <a:pt x="374974" y="62655"/>
                      <a:pt x="373428" y="60815"/>
                      <a:pt x="372839" y="58606"/>
                    </a:cubicBezTo>
                    <a:cubicBezTo>
                      <a:pt x="364814" y="28272"/>
                      <a:pt x="359145" y="8761"/>
                      <a:pt x="355832" y="589"/>
                    </a:cubicBezTo>
                    <a:lnTo>
                      <a:pt x="355611" y="0"/>
                    </a:lnTo>
                    <a:lnTo>
                      <a:pt x="259898" y="663"/>
                    </a:lnTo>
                    <a:cubicBezTo>
                      <a:pt x="257321" y="8909"/>
                      <a:pt x="254302" y="19658"/>
                      <a:pt x="250915" y="32616"/>
                    </a:cubicBezTo>
                    <a:cubicBezTo>
                      <a:pt x="246940" y="47636"/>
                      <a:pt x="244657" y="55955"/>
                      <a:pt x="243332" y="60520"/>
                    </a:cubicBezTo>
                    <a:cubicBezTo>
                      <a:pt x="242596" y="63023"/>
                      <a:pt x="240682" y="64938"/>
                      <a:pt x="238178" y="65600"/>
                    </a:cubicBezTo>
                    <a:cubicBezTo>
                      <a:pt x="229490" y="67883"/>
                      <a:pt x="212115" y="74656"/>
                      <a:pt x="185168" y="86363"/>
                    </a:cubicBezTo>
                    <a:cubicBezTo>
                      <a:pt x="182812" y="87393"/>
                      <a:pt x="180088" y="87099"/>
                      <a:pt x="178026" y="85626"/>
                    </a:cubicBezTo>
                    <a:cubicBezTo>
                      <a:pt x="165363" y="76644"/>
                      <a:pt x="147693" y="66705"/>
                      <a:pt x="125531" y="55882"/>
                    </a:cubicBezTo>
                    <a:lnTo>
                      <a:pt x="124942" y="55587"/>
                    </a:lnTo>
                    <a:lnTo>
                      <a:pt x="124501" y="56029"/>
                    </a:lnTo>
                    <a:cubicBezTo>
                      <a:pt x="84964" y="94535"/>
                      <a:pt x="61993" y="118242"/>
                      <a:pt x="56323" y="126489"/>
                    </a:cubicBezTo>
                    <a:lnTo>
                      <a:pt x="55882" y="127078"/>
                    </a:lnTo>
                    <a:lnTo>
                      <a:pt x="56397" y="127667"/>
                    </a:lnTo>
                    <a:cubicBezTo>
                      <a:pt x="62803" y="134808"/>
                      <a:pt x="72889" y="151227"/>
                      <a:pt x="86510" y="176407"/>
                    </a:cubicBezTo>
                    <a:cubicBezTo>
                      <a:pt x="87761" y="178689"/>
                      <a:pt x="87688" y="181487"/>
                      <a:pt x="86289" y="183696"/>
                    </a:cubicBezTo>
                    <a:cubicBezTo>
                      <a:pt x="82313" y="190248"/>
                      <a:pt x="78043" y="198862"/>
                      <a:pt x="73331" y="210201"/>
                    </a:cubicBezTo>
                    <a:cubicBezTo>
                      <a:pt x="68104" y="222643"/>
                      <a:pt x="64054" y="231773"/>
                      <a:pt x="61256" y="237442"/>
                    </a:cubicBezTo>
                    <a:cubicBezTo>
                      <a:pt x="60226" y="239577"/>
                      <a:pt x="58238" y="240976"/>
                      <a:pt x="55882" y="241418"/>
                    </a:cubicBezTo>
                    <a:cubicBezTo>
                      <a:pt x="48372" y="242670"/>
                      <a:pt x="39831" y="244731"/>
                      <a:pt x="29818" y="247676"/>
                    </a:cubicBezTo>
                    <a:cubicBezTo>
                      <a:pt x="14946" y="252020"/>
                      <a:pt x="5448" y="254670"/>
                      <a:pt x="736" y="255775"/>
                    </a:cubicBezTo>
                    <a:lnTo>
                      <a:pt x="0" y="255922"/>
                    </a:lnTo>
                    <a:lnTo>
                      <a:pt x="736" y="354286"/>
                    </a:lnTo>
                    <a:cubicBezTo>
                      <a:pt x="6405" y="355390"/>
                      <a:pt x="16639" y="358114"/>
                      <a:pt x="31217" y="362384"/>
                    </a:cubicBezTo>
                    <a:cubicBezTo>
                      <a:pt x="41009" y="365035"/>
                      <a:pt x="49771" y="367097"/>
                      <a:pt x="57133" y="368348"/>
                    </a:cubicBezTo>
                    <a:cubicBezTo>
                      <a:pt x="60078" y="368864"/>
                      <a:pt x="62434" y="371146"/>
                      <a:pt x="63097" y="374017"/>
                    </a:cubicBezTo>
                    <a:cubicBezTo>
                      <a:pt x="64864" y="382631"/>
                      <a:pt x="68030" y="392203"/>
                      <a:pt x="72521" y="402363"/>
                    </a:cubicBezTo>
                    <a:cubicBezTo>
                      <a:pt x="79221" y="417162"/>
                      <a:pt x="82608" y="424966"/>
                      <a:pt x="84301" y="429089"/>
                    </a:cubicBezTo>
                    <a:cubicBezTo>
                      <a:pt x="85184" y="431224"/>
                      <a:pt x="84964" y="433580"/>
                      <a:pt x="83859" y="435495"/>
                    </a:cubicBezTo>
                    <a:cubicBezTo>
                      <a:pt x="67146" y="464429"/>
                      <a:pt x="57870" y="482099"/>
                      <a:pt x="56176" y="488137"/>
                    </a:cubicBezTo>
                    <a:lnTo>
                      <a:pt x="56029" y="488652"/>
                    </a:lnTo>
                    <a:lnTo>
                      <a:pt x="56397" y="489020"/>
                    </a:lnTo>
                    <a:cubicBezTo>
                      <a:pt x="93431" y="526716"/>
                      <a:pt x="116328" y="548583"/>
                      <a:pt x="124648" y="553958"/>
                    </a:cubicBezTo>
                    <a:lnTo>
                      <a:pt x="125090" y="554252"/>
                    </a:lnTo>
                    <a:lnTo>
                      <a:pt x="125531" y="554032"/>
                    </a:lnTo>
                    <a:cubicBezTo>
                      <a:pt x="130759" y="551676"/>
                      <a:pt x="139888" y="546522"/>
                      <a:pt x="152625" y="538644"/>
                    </a:cubicBezTo>
                    <a:cubicBezTo>
                      <a:pt x="162123" y="532827"/>
                      <a:pt x="170664" y="528483"/>
                      <a:pt x="178174" y="525833"/>
                    </a:cubicBezTo>
                    <a:cubicBezTo>
                      <a:pt x="180014" y="525170"/>
                      <a:pt x="182076" y="525244"/>
                      <a:pt x="183843" y="526127"/>
                    </a:cubicBezTo>
                    <a:cubicBezTo>
                      <a:pt x="189144" y="528631"/>
                      <a:pt x="202175" y="534594"/>
                      <a:pt x="236338" y="549614"/>
                    </a:cubicBezTo>
                    <a:cubicBezTo>
                      <a:pt x="238252" y="550424"/>
                      <a:pt x="239651" y="552044"/>
                      <a:pt x="240313" y="554032"/>
                    </a:cubicBezTo>
                    <a:cubicBezTo>
                      <a:pt x="242301" y="560069"/>
                      <a:pt x="244731" y="569346"/>
                      <a:pt x="247602" y="581494"/>
                    </a:cubicBezTo>
                    <a:cubicBezTo>
                      <a:pt x="250768" y="595630"/>
                      <a:pt x="253860" y="605717"/>
                      <a:pt x="257100" y="612417"/>
                    </a:cubicBezTo>
                    <a:lnTo>
                      <a:pt x="257395" y="612932"/>
                    </a:ln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9" name="Freeform: Shape 11">
                <a:extLst>
                  <a:ext uri="{FF2B5EF4-FFF2-40B4-BE49-F238E27FC236}">
                    <a16:creationId xmlns:a16="http://schemas.microsoft.com/office/drawing/2014/main" id="{59355528-FF33-BC8C-160F-02447A9DF538}"/>
                  </a:ext>
                </a:extLst>
              </p:cNvPr>
              <p:cNvSpPr/>
              <p:nvPr/>
            </p:nvSpPr>
            <p:spPr>
              <a:xfrm>
                <a:off x="11055048" y="1930541"/>
                <a:ext cx="364004" cy="364004"/>
              </a:xfrm>
              <a:custGeom>
                <a:avLst/>
                <a:gdLst>
                  <a:gd name="connsiteX0" fmla="*/ 364004 w 364004"/>
                  <a:gd name="connsiteY0" fmla="*/ 182002 h 364004"/>
                  <a:gd name="connsiteX1" fmla="*/ 182002 w 364004"/>
                  <a:gd name="connsiteY1" fmla="*/ 364004 h 364004"/>
                  <a:gd name="connsiteX2" fmla="*/ 0 w 364004"/>
                  <a:gd name="connsiteY2" fmla="*/ 182002 h 364004"/>
                  <a:gd name="connsiteX3" fmla="*/ 182002 w 364004"/>
                  <a:gd name="connsiteY3" fmla="*/ 0 h 364004"/>
                  <a:gd name="connsiteX4" fmla="*/ 364004 w 364004"/>
                  <a:gd name="connsiteY4" fmla="*/ 182002 h 364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004" h="364004">
                    <a:moveTo>
                      <a:pt x="364004" y="182002"/>
                    </a:moveTo>
                    <a:cubicBezTo>
                      <a:pt x="364004" y="282519"/>
                      <a:pt x="282519" y="364004"/>
                      <a:pt x="182002" y="364004"/>
                    </a:cubicBezTo>
                    <a:cubicBezTo>
                      <a:pt x="81485" y="364004"/>
                      <a:pt x="0" y="282519"/>
                      <a:pt x="0" y="182002"/>
                    </a:cubicBezTo>
                    <a:cubicBezTo>
                      <a:pt x="0" y="81485"/>
                      <a:pt x="81485" y="0"/>
                      <a:pt x="182002" y="0"/>
                    </a:cubicBezTo>
                    <a:cubicBezTo>
                      <a:pt x="282519" y="0"/>
                      <a:pt x="364004" y="81485"/>
                      <a:pt x="364004" y="182002"/>
                    </a:cubicBez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34" name="Graphic 6">
              <a:extLst>
                <a:ext uri="{FF2B5EF4-FFF2-40B4-BE49-F238E27FC236}">
                  <a16:creationId xmlns:a16="http://schemas.microsoft.com/office/drawing/2014/main" id="{112761DA-4A35-5511-E41A-687BE4EEF994}"/>
                </a:ext>
              </a:extLst>
            </p:cNvPr>
            <p:cNvGrpSpPr/>
            <p:nvPr/>
          </p:nvGrpSpPr>
          <p:grpSpPr>
            <a:xfrm>
              <a:off x="10373203" y="2030525"/>
              <a:ext cx="936148" cy="161386"/>
              <a:chOff x="10373203" y="2030525"/>
              <a:chExt cx="936148" cy="161386"/>
            </a:xfrm>
            <a:noFill/>
          </p:grpSpPr>
          <p:sp>
            <p:nvSpPr>
              <p:cNvPr id="45" name="Freeform: Shape 43">
                <a:extLst>
                  <a:ext uri="{FF2B5EF4-FFF2-40B4-BE49-F238E27FC236}">
                    <a16:creationId xmlns:a16="http://schemas.microsoft.com/office/drawing/2014/main" id="{7EF4B7D9-783B-5130-4790-2135D8B2FBF6}"/>
                  </a:ext>
                </a:extLst>
              </p:cNvPr>
              <p:cNvSpPr/>
              <p:nvPr/>
            </p:nvSpPr>
            <p:spPr>
              <a:xfrm>
                <a:off x="10534590" y="2111218"/>
                <a:ext cx="615877" cy="7362"/>
              </a:xfrm>
              <a:custGeom>
                <a:avLst/>
                <a:gdLst>
                  <a:gd name="connsiteX0" fmla="*/ 615877 w 615877"/>
                  <a:gd name="connsiteY0" fmla="*/ 0 h 7362"/>
                  <a:gd name="connsiteX1" fmla="*/ 0 w 615877"/>
                  <a:gd name="connsiteY1" fmla="*/ 0 h 7362"/>
                </a:gdLst>
                <a:ahLst/>
                <a:cxnLst>
                  <a:cxn ang="0">
                    <a:pos x="connsiteX0" y="connsiteY0"/>
                  </a:cxn>
                  <a:cxn ang="0">
                    <a:pos x="connsiteX1" y="connsiteY1"/>
                  </a:cxn>
                </a:cxnLst>
                <a:rect l="l" t="t" r="r" b="b"/>
                <a:pathLst>
                  <a:path w="615877" h="7362">
                    <a:moveTo>
                      <a:pt x="615877" y="0"/>
                    </a:moveTo>
                    <a:lnTo>
                      <a:pt x="0" y="0"/>
                    </a:lnTo>
                  </a:path>
                </a:pathLst>
              </a:custGeom>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6" name="Freeform: Shape 44">
                <a:extLst>
                  <a:ext uri="{FF2B5EF4-FFF2-40B4-BE49-F238E27FC236}">
                    <a16:creationId xmlns:a16="http://schemas.microsoft.com/office/drawing/2014/main" id="{88E29F00-8873-F246-75C0-CC4A900AA005}"/>
                  </a:ext>
                </a:extLst>
              </p:cNvPr>
              <p:cNvSpPr/>
              <p:nvPr/>
            </p:nvSpPr>
            <p:spPr>
              <a:xfrm>
                <a:off x="11147964" y="2030525"/>
                <a:ext cx="161387" cy="161386"/>
              </a:xfrm>
              <a:custGeom>
                <a:avLst/>
                <a:gdLst>
                  <a:gd name="connsiteX0" fmla="*/ 161387 w 161387"/>
                  <a:gd name="connsiteY0" fmla="*/ 80693 h 161386"/>
                  <a:gd name="connsiteX1" fmla="*/ 80693 w 161387"/>
                  <a:gd name="connsiteY1" fmla="*/ 161387 h 161386"/>
                  <a:gd name="connsiteX2" fmla="*/ 0 w 161387"/>
                  <a:gd name="connsiteY2" fmla="*/ 80693 h 161386"/>
                  <a:gd name="connsiteX3" fmla="*/ 80693 w 161387"/>
                  <a:gd name="connsiteY3" fmla="*/ 0 h 161386"/>
                  <a:gd name="connsiteX4" fmla="*/ 161387 w 161387"/>
                  <a:gd name="connsiteY4" fmla="*/ 80693 h 161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87" h="161386">
                    <a:moveTo>
                      <a:pt x="161387" y="80693"/>
                    </a:moveTo>
                    <a:cubicBezTo>
                      <a:pt x="161387" y="125259"/>
                      <a:pt x="125259" y="161387"/>
                      <a:pt x="80693" y="161387"/>
                    </a:cubicBezTo>
                    <a:cubicBezTo>
                      <a:pt x="36128" y="161387"/>
                      <a:pt x="0" y="125259"/>
                      <a:pt x="0" y="80693"/>
                    </a:cubicBezTo>
                    <a:cubicBezTo>
                      <a:pt x="0" y="36128"/>
                      <a:pt x="36128" y="0"/>
                      <a:pt x="80693" y="0"/>
                    </a:cubicBezTo>
                    <a:cubicBezTo>
                      <a:pt x="125259" y="0"/>
                      <a:pt x="161387" y="36128"/>
                      <a:pt x="161387" y="80693"/>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7" name="Freeform: Shape 45">
                <a:extLst>
                  <a:ext uri="{FF2B5EF4-FFF2-40B4-BE49-F238E27FC236}">
                    <a16:creationId xmlns:a16="http://schemas.microsoft.com/office/drawing/2014/main" id="{17EFD1D7-8075-77E7-77DF-E2E1D8E55B45}"/>
                  </a:ext>
                </a:extLst>
              </p:cNvPr>
              <p:cNvSpPr/>
              <p:nvPr/>
            </p:nvSpPr>
            <p:spPr>
              <a:xfrm>
                <a:off x="10373203" y="2030525"/>
                <a:ext cx="161387" cy="161386"/>
              </a:xfrm>
              <a:custGeom>
                <a:avLst/>
                <a:gdLst>
                  <a:gd name="connsiteX0" fmla="*/ 161387 w 161387"/>
                  <a:gd name="connsiteY0" fmla="*/ 80693 h 161386"/>
                  <a:gd name="connsiteX1" fmla="*/ 80694 w 161387"/>
                  <a:gd name="connsiteY1" fmla="*/ 161387 h 161386"/>
                  <a:gd name="connsiteX2" fmla="*/ 0 w 161387"/>
                  <a:gd name="connsiteY2" fmla="*/ 80693 h 161386"/>
                  <a:gd name="connsiteX3" fmla="*/ 80694 w 161387"/>
                  <a:gd name="connsiteY3" fmla="*/ 0 h 161386"/>
                  <a:gd name="connsiteX4" fmla="*/ 161387 w 161387"/>
                  <a:gd name="connsiteY4" fmla="*/ 80693 h 161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87" h="161386">
                    <a:moveTo>
                      <a:pt x="161387" y="80693"/>
                    </a:moveTo>
                    <a:cubicBezTo>
                      <a:pt x="161387" y="125259"/>
                      <a:pt x="125259" y="161387"/>
                      <a:pt x="80694" y="161387"/>
                    </a:cubicBezTo>
                    <a:cubicBezTo>
                      <a:pt x="36128" y="161387"/>
                      <a:pt x="0" y="125259"/>
                      <a:pt x="0" y="80693"/>
                    </a:cubicBezTo>
                    <a:cubicBezTo>
                      <a:pt x="0" y="36128"/>
                      <a:pt x="36128" y="0"/>
                      <a:pt x="80694" y="0"/>
                    </a:cubicBezTo>
                    <a:cubicBezTo>
                      <a:pt x="125259" y="0"/>
                      <a:pt x="161387" y="36128"/>
                      <a:pt x="161387" y="80693"/>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35" name="Graphic 6">
              <a:extLst>
                <a:ext uri="{FF2B5EF4-FFF2-40B4-BE49-F238E27FC236}">
                  <a16:creationId xmlns:a16="http://schemas.microsoft.com/office/drawing/2014/main" id="{FE80F247-198B-503D-5A93-FE63375DABDF}"/>
                </a:ext>
              </a:extLst>
            </p:cNvPr>
            <p:cNvGrpSpPr/>
            <p:nvPr/>
          </p:nvGrpSpPr>
          <p:grpSpPr>
            <a:xfrm>
              <a:off x="9469303" y="1724685"/>
              <a:ext cx="984593" cy="773140"/>
              <a:chOff x="9469303" y="1724685"/>
              <a:chExt cx="984593" cy="773140"/>
            </a:xfrm>
            <a:noFill/>
          </p:grpSpPr>
          <p:sp>
            <p:nvSpPr>
              <p:cNvPr id="36" name="Freeform: Shape 47">
                <a:extLst>
                  <a:ext uri="{FF2B5EF4-FFF2-40B4-BE49-F238E27FC236}">
                    <a16:creationId xmlns:a16="http://schemas.microsoft.com/office/drawing/2014/main" id="{7E4EC9FA-A647-9CED-BA72-CF5633F1D103}"/>
                  </a:ext>
                </a:extLst>
              </p:cNvPr>
              <p:cNvSpPr/>
              <p:nvPr/>
            </p:nvSpPr>
            <p:spPr>
              <a:xfrm>
                <a:off x="9469377" y="1724685"/>
                <a:ext cx="984519" cy="773140"/>
              </a:xfrm>
              <a:custGeom>
                <a:avLst/>
                <a:gdLst>
                  <a:gd name="connsiteX0" fmla="*/ 984520 w 984519"/>
                  <a:gd name="connsiteY0" fmla="*/ 467301 h 773140"/>
                  <a:gd name="connsiteX1" fmla="*/ 984520 w 984519"/>
                  <a:gd name="connsiteY1" fmla="*/ 723223 h 773140"/>
                  <a:gd name="connsiteX2" fmla="*/ 934602 w 984519"/>
                  <a:gd name="connsiteY2" fmla="*/ 773141 h 773140"/>
                  <a:gd name="connsiteX3" fmla="*/ 49918 w 984519"/>
                  <a:gd name="connsiteY3" fmla="*/ 773141 h 773140"/>
                  <a:gd name="connsiteX4" fmla="*/ 0 w 984519"/>
                  <a:gd name="connsiteY4" fmla="*/ 723223 h 773140"/>
                  <a:gd name="connsiteX5" fmla="*/ 0 w 984519"/>
                  <a:gd name="connsiteY5" fmla="*/ 49918 h 773140"/>
                  <a:gd name="connsiteX6" fmla="*/ 49918 w 984519"/>
                  <a:gd name="connsiteY6" fmla="*/ 0 h 773140"/>
                  <a:gd name="connsiteX7" fmla="*/ 934602 w 984519"/>
                  <a:gd name="connsiteY7" fmla="*/ 0 h 773140"/>
                  <a:gd name="connsiteX8" fmla="*/ 984520 w 984519"/>
                  <a:gd name="connsiteY8" fmla="*/ 49918 h 773140"/>
                  <a:gd name="connsiteX9" fmla="*/ 984520 w 984519"/>
                  <a:gd name="connsiteY9" fmla="*/ 305840 h 773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4519" h="773140">
                    <a:moveTo>
                      <a:pt x="984520" y="467301"/>
                    </a:moveTo>
                    <a:lnTo>
                      <a:pt x="984520" y="723223"/>
                    </a:lnTo>
                    <a:cubicBezTo>
                      <a:pt x="984520" y="750832"/>
                      <a:pt x="962138" y="773141"/>
                      <a:pt x="934602" y="773141"/>
                    </a:cubicBezTo>
                    <a:lnTo>
                      <a:pt x="49918" y="773141"/>
                    </a:lnTo>
                    <a:cubicBezTo>
                      <a:pt x="22309" y="773141"/>
                      <a:pt x="0" y="750759"/>
                      <a:pt x="0" y="723223"/>
                    </a:cubicBezTo>
                    <a:lnTo>
                      <a:pt x="0" y="49918"/>
                    </a:lnTo>
                    <a:cubicBezTo>
                      <a:pt x="0" y="22309"/>
                      <a:pt x="22382" y="0"/>
                      <a:pt x="49918" y="0"/>
                    </a:cubicBezTo>
                    <a:lnTo>
                      <a:pt x="934602" y="0"/>
                    </a:lnTo>
                    <a:cubicBezTo>
                      <a:pt x="962211" y="0"/>
                      <a:pt x="984520" y="22382"/>
                      <a:pt x="984520" y="49918"/>
                    </a:cubicBezTo>
                    <a:lnTo>
                      <a:pt x="984520" y="305840"/>
                    </a:lnTo>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7" name="Freeform: Shape 48">
                <a:extLst>
                  <a:ext uri="{FF2B5EF4-FFF2-40B4-BE49-F238E27FC236}">
                    <a16:creationId xmlns:a16="http://schemas.microsoft.com/office/drawing/2014/main" id="{27048AA3-E371-2C3E-3FC7-641152297CDE}"/>
                  </a:ext>
                </a:extLst>
              </p:cNvPr>
              <p:cNvSpPr/>
              <p:nvPr/>
            </p:nvSpPr>
            <p:spPr>
              <a:xfrm>
                <a:off x="9469303" y="1888869"/>
                <a:ext cx="984593" cy="7362"/>
              </a:xfrm>
              <a:custGeom>
                <a:avLst/>
                <a:gdLst>
                  <a:gd name="connsiteX0" fmla="*/ 0 w 984593"/>
                  <a:gd name="connsiteY0" fmla="*/ 0 h 7362"/>
                  <a:gd name="connsiteX1" fmla="*/ 984593 w 984593"/>
                  <a:gd name="connsiteY1" fmla="*/ 0 h 7362"/>
                </a:gdLst>
                <a:ahLst/>
                <a:cxnLst>
                  <a:cxn ang="0">
                    <a:pos x="connsiteX0" y="connsiteY0"/>
                  </a:cxn>
                  <a:cxn ang="0">
                    <a:pos x="connsiteX1" y="connsiteY1"/>
                  </a:cxn>
                </a:cxnLst>
                <a:rect l="l" t="t" r="r" b="b"/>
                <a:pathLst>
                  <a:path w="984593" h="7362">
                    <a:moveTo>
                      <a:pt x="0" y="0"/>
                    </a:moveTo>
                    <a:lnTo>
                      <a:pt x="984593" y="0"/>
                    </a:lnTo>
                  </a:path>
                </a:pathLst>
              </a:custGeom>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38" name="Graphic 6">
                <a:extLst>
                  <a:ext uri="{FF2B5EF4-FFF2-40B4-BE49-F238E27FC236}">
                    <a16:creationId xmlns:a16="http://schemas.microsoft.com/office/drawing/2014/main" id="{9D3AFC3D-D308-C351-C452-771F43DF949E}"/>
                  </a:ext>
                </a:extLst>
              </p:cNvPr>
              <p:cNvGrpSpPr/>
              <p:nvPr/>
            </p:nvGrpSpPr>
            <p:grpSpPr>
              <a:xfrm>
                <a:off x="9661171" y="2008511"/>
                <a:ext cx="587310" cy="372397"/>
                <a:chOff x="9661171" y="2008511"/>
                <a:chExt cx="587310" cy="372397"/>
              </a:xfrm>
              <a:noFill/>
            </p:grpSpPr>
            <p:sp>
              <p:nvSpPr>
                <p:cNvPr id="42" name="Freeform: Shape 50">
                  <a:extLst>
                    <a:ext uri="{FF2B5EF4-FFF2-40B4-BE49-F238E27FC236}">
                      <a16:creationId xmlns:a16="http://schemas.microsoft.com/office/drawing/2014/main" id="{BC3E2FC3-4976-920B-83E5-0AF469EDFB7C}"/>
                    </a:ext>
                  </a:extLst>
                </p:cNvPr>
                <p:cNvSpPr/>
                <p:nvPr/>
              </p:nvSpPr>
              <p:spPr>
                <a:xfrm>
                  <a:off x="9661171" y="2040096"/>
                  <a:ext cx="143127" cy="286108"/>
                </a:xfrm>
                <a:custGeom>
                  <a:avLst/>
                  <a:gdLst>
                    <a:gd name="connsiteX0" fmla="*/ 143128 w 143127"/>
                    <a:gd name="connsiteY0" fmla="*/ 0 h 286108"/>
                    <a:gd name="connsiteX1" fmla="*/ 0 w 143127"/>
                    <a:gd name="connsiteY1" fmla="*/ 143054 h 286108"/>
                    <a:gd name="connsiteX2" fmla="*/ 143128 w 143127"/>
                    <a:gd name="connsiteY2" fmla="*/ 286109 h 286108"/>
                  </a:gdLst>
                  <a:ahLst/>
                  <a:cxnLst>
                    <a:cxn ang="0">
                      <a:pos x="connsiteX0" y="connsiteY0"/>
                    </a:cxn>
                    <a:cxn ang="0">
                      <a:pos x="connsiteX1" y="connsiteY1"/>
                    </a:cxn>
                    <a:cxn ang="0">
                      <a:pos x="connsiteX2" y="connsiteY2"/>
                    </a:cxn>
                  </a:cxnLst>
                  <a:rect l="l" t="t" r="r" b="b"/>
                  <a:pathLst>
                    <a:path w="143127" h="286108">
                      <a:moveTo>
                        <a:pt x="143128" y="0"/>
                      </a:moveTo>
                      <a:lnTo>
                        <a:pt x="0" y="143054"/>
                      </a:lnTo>
                      <a:lnTo>
                        <a:pt x="143128" y="286109"/>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3" name="Freeform: Shape 51">
                  <a:extLst>
                    <a:ext uri="{FF2B5EF4-FFF2-40B4-BE49-F238E27FC236}">
                      <a16:creationId xmlns:a16="http://schemas.microsoft.com/office/drawing/2014/main" id="{B0B5202B-E491-56CD-6C1D-AE5BBB9E3644}"/>
                    </a:ext>
                  </a:extLst>
                </p:cNvPr>
                <p:cNvSpPr/>
                <p:nvPr/>
              </p:nvSpPr>
              <p:spPr>
                <a:xfrm>
                  <a:off x="10105427" y="2040096"/>
                  <a:ext cx="143054" cy="286108"/>
                </a:xfrm>
                <a:custGeom>
                  <a:avLst/>
                  <a:gdLst>
                    <a:gd name="connsiteX0" fmla="*/ 0 w 143054"/>
                    <a:gd name="connsiteY0" fmla="*/ 0 h 286108"/>
                    <a:gd name="connsiteX1" fmla="*/ 143054 w 143054"/>
                    <a:gd name="connsiteY1" fmla="*/ 143054 h 286108"/>
                    <a:gd name="connsiteX2" fmla="*/ 0 w 143054"/>
                    <a:gd name="connsiteY2" fmla="*/ 286109 h 286108"/>
                  </a:gdLst>
                  <a:ahLst/>
                  <a:cxnLst>
                    <a:cxn ang="0">
                      <a:pos x="connsiteX0" y="connsiteY0"/>
                    </a:cxn>
                    <a:cxn ang="0">
                      <a:pos x="connsiteX1" y="connsiteY1"/>
                    </a:cxn>
                    <a:cxn ang="0">
                      <a:pos x="connsiteX2" y="connsiteY2"/>
                    </a:cxn>
                  </a:cxnLst>
                  <a:rect l="l" t="t" r="r" b="b"/>
                  <a:pathLst>
                    <a:path w="143054" h="286108">
                      <a:moveTo>
                        <a:pt x="0" y="0"/>
                      </a:moveTo>
                      <a:lnTo>
                        <a:pt x="143054" y="143054"/>
                      </a:lnTo>
                      <a:lnTo>
                        <a:pt x="0" y="286109"/>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4" name="Freeform: Shape 52">
                  <a:extLst>
                    <a:ext uri="{FF2B5EF4-FFF2-40B4-BE49-F238E27FC236}">
                      <a16:creationId xmlns:a16="http://schemas.microsoft.com/office/drawing/2014/main" id="{91D024DC-6D92-9527-B733-06AC115037CD}"/>
                    </a:ext>
                  </a:extLst>
                </p:cNvPr>
                <p:cNvSpPr/>
                <p:nvPr/>
              </p:nvSpPr>
              <p:spPr>
                <a:xfrm>
                  <a:off x="9878734" y="2008511"/>
                  <a:ext cx="152257" cy="372397"/>
                </a:xfrm>
                <a:custGeom>
                  <a:avLst/>
                  <a:gdLst>
                    <a:gd name="connsiteX0" fmla="*/ 152257 w 152257"/>
                    <a:gd name="connsiteY0" fmla="*/ 0 h 372397"/>
                    <a:gd name="connsiteX1" fmla="*/ 0 w 152257"/>
                    <a:gd name="connsiteY1" fmla="*/ 372398 h 372397"/>
                  </a:gdLst>
                  <a:ahLst/>
                  <a:cxnLst>
                    <a:cxn ang="0">
                      <a:pos x="connsiteX0" y="connsiteY0"/>
                    </a:cxn>
                    <a:cxn ang="0">
                      <a:pos x="connsiteX1" y="connsiteY1"/>
                    </a:cxn>
                  </a:cxnLst>
                  <a:rect l="l" t="t" r="r" b="b"/>
                  <a:pathLst>
                    <a:path w="152257" h="372397">
                      <a:moveTo>
                        <a:pt x="152257" y="0"/>
                      </a:moveTo>
                      <a:lnTo>
                        <a:pt x="0" y="372398"/>
                      </a:lnTo>
                    </a:path>
                  </a:pathLst>
                </a:custGeom>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39" name="Freeform: Shape 53">
                <a:extLst>
                  <a:ext uri="{FF2B5EF4-FFF2-40B4-BE49-F238E27FC236}">
                    <a16:creationId xmlns:a16="http://schemas.microsoft.com/office/drawing/2014/main" id="{3475758E-292F-4EF9-4B6B-A832197047F9}"/>
                  </a:ext>
                </a:extLst>
              </p:cNvPr>
              <p:cNvSpPr/>
              <p:nvPr/>
            </p:nvSpPr>
            <p:spPr>
              <a:xfrm>
                <a:off x="10106531" y="1777916"/>
                <a:ext cx="57280" cy="57280"/>
              </a:xfrm>
              <a:custGeom>
                <a:avLst/>
                <a:gdLst>
                  <a:gd name="connsiteX0" fmla="*/ 57281 w 57280"/>
                  <a:gd name="connsiteY0" fmla="*/ 28640 h 57280"/>
                  <a:gd name="connsiteX1" fmla="*/ 28640 w 57280"/>
                  <a:gd name="connsiteY1" fmla="*/ 57281 h 57280"/>
                  <a:gd name="connsiteX2" fmla="*/ 0 w 57280"/>
                  <a:gd name="connsiteY2" fmla="*/ 28640 h 57280"/>
                  <a:gd name="connsiteX3" fmla="*/ 28640 w 57280"/>
                  <a:gd name="connsiteY3" fmla="*/ 0 h 57280"/>
                  <a:gd name="connsiteX4" fmla="*/ 57281 w 57280"/>
                  <a:gd name="connsiteY4" fmla="*/ 28640 h 5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80" h="57280">
                    <a:moveTo>
                      <a:pt x="57281" y="28640"/>
                    </a:moveTo>
                    <a:cubicBezTo>
                      <a:pt x="57281" y="44458"/>
                      <a:pt x="44458" y="57281"/>
                      <a:pt x="28640" y="57281"/>
                    </a:cubicBezTo>
                    <a:cubicBezTo>
                      <a:pt x="12823" y="57281"/>
                      <a:pt x="0" y="44458"/>
                      <a:pt x="0" y="28640"/>
                    </a:cubicBezTo>
                    <a:cubicBezTo>
                      <a:pt x="0" y="12823"/>
                      <a:pt x="12823" y="0"/>
                      <a:pt x="28640" y="0"/>
                    </a:cubicBezTo>
                    <a:cubicBezTo>
                      <a:pt x="44458" y="0"/>
                      <a:pt x="57281" y="12823"/>
                      <a:pt x="57281" y="28640"/>
                    </a:cubicBez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0" name="Freeform: Shape 54">
                <a:extLst>
                  <a:ext uri="{FF2B5EF4-FFF2-40B4-BE49-F238E27FC236}">
                    <a16:creationId xmlns:a16="http://schemas.microsoft.com/office/drawing/2014/main" id="{17CAB70F-434D-7F52-05F0-EAE7516B917D}"/>
                  </a:ext>
                </a:extLst>
              </p:cNvPr>
              <p:cNvSpPr/>
              <p:nvPr/>
            </p:nvSpPr>
            <p:spPr>
              <a:xfrm>
                <a:off x="10216233" y="1777916"/>
                <a:ext cx="57280" cy="57280"/>
              </a:xfrm>
              <a:custGeom>
                <a:avLst/>
                <a:gdLst>
                  <a:gd name="connsiteX0" fmla="*/ 57281 w 57280"/>
                  <a:gd name="connsiteY0" fmla="*/ 28640 h 57280"/>
                  <a:gd name="connsiteX1" fmla="*/ 28640 w 57280"/>
                  <a:gd name="connsiteY1" fmla="*/ 57281 h 57280"/>
                  <a:gd name="connsiteX2" fmla="*/ 0 w 57280"/>
                  <a:gd name="connsiteY2" fmla="*/ 28640 h 57280"/>
                  <a:gd name="connsiteX3" fmla="*/ 28640 w 57280"/>
                  <a:gd name="connsiteY3" fmla="*/ 0 h 57280"/>
                  <a:gd name="connsiteX4" fmla="*/ 57281 w 57280"/>
                  <a:gd name="connsiteY4" fmla="*/ 28640 h 5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80" h="57280">
                    <a:moveTo>
                      <a:pt x="57281" y="28640"/>
                    </a:moveTo>
                    <a:cubicBezTo>
                      <a:pt x="57281" y="44458"/>
                      <a:pt x="44458" y="57281"/>
                      <a:pt x="28640" y="57281"/>
                    </a:cubicBezTo>
                    <a:cubicBezTo>
                      <a:pt x="12823" y="57281"/>
                      <a:pt x="0" y="44458"/>
                      <a:pt x="0" y="28640"/>
                    </a:cubicBezTo>
                    <a:cubicBezTo>
                      <a:pt x="0" y="12823"/>
                      <a:pt x="12823" y="0"/>
                      <a:pt x="28640" y="0"/>
                    </a:cubicBezTo>
                    <a:cubicBezTo>
                      <a:pt x="44458" y="0"/>
                      <a:pt x="57281" y="12823"/>
                      <a:pt x="57281" y="28640"/>
                    </a:cubicBez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1" name="Freeform: Shape 55">
                <a:extLst>
                  <a:ext uri="{FF2B5EF4-FFF2-40B4-BE49-F238E27FC236}">
                    <a16:creationId xmlns:a16="http://schemas.microsoft.com/office/drawing/2014/main" id="{95B551A2-FD61-7D05-DA34-341270117906}"/>
                  </a:ext>
                </a:extLst>
              </p:cNvPr>
              <p:cNvSpPr/>
              <p:nvPr/>
            </p:nvSpPr>
            <p:spPr>
              <a:xfrm>
                <a:off x="10325935" y="1777916"/>
                <a:ext cx="57280" cy="57280"/>
              </a:xfrm>
              <a:custGeom>
                <a:avLst/>
                <a:gdLst>
                  <a:gd name="connsiteX0" fmla="*/ 57281 w 57280"/>
                  <a:gd name="connsiteY0" fmla="*/ 28640 h 57280"/>
                  <a:gd name="connsiteX1" fmla="*/ 28640 w 57280"/>
                  <a:gd name="connsiteY1" fmla="*/ 57281 h 57280"/>
                  <a:gd name="connsiteX2" fmla="*/ 0 w 57280"/>
                  <a:gd name="connsiteY2" fmla="*/ 28640 h 57280"/>
                  <a:gd name="connsiteX3" fmla="*/ 28640 w 57280"/>
                  <a:gd name="connsiteY3" fmla="*/ 0 h 57280"/>
                  <a:gd name="connsiteX4" fmla="*/ 57281 w 57280"/>
                  <a:gd name="connsiteY4" fmla="*/ 28640 h 5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80" h="57280">
                    <a:moveTo>
                      <a:pt x="57281" y="28640"/>
                    </a:moveTo>
                    <a:cubicBezTo>
                      <a:pt x="57281" y="44458"/>
                      <a:pt x="44458" y="57281"/>
                      <a:pt x="28640" y="57281"/>
                    </a:cubicBezTo>
                    <a:cubicBezTo>
                      <a:pt x="12823" y="57281"/>
                      <a:pt x="0" y="44458"/>
                      <a:pt x="0" y="28640"/>
                    </a:cubicBezTo>
                    <a:cubicBezTo>
                      <a:pt x="0" y="12823"/>
                      <a:pt x="12823" y="0"/>
                      <a:pt x="28640" y="0"/>
                    </a:cubicBezTo>
                    <a:cubicBezTo>
                      <a:pt x="44458" y="0"/>
                      <a:pt x="57281" y="12823"/>
                      <a:pt x="57281" y="28640"/>
                    </a:cubicBez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28" name="TextBox 27">
            <a:extLst>
              <a:ext uri="{FF2B5EF4-FFF2-40B4-BE49-F238E27FC236}">
                <a16:creationId xmlns:a16="http://schemas.microsoft.com/office/drawing/2014/main" id="{5C36E414-3324-FDD5-88B6-38E99A7B45A1}"/>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51" name="Graphic 8">
            <a:extLst>
              <a:ext uri="{FF2B5EF4-FFF2-40B4-BE49-F238E27FC236}">
                <a16:creationId xmlns:a16="http://schemas.microsoft.com/office/drawing/2014/main" id="{9E06D9E4-9115-0B32-8C99-2EB0628163FB}"/>
              </a:ext>
            </a:extLst>
          </p:cNvPr>
          <p:cNvGrpSpPr/>
          <p:nvPr userDrawn="1"/>
        </p:nvGrpSpPr>
        <p:grpSpPr>
          <a:xfrm>
            <a:off x="265625" y="6323271"/>
            <a:ext cx="1249223" cy="369648"/>
            <a:chOff x="265625" y="6323271"/>
            <a:chExt cx="1249223" cy="369648"/>
          </a:xfrm>
          <a:solidFill>
            <a:srgbClr val="000000"/>
          </a:solidFill>
        </p:grpSpPr>
        <p:grpSp>
          <p:nvGrpSpPr>
            <p:cNvPr id="52" name="Graphic 8">
              <a:extLst>
                <a:ext uri="{FF2B5EF4-FFF2-40B4-BE49-F238E27FC236}">
                  <a16:creationId xmlns:a16="http://schemas.microsoft.com/office/drawing/2014/main" id="{D912C3F0-D141-3BF2-D634-663DD79D1115}"/>
                </a:ext>
              </a:extLst>
            </p:cNvPr>
            <p:cNvGrpSpPr/>
            <p:nvPr/>
          </p:nvGrpSpPr>
          <p:grpSpPr>
            <a:xfrm>
              <a:off x="745455" y="6594444"/>
              <a:ext cx="722662" cy="98475"/>
              <a:chOff x="745455" y="6594444"/>
              <a:chExt cx="722662" cy="98475"/>
            </a:xfrm>
            <a:solidFill>
              <a:srgbClr val="000000"/>
            </a:solidFill>
          </p:grpSpPr>
          <p:sp>
            <p:nvSpPr>
              <p:cNvPr id="61" name="Freeform 19">
                <a:extLst>
                  <a:ext uri="{FF2B5EF4-FFF2-40B4-BE49-F238E27FC236}">
                    <a16:creationId xmlns:a16="http://schemas.microsoft.com/office/drawing/2014/main" id="{2679C535-83D4-F506-0FBC-1FC91502842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62" name="Freeform 20">
                <a:extLst>
                  <a:ext uri="{FF2B5EF4-FFF2-40B4-BE49-F238E27FC236}">
                    <a16:creationId xmlns:a16="http://schemas.microsoft.com/office/drawing/2014/main" id="{980D7D2B-B551-6782-CE99-71D9956EAD22}"/>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63" name="Freeform 21">
                <a:extLst>
                  <a:ext uri="{FF2B5EF4-FFF2-40B4-BE49-F238E27FC236}">
                    <a16:creationId xmlns:a16="http://schemas.microsoft.com/office/drawing/2014/main" id="{93E81E0B-EC2C-A55A-6A16-5752CF52613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129" name="Freeform 22">
                <a:extLst>
                  <a:ext uri="{FF2B5EF4-FFF2-40B4-BE49-F238E27FC236}">
                    <a16:creationId xmlns:a16="http://schemas.microsoft.com/office/drawing/2014/main" id="{1A1E37DC-C8FC-9981-E3B2-DCAA252B4B62}"/>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130" name="Freeform 23">
                <a:extLst>
                  <a:ext uri="{FF2B5EF4-FFF2-40B4-BE49-F238E27FC236}">
                    <a16:creationId xmlns:a16="http://schemas.microsoft.com/office/drawing/2014/main" id="{33344F34-AC51-2527-3C9D-8314279906A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31" name="Freeform 24">
                <a:extLst>
                  <a:ext uri="{FF2B5EF4-FFF2-40B4-BE49-F238E27FC236}">
                    <a16:creationId xmlns:a16="http://schemas.microsoft.com/office/drawing/2014/main" id="{44552C25-6E6E-932C-58BE-822700D722A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132" name="Freeform 25">
                <a:extLst>
                  <a:ext uri="{FF2B5EF4-FFF2-40B4-BE49-F238E27FC236}">
                    <a16:creationId xmlns:a16="http://schemas.microsoft.com/office/drawing/2014/main" id="{54531708-A4EE-8903-D1B2-4F0CBEAA885C}"/>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133" name="Freeform 26">
                <a:extLst>
                  <a:ext uri="{FF2B5EF4-FFF2-40B4-BE49-F238E27FC236}">
                    <a16:creationId xmlns:a16="http://schemas.microsoft.com/office/drawing/2014/main" id="{36A0D391-E7FE-1B53-5C16-0FE8D35AB496}"/>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134" name="Freeform 27">
                <a:extLst>
                  <a:ext uri="{FF2B5EF4-FFF2-40B4-BE49-F238E27FC236}">
                    <a16:creationId xmlns:a16="http://schemas.microsoft.com/office/drawing/2014/main" id="{8BBFFDD2-A9D2-BD89-FDAB-100B15BC314D}"/>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35" name="Freeform 28">
                <a:extLst>
                  <a:ext uri="{FF2B5EF4-FFF2-40B4-BE49-F238E27FC236}">
                    <a16:creationId xmlns:a16="http://schemas.microsoft.com/office/drawing/2014/main" id="{19DED88E-D488-5A44-76B0-3D062161BDE8}"/>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53" name="Graphic 8">
              <a:extLst>
                <a:ext uri="{FF2B5EF4-FFF2-40B4-BE49-F238E27FC236}">
                  <a16:creationId xmlns:a16="http://schemas.microsoft.com/office/drawing/2014/main" id="{C2965FF7-AEF7-C2F0-63F8-F1FDEE0C409E}"/>
                </a:ext>
              </a:extLst>
            </p:cNvPr>
            <p:cNvGrpSpPr/>
            <p:nvPr/>
          </p:nvGrpSpPr>
          <p:grpSpPr>
            <a:xfrm>
              <a:off x="265625" y="6323271"/>
              <a:ext cx="1249223" cy="190348"/>
              <a:chOff x="265625" y="6323271"/>
              <a:chExt cx="1249223" cy="190348"/>
            </a:xfrm>
            <a:solidFill>
              <a:srgbClr val="000000"/>
            </a:solidFill>
          </p:grpSpPr>
          <p:sp>
            <p:nvSpPr>
              <p:cNvPr id="54" name="Freeform 10">
                <a:extLst>
                  <a:ext uri="{FF2B5EF4-FFF2-40B4-BE49-F238E27FC236}">
                    <a16:creationId xmlns:a16="http://schemas.microsoft.com/office/drawing/2014/main" id="{E038BDB1-BCA2-06EF-CE65-02DB90820FA0}"/>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55" name="Freeform 11">
                <a:extLst>
                  <a:ext uri="{FF2B5EF4-FFF2-40B4-BE49-F238E27FC236}">
                    <a16:creationId xmlns:a16="http://schemas.microsoft.com/office/drawing/2014/main" id="{A747ED16-5106-EF7B-3AF4-C6B84D31019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56" name="Freeform 14">
                <a:extLst>
                  <a:ext uri="{FF2B5EF4-FFF2-40B4-BE49-F238E27FC236}">
                    <a16:creationId xmlns:a16="http://schemas.microsoft.com/office/drawing/2014/main" id="{93DF5C0C-BE16-8CCE-8B6F-4A8EBA56715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57" name="Freeform 15">
                <a:extLst>
                  <a:ext uri="{FF2B5EF4-FFF2-40B4-BE49-F238E27FC236}">
                    <a16:creationId xmlns:a16="http://schemas.microsoft.com/office/drawing/2014/main" id="{476666EF-1A24-FB49-755E-173132F59A76}"/>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58" name="Freeform 16">
                <a:extLst>
                  <a:ext uri="{FF2B5EF4-FFF2-40B4-BE49-F238E27FC236}">
                    <a16:creationId xmlns:a16="http://schemas.microsoft.com/office/drawing/2014/main" id="{4C641D78-B6F4-7DF1-7AC8-6C7C3706DC8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59" name="Freeform 17">
                <a:extLst>
                  <a:ext uri="{FF2B5EF4-FFF2-40B4-BE49-F238E27FC236}">
                    <a16:creationId xmlns:a16="http://schemas.microsoft.com/office/drawing/2014/main" id="{1243D46A-B0E8-A2B8-C46B-283C09251320}"/>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60" name="Freeform 18">
                <a:extLst>
                  <a:ext uri="{FF2B5EF4-FFF2-40B4-BE49-F238E27FC236}">
                    <a16:creationId xmlns:a16="http://schemas.microsoft.com/office/drawing/2014/main" id="{CBF21737-6D15-0013-436F-C4F38B7F768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50" name="TextBox 49">
            <a:extLst>
              <a:ext uri="{FF2B5EF4-FFF2-40B4-BE49-F238E27FC236}">
                <a16:creationId xmlns:a16="http://schemas.microsoft.com/office/drawing/2014/main" id="{B88D2144-6E96-D6CF-FAAD-0076DE220724}"/>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grpSp>
        <p:nvGrpSpPr>
          <p:cNvPr id="138" name="Picture Placeholder 76">
            <a:extLst>
              <a:ext uri="{FF2B5EF4-FFF2-40B4-BE49-F238E27FC236}">
                <a16:creationId xmlns:a16="http://schemas.microsoft.com/office/drawing/2014/main" id="{6E50E1B4-3F0D-D20F-C428-B72B15CA7632}"/>
              </a:ext>
            </a:extLst>
          </p:cNvPr>
          <p:cNvGrpSpPr/>
          <p:nvPr/>
        </p:nvGrpSpPr>
        <p:grpSpPr>
          <a:xfrm>
            <a:off x="7016479" y="2531945"/>
            <a:ext cx="1828800" cy="1828800"/>
            <a:chOff x="3200394" y="4032442"/>
            <a:chExt cx="588187" cy="588187"/>
          </a:xfrm>
          <a:solidFill>
            <a:schemeClr val="accent5"/>
          </a:solidFill>
        </p:grpSpPr>
        <p:sp>
          <p:nvSpPr>
            <p:cNvPr id="139" name="Picture Placeholder 76">
              <a:extLst>
                <a:ext uri="{FF2B5EF4-FFF2-40B4-BE49-F238E27FC236}">
                  <a16:creationId xmlns:a16="http://schemas.microsoft.com/office/drawing/2014/main" id="{1BF42488-4217-3351-88A6-948BAC1EFDEE}"/>
                </a:ext>
              </a:extLst>
            </p:cNvPr>
            <p:cNvSpPr/>
            <p:nvPr/>
          </p:nvSpPr>
          <p:spPr>
            <a:xfrm>
              <a:off x="3337248" y="4155999"/>
              <a:ext cx="327718" cy="340668"/>
            </a:xfrm>
            <a:custGeom>
              <a:avLst/>
              <a:gdLst>
                <a:gd name="connsiteX0" fmla="*/ 157240 w 327718"/>
                <a:gd name="connsiteY0" fmla="*/ 340668 h 340668"/>
                <a:gd name="connsiteX1" fmla="*/ 90200 w 327718"/>
                <a:gd name="connsiteY1" fmla="*/ 326754 h 340668"/>
                <a:gd name="connsiteX2" fmla="*/ 85772 w 327718"/>
                <a:gd name="connsiteY2" fmla="*/ 316635 h 340668"/>
                <a:gd name="connsiteX3" fmla="*/ 95892 w 327718"/>
                <a:gd name="connsiteY3" fmla="*/ 312208 h 340668"/>
                <a:gd name="connsiteX4" fmla="*/ 298911 w 327718"/>
                <a:gd name="connsiteY4" fmla="*/ 230620 h 340668"/>
                <a:gd name="connsiteX5" fmla="*/ 217324 w 327718"/>
                <a:gd name="connsiteY5" fmla="*/ 27601 h 340668"/>
                <a:gd name="connsiteX6" fmla="*/ 99054 w 327718"/>
                <a:gd name="connsiteY6" fmla="*/ 26336 h 340668"/>
                <a:gd name="connsiteX7" fmla="*/ 14937 w 327718"/>
                <a:gd name="connsiteY7" fmla="*/ 109188 h 340668"/>
                <a:gd name="connsiteX8" fmla="*/ 4817 w 327718"/>
                <a:gd name="connsiteY8" fmla="*/ 113615 h 340668"/>
                <a:gd name="connsiteX9" fmla="*/ 390 w 327718"/>
                <a:gd name="connsiteY9" fmla="*/ 103496 h 340668"/>
                <a:gd name="connsiteX10" fmla="*/ 93994 w 327718"/>
                <a:gd name="connsiteY10" fmla="*/ 12422 h 340668"/>
                <a:gd name="connsiteX11" fmla="*/ 224281 w 327718"/>
                <a:gd name="connsiteY11" fmla="*/ 13687 h 340668"/>
                <a:gd name="connsiteX12" fmla="*/ 314090 w 327718"/>
                <a:gd name="connsiteY12" fmla="*/ 237578 h 340668"/>
                <a:gd name="connsiteX13" fmla="*/ 157240 w 327718"/>
                <a:gd name="connsiteY13" fmla="*/ 340668 h 340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7718" h="340668">
                  <a:moveTo>
                    <a:pt x="157240" y="340668"/>
                  </a:moveTo>
                  <a:cubicBezTo>
                    <a:pt x="135104" y="340668"/>
                    <a:pt x="112336" y="336241"/>
                    <a:pt x="90200" y="326754"/>
                  </a:cubicBezTo>
                  <a:cubicBezTo>
                    <a:pt x="86405" y="324857"/>
                    <a:pt x="84507" y="320430"/>
                    <a:pt x="85772" y="316635"/>
                  </a:cubicBezTo>
                  <a:cubicBezTo>
                    <a:pt x="87670" y="312840"/>
                    <a:pt x="92097" y="310943"/>
                    <a:pt x="95892" y="312208"/>
                  </a:cubicBezTo>
                  <a:cubicBezTo>
                    <a:pt x="174317" y="345728"/>
                    <a:pt x="265391" y="309045"/>
                    <a:pt x="298911" y="230620"/>
                  </a:cubicBezTo>
                  <a:cubicBezTo>
                    <a:pt x="332432" y="152195"/>
                    <a:pt x="295749" y="61121"/>
                    <a:pt x="217324" y="27601"/>
                  </a:cubicBezTo>
                  <a:cubicBezTo>
                    <a:pt x="179376" y="11157"/>
                    <a:pt x="137634" y="11157"/>
                    <a:pt x="99054" y="26336"/>
                  </a:cubicBezTo>
                  <a:cubicBezTo>
                    <a:pt x="61106" y="42147"/>
                    <a:pt x="31381" y="71241"/>
                    <a:pt x="14937" y="109188"/>
                  </a:cubicBezTo>
                  <a:cubicBezTo>
                    <a:pt x="13039" y="112983"/>
                    <a:pt x="8612" y="114880"/>
                    <a:pt x="4817" y="113615"/>
                  </a:cubicBezTo>
                  <a:cubicBezTo>
                    <a:pt x="1023" y="111718"/>
                    <a:pt x="-875" y="107291"/>
                    <a:pt x="390" y="103496"/>
                  </a:cubicBezTo>
                  <a:cubicBezTo>
                    <a:pt x="18099" y="61754"/>
                    <a:pt x="51620" y="29498"/>
                    <a:pt x="93994" y="12422"/>
                  </a:cubicBezTo>
                  <a:cubicBezTo>
                    <a:pt x="136369" y="-4655"/>
                    <a:pt x="182539" y="-4022"/>
                    <a:pt x="224281" y="13687"/>
                  </a:cubicBezTo>
                  <a:cubicBezTo>
                    <a:pt x="310928" y="50369"/>
                    <a:pt x="350773" y="150930"/>
                    <a:pt x="314090" y="237578"/>
                  </a:cubicBezTo>
                  <a:cubicBezTo>
                    <a:pt x="286262" y="302088"/>
                    <a:pt x="223016" y="340668"/>
                    <a:pt x="157240" y="340668"/>
                  </a:cubicBezTo>
                  <a:close/>
                </a:path>
              </a:pathLst>
            </a:custGeom>
            <a:grpFill/>
            <a:ln w="6271" cap="flat">
              <a:noFill/>
              <a:prstDash val="solid"/>
              <a:miter/>
            </a:ln>
          </p:spPr>
          <p:txBody>
            <a:bodyPr rtlCol="0" anchor="ctr"/>
            <a:lstStyle/>
            <a:p>
              <a:endParaRPr lang="en-US"/>
            </a:p>
          </p:txBody>
        </p:sp>
        <p:sp>
          <p:nvSpPr>
            <p:cNvPr id="140" name="Picture Placeholder 76">
              <a:extLst>
                <a:ext uri="{FF2B5EF4-FFF2-40B4-BE49-F238E27FC236}">
                  <a16:creationId xmlns:a16="http://schemas.microsoft.com/office/drawing/2014/main" id="{22DF471F-79B3-DDA9-9577-EC1EFBC297DA}"/>
                </a:ext>
              </a:extLst>
            </p:cNvPr>
            <p:cNvSpPr/>
            <p:nvPr/>
          </p:nvSpPr>
          <p:spPr>
            <a:xfrm>
              <a:off x="3200394" y="4032442"/>
              <a:ext cx="588187" cy="588187"/>
            </a:xfrm>
            <a:custGeom>
              <a:avLst/>
              <a:gdLst>
                <a:gd name="connsiteX0" fmla="*/ 337101 w 588187"/>
                <a:gd name="connsiteY0" fmla="*/ 588188 h 588187"/>
                <a:gd name="connsiteX1" fmla="*/ 248557 w 588187"/>
                <a:gd name="connsiteY1" fmla="*/ 588188 h 588187"/>
                <a:gd name="connsiteX2" fmla="*/ 241600 w 588187"/>
                <a:gd name="connsiteY2" fmla="*/ 583761 h 588187"/>
                <a:gd name="connsiteX3" fmla="*/ 232113 w 588187"/>
                <a:gd name="connsiteY3" fmla="*/ 553403 h 588187"/>
                <a:gd name="connsiteX4" fmla="*/ 225788 w 588187"/>
                <a:gd name="connsiteY4" fmla="*/ 528104 h 588187"/>
                <a:gd name="connsiteX5" fmla="*/ 176456 w 588187"/>
                <a:gd name="connsiteY5" fmla="*/ 505968 h 588187"/>
                <a:gd name="connsiteX6" fmla="*/ 153688 w 588187"/>
                <a:gd name="connsiteY6" fmla="*/ 517352 h 588187"/>
                <a:gd name="connsiteX7" fmla="*/ 127757 w 588187"/>
                <a:gd name="connsiteY7" fmla="*/ 532531 h 588187"/>
                <a:gd name="connsiteX8" fmla="*/ 120167 w 588187"/>
                <a:gd name="connsiteY8" fmla="*/ 531899 h 588187"/>
                <a:gd name="connsiteX9" fmla="*/ 55024 w 588187"/>
                <a:gd name="connsiteY9" fmla="*/ 469918 h 588187"/>
                <a:gd name="connsiteX10" fmla="*/ 53127 w 588187"/>
                <a:gd name="connsiteY10" fmla="*/ 462328 h 588187"/>
                <a:gd name="connsiteX11" fmla="*/ 79690 w 588187"/>
                <a:gd name="connsiteY11" fmla="*/ 411099 h 588187"/>
                <a:gd name="connsiteX12" fmla="*/ 68938 w 588187"/>
                <a:gd name="connsiteY12" fmla="*/ 386433 h 588187"/>
                <a:gd name="connsiteX13" fmla="*/ 59451 w 588187"/>
                <a:gd name="connsiteY13" fmla="*/ 358605 h 588187"/>
                <a:gd name="connsiteX14" fmla="*/ 34153 w 588187"/>
                <a:gd name="connsiteY14" fmla="*/ 352913 h 588187"/>
                <a:gd name="connsiteX15" fmla="*/ 6325 w 588187"/>
                <a:gd name="connsiteY15" fmla="*/ 345323 h 588187"/>
                <a:gd name="connsiteX16" fmla="*/ 0 w 588187"/>
                <a:gd name="connsiteY16" fmla="*/ 337734 h 588187"/>
                <a:gd name="connsiteX17" fmla="*/ 0 w 588187"/>
                <a:gd name="connsiteY17" fmla="*/ 247292 h 588187"/>
                <a:gd name="connsiteX18" fmla="*/ 6325 w 588187"/>
                <a:gd name="connsiteY18" fmla="*/ 239702 h 588187"/>
                <a:gd name="connsiteX19" fmla="*/ 32888 w 588187"/>
                <a:gd name="connsiteY19" fmla="*/ 232113 h 588187"/>
                <a:gd name="connsiteX20" fmla="*/ 58186 w 588187"/>
                <a:gd name="connsiteY20" fmla="*/ 226421 h 588187"/>
                <a:gd name="connsiteX21" fmla="*/ 69571 w 588187"/>
                <a:gd name="connsiteY21" fmla="*/ 201122 h 588187"/>
                <a:gd name="connsiteX22" fmla="*/ 82220 w 588187"/>
                <a:gd name="connsiteY22" fmla="*/ 175191 h 588187"/>
                <a:gd name="connsiteX23" fmla="*/ 55024 w 588187"/>
                <a:gd name="connsiteY23" fmla="*/ 130919 h 588187"/>
                <a:gd name="connsiteX24" fmla="*/ 54392 w 588187"/>
                <a:gd name="connsiteY24" fmla="*/ 121432 h 588187"/>
                <a:gd name="connsiteX25" fmla="*/ 118902 w 588187"/>
                <a:gd name="connsiteY25" fmla="*/ 54392 h 588187"/>
                <a:gd name="connsiteX26" fmla="*/ 127757 w 588187"/>
                <a:gd name="connsiteY26" fmla="*/ 53127 h 588187"/>
                <a:gd name="connsiteX27" fmla="*/ 177721 w 588187"/>
                <a:gd name="connsiteY27" fmla="*/ 81587 h 588187"/>
                <a:gd name="connsiteX28" fmla="*/ 228318 w 588187"/>
                <a:gd name="connsiteY28" fmla="*/ 61981 h 588187"/>
                <a:gd name="connsiteX29" fmla="*/ 235275 w 588187"/>
                <a:gd name="connsiteY29" fmla="*/ 36050 h 588187"/>
                <a:gd name="connsiteX30" fmla="*/ 243497 w 588187"/>
                <a:gd name="connsiteY30" fmla="*/ 5692 h 588187"/>
                <a:gd name="connsiteX31" fmla="*/ 251087 w 588187"/>
                <a:gd name="connsiteY31" fmla="*/ 0 h 588187"/>
                <a:gd name="connsiteX32" fmla="*/ 339631 w 588187"/>
                <a:gd name="connsiteY32" fmla="*/ 0 h 588187"/>
                <a:gd name="connsiteX33" fmla="*/ 347221 w 588187"/>
                <a:gd name="connsiteY33" fmla="*/ 5060 h 588187"/>
                <a:gd name="connsiteX34" fmla="*/ 363664 w 588187"/>
                <a:gd name="connsiteY34" fmla="*/ 60084 h 588187"/>
                <a:gd name="connsiteX35" fmla="*/ 388330 w 588187"/>
                <a:gd name="connsiteY35" fmla="*/ 69571 h 588187"/>
                <a:gd name="connsiteX36" fmla="*/ 413629 w 588187"/>
                <a:gd name="connsiteY36" fmla="*/ 81587 h 588187"/>
                <a:gd name="connsiteX37" fmla="*/ 434500 w 588187"/>
                <a:gd name="connsiteY37" fmla="*/ 70203 h 588187"/>
                <a:gd name="connsiteX38" fmla="*/ 461696 w 588187"/>
                <a:gd name="connsiteY38" fmla="*/ 55024 h 588187"/>
                <a:gd name="connsiteX39" fmla="*/ 468653 w 588187"/>
                <a:gd name="connsiteY39" fmla="*/ 55656 h 588187"/>
                <a:gd name="connsiteX40" fmla="*/ 504071 w 588187"/>
                <a:gd name="connsiteY40" fmla="*/ 86647 h 588187"/>
                <a:gd name="connsiteX41" fmla="*/ 535694 w 588187"/>
                <a:gd name="connsiteY41" fmla="*/ 117005 h 588187"/>
                <a:gd name="connsiteX42" fmla="*/ 537591 w 588187"/>
                <a:gd name="connsiteY42" fmla="*/ 127124 h 588187"/>
                <a:gd name="connsiteX43" fmla="*/ 509130 w 588187"/>
                <a:gd name="connsiteY43" fmla="*/ 177089 h 588187"/>
                <a:gd name="connsiteX44" fmla="*/ 527472 w 588187"/>
                <a:gd name="connsiteY44" fmla="*/ 228951 h 588187"/>
                <a:gd name="connsiteX45" fmla="*/ 554035 w 588187"/>
                <a:gd name="connsiteY45" fmla="*/ 235275 h 588187"/>
                <a:gd name="connsiteX46" fmla="*/ 581863 w 588187"/>
                <a:gd name="connsiteY46" fmla="*/ 242865 h 588187"/>
                <a:gd name="connsiteX47" fmla="*/ 588188 w 588187"/>
                <a:gd name="connsiteY47" fmla="*/ 250454 h 588187"/>
                <a:gd name="connsiteX48" fmla="*/ 588188 w 588187"/>
                <a:gd name="connsiteY48" fmla="*/ 340263 h 588187"/>
                <a:gd name="connsiteX49" fmla="*/ 581863 w 588187"/>
                <a:gd name="connsiteY49" fmla="*/ 347853 h 588187"/>
                <a:gd name="connsiteX50" fmla="*/ 555300 w 588187"/>
                <a:gd name="connsiteY50" fmla="*/ 355443 h 588187"/>
                <a:gd name="connsiteX51" fmla="*/ 530002 w 588187"/>
                <a:gd name="connsiteY51" fmla="*/ 361767 h 588187"/>
                <a:gd name="connsiteX52" fmla="*/ 519250 w 588187"/>
                <a:gd name="connsiteY52" fmla="*/ 387066 h 588187"/>
                <a:gd name="connsiteX53" fmla="*/ 506600 w 588187"/>
                <a:gd name="connsiteY53" fmla="*/ 412996 h 588187"/>
                <a:gd name="connsiteX54" fmla="*/ 518617 w 588187"/>
                <a:gd name="connsiteY54" fmla="*/ 433868 h 588187"/>
                <a:gd name="connsiteX55" fmla="*/ 533796 w 588187"/>
                <a:gd name="connsiteY55" fmla="*/ 457269 h 588187"/>
                <a:gd name="connsiteX56" fmla="*/ 533796 w 588187"/>
                <a:gd name="connsiteY56" fmla="*/ 466755 h 588187"/>
                <a:gd name="connsiteX57" fmla="*/ 469285 w 588187"/>
                <a:gd name="connsiteY57" fmla="*/ 533796 h 588187"/>
                <a:gd name="connsiteX58" fmla="*/ 460431 w 588187"/>
                <a:gd name="connsiteY58" fmla="*/ 535061 h 588187"/>
                <a:gd name="connsiteX59" fmla="*/ 411099 w 588187"/>
                <a:gd name="connsiteY59" fmla="*/ 506600 h 588187"/>
                <a:gd name="connsiteX60" fmla="*/ 361135 w 588187"/>
                <a:gd name="connsiteY60" fmla="*/ 526207 h 588187"/>
                <a:gd name="connsiteX61" fmla="*/ 353545 w 588187"/>
                <a:gd name="connsiteY61" fmla="*/ 550873 h 588187"/>
                <a:gd name="connsiteX62" fmla="*/ 343426 w 588187"/>
                <a:gd name="connsiteY62" fmla="*/ 583128 h 588187"/>
                <a:gd name="connsiteX63" fmla="*/ 337101 w 588187"/>
                <a:gd name="connsiteY63" fmla="*/ 588188 h 588187"/>
                <a:gd name="connsiteX64" fmla="*/ 253616 w 588187"/>
                <a:gd name="connsiteY64" fmla="*/ 572376 h 588187"/>
                <a:gd name="connsiteX65" fmla="*/ 331409 w 588187"/>
                <a:gd name="connsiteY65" fmla="*/ 572376 h 588187"/>
                <a:gd name="connsiteX66" fmla="*/ 338366 w 588187"/>
                <a:gd name="connsiteY66" fmla="*/ 547710 h 588187"/>
                <a:gd name="connsiteX67" fmla="*/ 349750 w 588187"/>
                <a:gd name="connsiteY67" fmla="*/ 515455 h 588187"/>
                <a:gd name="connsiteX68" fmla="*/ 354810 w 588187"/>
                <a:gd name="connsiteY68" fmla="*/ 511660 h 588187"/>
                <a:gd name="connsiteX69" fmla="*/ 407937 w 588187"/>
                <a:gd name="connsiteY69" fmla="*/ 490789 h 588187"/>
                <a:gd name="connsiteX70" fmla="*/ 416159 w 588187"/>
                <a:gd name="connsiteY70" fmla="*/ 490789 h 588187"/>
                <a:gd name="connsiteX71" fmla="*/ 462961 w 588187"/>
                <a:gd name="connsiteY71" fmla="*/ 517985 h 588187"/>
                <a:gd name="connsiteX72" fmla="*/ 517985 w 588187"/>
                <a:gd name="connsiteY72" fmla="*/ 461696 h 588187"/>
                <a:gd name="connsiteX73" fmla="*/ 505336 w 588187"/>
                <a:gd name="connsiteY73" fmla="*/ 441457 h 588187"/>
                <a:gd name="connsiteX74" fmla="*/ 490789 w 588187"/>
                <a:gd name="connsiteY74" fmla="*/ 416159 h 588187"/>
                <a:gd name="connsiteX75" fmla="*/ 492054 w 588187"/>
                <a:gd name="connsiteY75" fmla="*/ 406672 h 588187"/>
                <a:gd name="connsiteX76" fmla="*/ 505336 w 588187"/>
                <a:gd name="connsiteY76" fmla="*/ 381373 h 588187"/>
                <a:gd name="connsiteX77" fmla="*/ 518617 w 588187"/>
                <a:gd name="connsiteY77" fmla="*/ 350383 h 588187"/>
                <a:gd name="connsiteX78" fmla="*/ 524309 w 588187"/>
                <a:gd name="connsiteY78" fmla="*/ 346588 h 588187"/>
                <a:gd name="connsiteX79" fmla="*/ 551505 w 588187"/>
                <a:gd name="connsiteY79" fmla="*/ 340263 h 588187"/>
                <a:gd name="connsiteX80" fmla="*/ 573009 w 588187"/>
                <a:gd name="connsiteY80" fmla="*/ 333939 h 588187"/>
                <a:gd name="connsiteX81" fmla="*/ 573009 w 588187"/>
                <a:gd name="connsiteY81" fmla="*/ 256146 h 588187"/>
                <a:gd name="connsiteX82" fmla="*/ 550240 w 588187"/>
                <a:gd name="connsiteY82" fmla="*/ 249822 h 588187"/>
                <a:gd name="connsiteX83" fmla="*/ 524309 w 588187"/>
                <a:gd name="connsiteY83" fmla="*/ 244130 h 588187"/>
                <a:gd name="connsiteX84" fmla="*/ 493319 w 588187"/>
                <a:gd name="connsiteY84" fmla="*/ 178354 h 588187"/>
                <a:gd name="connsiteX85" fmla="*/ 493319 w 588187"/>
                <a:gd name="connsiteY85" fmla="*/ 171397 h 588187"/>
                <a:gd name="connsiteX86" fmla="*/ 520515 w 588187"/>
                <a:gd name="connsiteY86" fmla="*/ 125227 h 588187"/>
                <a:gd name="connsiteX87" fmla="*/ 492054 w 588187"/>
                <a:gd name="connsiteY87" fmla="*/ 97399 h 588187"/>
                <a:gd name="connsiteX88" fmla="*/ 463593 w 588187"/>
                <a:gd name="connsiteY88" fmla="*/ 71468 h 588187"/>
                <a:gd name="connsiteX89" fmla="*/ 442722 w 588187"/>
                <a:gd name="connsiteY89" fmla="*/ 83485 h 588187"/>
                <a:gd name="connsiteX90" fmla="*/ 413629 w 588187"/>
                <a:gd name="connsiteY90" fmla="*/ 97399 h 588187"/>
                <a:gd name="connsiteX91" fmla="*/ 406672 w 588187"/>
                <a:gd name="connsiteY91" fmla="*/ 96134 h 588187"/>
                <a:gd name="connsiteX92" fmla="*/ 382006 w 588187"/>
                <a:gd name="connsiteY92" fmla="*/ 83485 h 588187"/>
                <a:gd name="connsiteX93" fmla="*/ 352913 w 588187"/>
                <a:gd name="connsiteY93" fmla="*/ 72100 h 588187"/>
                <a:gd name="connsiteX94" fmla="*/ 348485 w 588187"/>
                <a:gd name="connsiteY94" fmla="*/ 67041 h 588187"/>
                <a:gd name="connsiteX95" fmla="*/ 333939 w 588187"/>
                <a:gd name="connsiteY95" fmla="*/ 15179 h 588187"/>
                <a:gd name="connsiteX96" fmla="*/ 257411 w 588187"/>
                <a:gd name="connsiteY96" fmla="*/ 15179 h 588187"/>
                <a:gd name="connsiteX97" fmla="*/ 250454 w 588187"/>
                <a:gd name="connsiteY97" fmla="*/ 39213 h 588187"/>
                <a:gd name="connsiteX98" fmla="*/ 242232 w 588187"/>
                <a:gd name="connsiteY98" fmla="*/ 70203 h 588187"/>
                <a:gd name="connsiteX99" fmla="*/ 235275 w 588187"/>
                <a:gd name="connsiteY99" fmla="*/ 75895 h 588187"/>
                <a:gd name="connsiteX100" fmla="*/ 180251 w 588187"/>
                <a:gd name="connsiteY100" fmla="*/ 97399 h 588187"/>
                <a:gd name="connsiteX101" fmla="*/ 172029 w 588187"/>
                <a:gd name="connsiteY101" fmla="*/ 96766 h 588187"/>
                <a:gd name="connsiteX102" fmla="*/ 125860 w 588187"/>
                <a:gd name="connsiteY102" fmla="*/ 69571 h 588187"/>
                <a:gd name="connsiteX103" fmla="*/ 70836 w 588187"/>
                <a:gd name="connsiteY103" fmla="*/ 125860 h 588187"/>
                <a:gd name="connsiteX104" fmla="*/ 98031 w 588187"/>
                <a:gd name="connsiteY104" fmla="*/ 172029 h 588187"/>
                <a:gd name="connsiteX105" fmla="*/ 97399 w 588187"/>
                <a:gd name="connsiteY105" fmla="*/ 180251 h 588187"/>
                <a:gd name="connsiteX106" fmla="*/ 83485 w 588187"/>
                <a:gd name="connsiteY106" fmla="*/ 207447 h 588187"/>
                <a:gd name="connsiteX107" fmla="*/ 69571 w 588187"/>
                <a:gd name="connsiteY107" fmla="*/ 237173 h 588187"/>
                <a:gd name="connsiteX108" fmla="*/ 63878 w 588187"/>
                <a:gd name="connsiteY108" fmla="*/ 240967 h 588187"/>
                <a:gd name="connsiteX109" fmla="*/ 36683 w 588187"/>
                <a:gd name="connsiteY109" fmla="*/ 247292 h 588187"/>
                <a:gd name="connsiteX110" fmla="*/ 15179 w 588187"/>
                <a:gd name="connsiteY110" fmla="*/ 253616 h 588187"/>
                <a:gd name="connsiteX111" fmla="*/ 15179 w 588187"/>
                <a:gd name="connsiteY111" fmla="*/ 332041 h 588187"/>
                <a:gd name="connsiteX112" fmla="*/ 37948 w 588187"/>
                <a:gd name="connsiteY112" fmla="*/ 338366 h 588187"/>
                <a:gd name="connsiteX113" fmla="*/ 66408 w 588187"/>
                <a:gd name="connsiteY113" fmla="*/ 344691 h 588187"/>
                <a:gd name="connsiteX114" fmla="*/ 73365 w 588187"/>
                <a:gd name="connsiteY114" fmla="*/ 351648 h 588187"/>
                <a:gd name="connsiteX115" fmla="*/ 82220 w 588187"/>
                <a:gd name="connsiteY115" fmla="*/ 381373 h 588187"/>
                <a:gd name="connsiteX116" fmla="*/ 94869 w 588187"/>
                <a:gd name="connsiteY116" fmla="*/ 410467 h 588187"/>
                <a:gd name="connsiteX117" fmla="*/ 94237 w 588187"/>
                <a:gd name="connsiteY117" fmla="*/ 416791 h 588187"/>
                <a:gd name="connsiteX118" fmla="*/ 68938 w 588187"/>
                <a:gd name="connsiteY118" fmla="*/ 462961 h 588187"/>
                <a:gd name="connsiteX119" fmla="*/ 124595 w 588187"/>
                <a:gd name="connsiteY119" fmla="*/ 516087 h 588187"/>
                <a:gd name="connsiteX120" fmla="*/ 144833 w 588187"/>
                <a:gd name="connsiteY120" fmla="*/ 504071 h 588187"/>
                <a:gd name="connsiteX121" fmla="*/ 173927 w 588187"/>
                <a:gd name="connsiteY121" fmla="*/ 490156 h 588187"/>
                <a:gd name="connsiteX122" fmla="*/ 180884 w 588187"/>
                <a:gd name="connsiteY122" fmla="*/ 491421 h 588187"/>
                <a:gd name="connsiteX123" fmla="*/ 234643 w 588187"/>
                <a:gd name="connsiteY123" fmla="*/ 515455 h 588187"/>
                <a:gd name="connsiteX124" fmla="*/ 239070 w 588187"/>
                <a:gd name="connsiteY124" fmla="*/ 519882 h 588187"/>
                <a:gd name="connsiteX125" fmla="*/ 247292 w 588187"/>
                <a:gd name="connsiteY125" fmla="*/ 550240 h 588187"/>
                <a:gd name="connsiteX126" fmla="*/ 253616 w 588187"/>
                <a:gd name="connsiteY126" fmla="*/ 572376 h 588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588187" h="588187">
                  <a:moveTo>
                    <a:pt x="337101" y="588188"/>
                  </a:moveTo>
                  <a:lnTo>
                    <a:pt x="248557" y="588188"/>
                  </a:lnTo>
                  <a:cubicBezTo>
                    <a:pt x="245394" y="588188"/>
                    <a:pt x="242865" y="586290"/>
                    <a:pt x="241600" y="583761"/>
                  </a:cubicBezTo>
                  <a:cubicBezTo>
                    <a:pt x="238437" y="576804"/>
                    <a:pt x="235275" y="567317"/>
                    <a:pt x="232113" y="553403"/>
                  </a:cubicBezTo>
                  <a:cubicBezTo>
                    <a:pt x="229583" y="542018"/>
                    <a:pt x="227053" y="533796"/>
                    <a:pt x="225788" y="528104"/>
                  </a:cubicBezTo>
                  <a:cubicBezTo>
                    <a:pt x="193533" y="514190"/>
                    <a:pt x="181516" y="508498"/>
                    <a:pt x="176456" y="505968"/>
                  </a:cubicBezTo>
                  <a:cubicBezTo>
                    <a:pt x="170132" y="508498"/>
                    <a:pt x="162542" y="512293"/>
                    <a:pt x="153688" y="517352"/>
                  </a:cubicBezTo>
                  <a:cubicBezTo>
                    <a:pt x="141039" y="524942"/>
                    <a:pt x="132817" y="530002"/>
                    <a:pt x="127757" y="532531"/>
                  </a:cubicBezTo>
                  <a:cubicBezTo>
                    <a:pt x="125227" y="533796"/>
                    <a:pt x="122697" y="533164"/>
                    <a:pt x="120167" y="531899"/>
                  </a:cubicBezTo>
                  <a:cubicBezTo>
                    <a:pt x="111945" y="526207"/>
                    <a:pt x="90442" y="505968"/>
                    <a:pt x="55024" y="469918"/>
                  </a:cubicBezTo>
                  <a:cubicBezTo>
                    <a:pt x="53127" y="468020"/>
                    <a:pt x="52494" y="464858"/>
                    <a:pt x="53127" y="462328"/>
                  </a:cubicBezTo>
                  <a:cubicBezTo>
                    <a:pt x="54392" y="458533"/>
                    <a:pt x="58186" y="448414"/>
                    <a:pt x="79690" y="411099"/>
                  </a:cubicBezTo>
                  <a:cubicBezTo>
                    <a:pt x="78425" y="407304"/>
                    <a:pt x="75263" y="399715"/>
                    <a:pt x="68938" y="386433"/>
                  </a:cubicBezTo>
                  <a:cubicBezTo>
                    <a:pt x="64511" y="376314"/>
                    <a:pt x="61349" y="366827"/>
                    <a:pt x="59451" y="358605"/>
                  </a:cubicBezTo>
                  <a:cubicBezTo>
                    <a:pt x="52494" y="357340"/>
                    <a:pt x="43640" y="355443"/>
                    <a:pt x="34153" y="352913"/>
                  </a:cubicBezTo>
                  <a:cubicBezTo>
                    <a:pt x="20871" y="349118"/>
                    <a:pt x="11384" y="346588"/>
                    <a:pt x="6325" y="345323"/>
                  </a:cubicBezTo>
                  <a:cubicBezTo>
                    <a:pt x="2530" y="344691"/>
                    <a:pt x="0" y="341528"/>
                    <a:pt x="0" y="337734"/>
                  </a:cubicBezTo>
                  <a:lnTo>
                    <a:pt x="0" y="247292"/>
                  </a:lnTo>
                  <a:cubicBezTo>
                    <a:pt x="0" y="243497"/>
                    <a:pt x="2530" y="240335"/>
                    <a:pt x="6325" y="239702"/>
                  </a:cubicBezTo>
                  <a:cubicBezTo>
                    <a:pt x="10752" y="238437"/>
                    <a:pt x="19606" y="235908"/>
                    <a:pt x="32888" y="232113"/>
                  </a:cubicBezTo>
                  <a:cubicBezTo>
                    <a:pt x="42375" y="229583"/>
                    <a:pt x="50597" y="227053"/>
                    <a:pt x="58186" y="226421"/>
                  </a:cubicBezTo>
                  <a:cubicBezTo>
                    <a:pt x="60716" y="221361"/>
                    <a:pt x="64511" y="213139"/>
                    <a:pt x="69571" y="201122"/>
                  </a:cubicBezTo>
                  <a:cubicBezTo>
                    <a:pt x="73998" y="190370"/>
                    <a:pt x="78425" y="182148"/>
                    <a:pt x="82220" y="175191"/>
                  </a:cubicBezTo>
                  <a:cubicBezTo>
                    <a:pt x="67041" y="146731"/>
                    <a:pt x="58819" y="135346"/>
                    <a:pt x="55024" y="130919"/>
                  </a:cubicBezTo>
                  <a:cubicBezTo>
                    <a:pt x="52494" y="128389"/>
                    <a:pt x="52494" y="123962"/>
                    <a:pt x="54392" y="121432"/>
                  </a:cubicBezTo>
                  <a:cubicBezTo>
                    <a:pt x="60084" y="113210"/>
                    <a:pt x="81587" y="91074"/>
                    <a:pt x="118902" y="54392"/>
                  </a:cubicBezTo>
                  <a:cubicBezTo>
                    <a:pt x="121432" y="51862"/>
                    <a:pt x="124595" y="51229"/>
                    <a:pt x="127757" y="53127"/>
                  </a:cubicBezTo>
                  <a:cubicBezTo>
                    <a:pt x="148628" y="63246"/>
                    <a:pt x="165705" y="72733"/>
                    <a:pt x="177721" y="81587"/>
                  </a:cubicBezTo>
                  <a:cubicBezTo>
                    <a:pt x="207447" y="68938"/>
                    <a:pt x="221361" y="63878"/>
                    <a:pt x="228318" y="61981"/>
                  </a:cubicBezTo>
                  <a:cubicBezTo>
                    <a:pt x="229583" y="57554"/>
                    <a:pt x="231480" y="49964"/>
                    <a:pt x="235275" y="36050"/>
                  </a:cubicBezTo>
                  <a:cubicBezTo>
                    <a:pt x="238437" y="24033"/>
                    <a:pt x="241600" y="13914"/>
                    <a:pt x="243497" y="5692"/>
                  </a:cubicBezTo>
                  <a:cubicBezTo>
                    <a:pt x="244762" y="2530"/>
                    <a:pt x="247292" y="0"/>
                    <a:pt x="251087" y="0"/>
                  </a:cubicBezTo>
                  <a:lnTo>
                    <a:pt x="339631" y="0"/>
                  </a:lnTo>
                  <a:cubicBezTo>
                    <a:pt x="342793" y="0"/>
                    <a:pt x="345956" y="1897"/>
                    <a:pt x="347221" y="5060"/>
                  </a:cubicBezTo>
                  <a:cubicBezTo>
                    <a:pt x="350383" y="13282"/>
                    <a:pt x="355443" y="30991"/>
                    <a:pt x="363664" y="60084"/>
                  </a:cubicBezTo>
                  <a:cubicBezTo>
                    <a:pt x="367459" y="61981"/>
                    <a:pt x="375049" y="64511"/>
                    <a:pt x="388330" y="69571"/>
                  </a:cubicBezTo>
                  <a:cubicBezTo>
                    <a:pt x="399082" y="73365"/>
                    <a:pt x="407304" y="77793"/>
                    <a:pt x="413629" y="81587"/>
                  </a:cubicBezTo>
                  <a:cubicBezTo>
                    <a:pt x="419953" y="79690"/>
                    <a:pt x="426910" y="75895"/>
                    <a:pt x="434500" y="70203"/>
                  </a:cubicBezTo>
                  <a:cubicBezTo>
                    <a:pt x="447149" y="62614"/>
                    <a:pt x="456004" y="57554"/>
                    <a:pt x="461696" y="55024"/>
                  </a:cubicBezTo>
                  <a:cubicBezTo>
                    <a:pt x="464226" y="53759"/>
                    <a:pt x="466755" y="54392"/>
                    <a:pt x="468653" y="55656"/>
                  </a:cubicBezTo>
                  <a:cubicBezTo>
                    <a:pt x="478772" y="61981"/>
                    <a:pt x="490789" y="72100"/>
                    <a:pt x="504071" y="86647"/>
                  </a:cubicBezTo>
                  <a:cubicBezTo>
                    <a:pt x="518617" y="101826"/>
                    <a:pt x="529369" y="111945"/>
                    <a:pt x="535694" y="117005"/>
                  </a:cubicBezTo>
                  <a:cubicBezTo>
                    <a:pt x="538856" y="119535"/>
                    <a:pt x="539488" y="123330"/>
                    <a:pt x="537591" y="127124"/>
                  </a:cubicBezTo>
                  <a:cubicBezTo>
                    <a:pt x="525574" y="149261"/>
                    <a:pt x="516087" y="165705"/>
                    <a:pt x="509130" y="177089"/>
                  </a:cubicBezTo>
                  <a:cubicBezTo>
                    <a:pt x="520515" y="209344"/>
                    <a:pt x="525574" y="223258"/>
                    <a:pt x="527472" y="228951"/>
                  </a:cubicBezTo>
                  <a:cubicBezTo>
                    <a:pt x="535061" y="230215"/>
                    <a:pt x="544548" y="232113"/>
                    <a:pt x="554035" y="235275"/>
                  </a:cubicBezTo>
                  <a:cubicBezTo>
                    <a:pt x="567317" y="239070"/>
                    <a:pt x="576804" y="241600"/>
                    <a:pt x="581863" y="242865"/>
                  </a:cubicBezTo>
                  <a:cubicBezTo>
                    <a:pt x="585658" y="243497"/>
                    <a:pt x="588188" y="246659"/>
                    <a:pt x="588188" y="250454"/>
                  </a:cubicBezTo>
                  <a:lnTo>
                    <a:pt x="588188" y="340263"/>
                  </a:lnTo>
                  <a:cubicBezTo>
                    <a:pt x="588188" y="344058"/>
                    <a:pt x="585658" y="347221"/>
                    <a:pt x="581863" y="347853"/>
                  </a:cubicBezTo>
                  <a:cubicBezTo>
                    <a:pt x="578701" y="348485"/>
                    <a:pt x="571744" y="350383"/>
                    <a:pt x="555300" y="355443"/>
                  </a:cubicBezTo>
                  <a:cubicBezTo>
                    <a:pt x="545813" y="357972"/>
                    <a:pt x="537591" y="360502"/>
                    <a:pt x="530002" y="361767"/>
                  </a:cubicBezTo>
                  <a:cubicBezTo>
                    <a:pt x="528104" y="366194"/>
                    <a:pt x="524309" y="373151"/>
                    <a:pt x="519250" y="387066"/>
                  </a:cubicBezTo>
                  <a:cubicBezTo>
                    <a:pt x="515455" y="398450"/>
                    <a:pt x="511028" y="406672"/>
                    <a:pt x="506600" y="412996"/>
                  </a:cubicBezTo>
                  <a:cubicBezTo>
                    <a:pt x="509130" y="417424"/>
                    <a:pt x="513558" y="424381"/>
                    <a:pt x="518617" y="433868"/>
                  </a:cubicBezTo>
                  <a:cubicBezTo>
                    <a:pt x="524309" y="443987"/>
                    <a:pt x="529369" y="451576"/>
                    <a:pt x="533796" y="457269"/>
                  </a:cubicBezTo>
                  <a:cubicBezTo>
                    <a:pt x="535694" y="459798"/>
                    <a:pt x="536326" y="463593"/>
                    <a:pt x="533796" y="466755"/>
                  </a:cubicBezTo>
                  <a:cubicBezTo>
                    <a:pt x="528104" y="474977"/>
                    <a:pt x="507233" y="497114"/>
                    <a:pt x="469285" y="533796"/>
                  </a:cubicBezTo>
                  <a:cubicBezTo>
                    <a:pt x="466755" y="536326"/>
                    <a:pt x="463593" y="536959"/>
                    <a:pt x="460431" y="535061"/>
                  </a:cubicBezTo>
                  <a:cubicBezTo>
                    <a:pt x="443354" y="526839"/>
                    <a:pt x="426910" y="517352"/>
                    <a:pt x="411099" y="506600"/>
                  </a:cubicBezTo>
                  <a:cubicBezTo>
                    <a:pt x="394023" y="516087"/>
                    <a:pt x="376946" y="523044"/>
                    <a:pt x="361135" y="526207"/>
                  </a:cubicBezTo>
                  <a:cubicBezTo>
                    <a:pt x="359237" y="530634"/>
                    <a:pt x="356075" y="538224"/>
                    <a:pt x="353545" y="550873"/>
                  </a:cubicBezTo>
                  <a:cubicBezTo>
                    <a:pt x="349750" y="566684"/>
                    <a:pt x="346588" y="577436"/>
                    <a:pt x="343426" y="583128"/>
                  </a:cubicBezTo>
                  <a:cubicBezTo>
                    <a:pt x="342793" y="586290"/>
                    <a:pt x="339631" y="588188"/>
                    <a:pt x="337101" y="588188"/>
                  </a:cubicBezTo>
                  <a:close/>
                  <a:moveTo>
                    <a:pt x="253616" y="572376"/>
                  </a:moveTo>
                  <a:lnTo>
                    <a:pt x="331409" y="572376"/>
                  </a:lnTo>
                  <a:cubicBezTo>
                    <a:pt x="333306" y="567949"/>
                    <a:pt x="335204" y="560360"/>
                    <a:pt x="338366" y="547710"/>
                  </a:cubicBezTo>
                  <a:cubicBezTo>
                    <a:pt x="341528" y="533164"/>
                    <a:pt x="345323" y="522412"/>
                    <a:pt x="349750" y="515455"/>
                  </a:cubicBezTo>
                  <a:cubicBezTo>
                    <a:pt x="351015" y="513558"/>
                    <a:pt x="352913" y="512293"/>
                    <a:pt x="354810" y="511660"/>
                  </a:cubicBezTo>
                  <a:cubicBezTo>
                    <a:pt x="371254" y="508498"/>
                    <a:pt x="388963" y="501541"/>
                    <a:pt x="407937" y="490789"/>
                  </a:cubicBezTo>
                  <a:cubicBezTo>
                    <a:pt x="410467" y="489524"/>
                    <a:pt x="413629" y="489524"/>
                    <a:pt x="416159" y="490789"/>
                  </a:cubicBezTo>
                  <a:cubicBezTo>
                    <a:pt x="431338" y="500908"/>
                    <a:pt x="447149" y="510395"/>
                    <a:pt x="462961" y="517985"/>
                  </a:cubicBezTo>
                  <a:cubicBezTo>
                    <a:pt x="496481" y="485097"/>
                    <a:pt x="511660" y="469285"/>
                    <a:pt x="517985" y="461696"/>
                  </a:cubicBezTo>
                  <a:cubicBezTo>
                    <a:pt x="514190" y="456004"/>
                    <a:pt x="509763" y="449679"/>
                    <a:pt x="505336" y="441457"/>
                  </a:cubicBezTo>
                  <a:cubicBezTo>
                    <a:pt x="495216" y="423116"/>
                    <a:pt x="492054" y="418056"/>
                    <a:pt x="490789" y="416159"/>
                  </a:cubicBezTo>
                  <a:cubicBezTo>
                    <a:pt x="488892" y="412996"/>
                    <a:pt x="489524" y="409202"/>
                    <a:pt x="492054" y="406672"/>
                  </a:cubicBezTo>
                  <a:cubicBezTo>
                    <a:pt x="495216" y="403509"/>
                    <a:pt x="499643" y="396552"/>
                    <a:pt x="505336" y="381373"/>
                  </a:cubicBezTo>
                  <a:cubicBezTo>
                    <a:pt x="511028" y="365562"/>
                    <a:pt x="515455" y="355443"/>
                    <a:pt x="518617" y="350383"/>
                  </a:cubicBezTo>
                  <a:cubicBezTo>
                    <a:pt x="519882" y="348485"/>
                    <a:pt x="521779" y="347221"/>
                    <a:pt x="524309" y="346588"/>
                  </a:cubicBezTo>
                  <a:cubicBezTo>
                    <a:pt x="531899" y="345323"/>
                    <a:pt x="540753" y="343426"/>
                    <a:pt x="551505" y="340263"/>
                  </a:cubicBezTo>
                  <a:cubicBezTo>
                    <a:pt x="560360" y="337734"/>
                    <a:pt x="567949" y="335836"/>
                    <a:pt x="573009" y="333939"/>
                  </a:cubicBezTo>
                  <a:lnTo>
                    <a:pt x="573009" y="256146"/>
                  </a:lnTo>
                  <a:cubicBezTo>
                    <a:pt x="567317" y="254881"/>
                    <a:pt x="559727" y="252984"/>
                    <a:pt x="550240" y="249822"/>
                  </a:cubicBezTo>
                  <a:cubicBezTo>
                    <a:pt x="540121" y="246659"/>
                    <a:pt x="531899" y="244762"/>
                    <a:pt x="524309" y="244130"/>
                  </a:cubicBezTo>
                  <a:cubicBezTo>
                    <a:pt x="516720" y="246027"/>
                    <a:pt x="516720" y="245394"/>
                    <a:pt x="493319" y="178354"/>
                  </a:cubicBezTo>
                  <a:cubicBezTo>
                    <a:pt x="492054" y="175824"/>
                    <a:pt x="492054" y="173294"/>
                    <a:pt x="493319" y="171397"/>
                  </a:cubicBezTo>
                  <a:cubicBezTo>
                    <a:pt x="499643" y="161910"/>
                    <a:pt x="508498" y="146731"/>
                    <a:pt x="520515" y="125227"/>
                  </a:cubicBezTo>
                  <a:cubicBezTo>
                    <a:pt x="513558" y="118902"/>
                    <a:pt x="504703" y="110048"/>
                    <a:pt x="492054" y="97399"/>
                  </a:cubicBezTo>
                  <a:cubicBezTo>
                    <a:pt x="481302" y="86015"/>
                    <a:pt x="471815" y="77160"/>
                    <a:pt x="463593" y="71468"/>
                  </a:cubicBezTo>
                  <a:cubicBezTo>
                    <a:pt x="458533" y="73998"/>
                    <a:pt x="451576" y="77793"/>
                    <a:pt x="442722" y="83485"/>
                  </a:cubicBezTo>
                  <a:cubicBezTo>
                    <a:pt x="431970" y="90442"/>
                    <a:pt x="422483" y="95501"/>
                    <a:pt x="413629" y="97399"/>
                  </a:cubicBezTo>
                  <a:cubicBezTo>
                    <a:pt x="411099" y="98031"/>
                    <a:pt x="408569" y="97399"/>
                    <a:pt x="406672" y="96134"/>
                  </a:cubicBezTo>
                  <a:cubicBezTo>
                    <a:pt x="401612" y="92339"/>
                    <a:pt x="392758" y="87912"/>
                    <a:pt x="382006" y="83485"/>
                  </a:cubicBezTo>
                  <a:cubicBezTo>
                    <a:pt x="366194" y="77793"/>
                    <a:pt x="356707" y="73998"/>
                    <a:pt x="352913" y="72100"/>
                  </a:cubicBezTo>
                  <a:cubicBezTo>
                    <a:pt x="351015" y="70836"/>
                    <a:pt x="349118" y="68938"/>
                    <a:pt x="348485" y="67041"/>
                  </a:cubicBezTo>
                  <a:cubicBezTo>
                    <a:pt x="342161" y="41742"/>
                    <a:pt x="337101" y="24666"/>
                    <a:pt x="333939" y="15179"/>
                  </a:cubicBezTo>
                  <a:lnTo>
                    <a:pt x="257411" y="15179"/>
                  </a:lnTo>
                  <a:cubicBezTo>
                    <a:pt x="255514" y="22136"/>
                    <a:pt x="252984" y="29726"/>
                    <a:pt x="250454" y="39213"/>
                  </a:cubicBezTo>
                  <a:cubicBezTo>
                    <a:pt x="246027" y="56289"/>
                    <a:pt x="242865" y="66408"/>
                    <a:pt x="242232" y="70203"/>
                  </a:cubicBezTo>
                  <a:cubicBezTo>
                    <a:pt x="240967" y="73365"/>
                    <a:pt x="238437" y="75895"/>
                    <a:pt x="235275" y="75895"/>
                  </a:cubicBezTo>
                  <a:cubicBezTo>
                    <a:pt x="233378" y="75895"/>
                    <a:pt x="224523" y="77793"/>
                    <a:pt x="180251" y="97399"/>
                  </a:cubicBezTo>
                  <a:cubicBezTo>
                    <a:pt x="177721" y="98664"/>
                    <a:pt x="174559" y="98031"/>
                    <a:pt x="172029" y="96766"/>
                  </a:cubicBezTo>
                  <a:cubicBezTo>
                    <a:pt x="161277" y="88544"/>
                    <a:pt x="145466" y="79690"/>
                    <a:pt x="125860" y="69571"/>
                  </a:cubicBezTo>
                  <a:cubicBezTo>
                    <a:pt x="92339" y="102459"/>
                    <a:pt x="77160" y="118270"/>
                    <a:pt x="70836" y="125860"/>
                  </a:cubicBezTo>
                  <a:cubicBezTo>
                    <a:pt x="77793" y="134714"/>
                    <a:pt x="86647" y="149893"/>
                    <a:pt x="98031" y="172029"/>
                  </a:cubicBezTo>
                  <a:cubicBezTo>
                    <a:pt x="99296" y="174559"/>
                    <a:pt x="99296" y="177721"/>
                    <a:pt x="97399" y="180251"/>
                  </a:cubicBezTo>
                  <a:cubicBezTo>
                    <a:pt x="93604" y="185943"/>
                    <a:pt x="88544" y="194798"/>
                    <a:pt x="83485" y="207447"/>
                  </a:cubicBezTo>
                  <a:cubicBezTo>
                    <a:pt x="77160" y="222626"/>
                    <a:pt x="72733" y="232113"/>
                    <a:pt x="69571" y="237173"/>
                  </a:cubicBezTo>
                  <a:cubicBezTo>
                    <a:pt x="68306" y="239070"/>
                    <a:pt x="66408" y="240967"/>
                    <a:pt x="63878" y="240967"/>
                  </a:cubicBezTo>
                  <a:cubicBezTo>
                    <a:pt x="56289" y="242232"/>
                    <a:pt x="47435" y="244130"/>
                    <a:pt x="36683" y="247292"/>
                  </a:cubicBezTo>
                  <a:cubicBezTo>
                    <a:pt x="27196" y="249822"/>
                    <a:pt x="20239" y="252352"/>
                    <a:pt x="15179" y="253616"/>
                  </a:cubicBezTo>
                  <a:lnTo>
                    <a:pt x="15179" y="332041"/>
                  </a:lnTo>
                  <a:cubicBezTo>
                    <a:pt x="20871" y="333306"/>
                    <a:pt x="28461" y="335204"/>
                    <a:pt x="37948" y="338366"/>
                  </a:cubicBezTo>
                  <a:cubicBezTo>
                    <a:pt x="49332" y="341528"/>
                    <a:pt x="58819" y="343426"/>
                    <a:pt x="66408" y="344691"/>
                  </a:cubicBezTo>
                  <a:cubicBezTo>
                    <a:pt x="70203" y="345323"/>
                    <a:pt x="72733" y="347853"/>
                    <a:pt x="73365" y="351648"/>
                  </a:cubicBezTo>
                  <a:cubicBezTo>
                    <a:pt x="74630" y="360502"/>
                    <a:pt x="77793" y="369989"/>
                    <a:pt x="82220" y="381373"/>
                  </a:cubicBezTo>
                  <a:cubicBezTo>
                    <a:pt x="92339" y="402877"/>
                    <a:pt x="94237" y="408569"/>
                    <a:pt x="94869" y="410467"/>
                  </a:cubicBezTo>
                  <a:cubicBezTo>
                    <a:pt x="95501" y="412364"/>
                    <a:pt x="95501" y="414894"/>
                    <a:pt x="94237" y="416791"/>
                  </a:cubicBezTo>
                  <a:cubicBezTo>
                    <a:pt x="78425" y="444619"/>
                    <a:pt x="71468" y="457269"/>
                    <a:pt x="68938" y="462961"/>
                  </a:cubicBezTo>
                  <a:cubicBezTo>
                    <a:pt x="101826" y="496481"/>
                    <a:pt x="117005" y="510395"/>
                    <a:pt x="124595" y="516087"/>
                  </a:cubicBezTo>
                  <a:cubicBezTo>
                    <a:pt x="129022" y="513558"/>
                    <a:pt x="135979" y="509763"/>
                    <a:pt x="144833" y="504071"/>
                  </a:cubicBezTo>
                  <a:cubicBezTo>
                    <a:pt x="156218" y="497114"/>
                    <a:pt x="165705" y="492686"/>
                    <a:pt x="173927" y="490156"/>
                  </a:cubicBezTo>
                  <a:cubicBezTo>
                    <a:pt x="176456" y="489524"/>
                    <a:pt x="178986" y="489524"/>
                    <a:pt x="180884" y="491421"/>
                  </a:cubicBezTo>
                  <a:cubicBezTo>
                    <a:pt x="182148" y="492054"/>
                    <a:pt x="191003" y="496481"/>
                    <a:pt x="234643" y="515455"/>
                  </a:cubicBezTo>
                  <a:cubicBezTo>
                    <a:pt x="236540" y="516087"/>
                    <a:pt x="237805" y="517985"/>
                    <a:pt x="239070" y="519882"/>
                  </a:cubicBezTo>
                  <a:cubicBezTo>
                    <a:pt x="241600" y="525574"/>
                    <a:pt x="244130" y="535694"/>
                    <a:pt x="247292" y="550240"/>
                  </a:cubicBezTo>
                  <a:cubicBezTo>
                    <a:pt x="249822" y="559095"/>
                    <a:pt x="251719" y="566684"/>
                    <a:pt x="253616" y="572376"/>
                  </a:cubicBezTo>
                  <a:close/>
                </a:path>
              </a:pathLst>
            </a:custGeom>
            <a:grpFill/>
            <a:ln w="6271" cap="flat">
              <a:noFill/>
              <a:prstDash val="solid"/>
              <a:miter/>
            </a:ln>
          </p:spPr>
          <p:txBody>
            <a:bodyPr rtlCol="0" anchor="ctr"/>
            <a:lstStyle/>
            <a:p>
              <a:endParaRPr lang="en-US"/>
            </a:p>
          </p:txBody>
        </p:sp>
      </p:grpSp>
    </p:spTree>
    <p:extLst>
      <p:ext uri="{BB962C8B-B14F-4D97-AF65-F5344CB8AC3E}">
        <p14:creationId xmlns:p14="http://schemas.microsoft.com/office/powerpoint/2010/main" val="2336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Section - Lifecyc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3" name="Parallelogram 2">
            <a:extLst>
              <a:ext uri="{FF2B5EF4-FFF2-40B4-BE49-F238E27FC236}">
                <a16:creationId xmlns:a16="http://schemas.microsoft.com/office/drawing/2014/main" id="{C4CA6643-154D-E531-5DE2-43DD0C31365B}"/>
              </a:ext>
            </a:extLst>
          </p:cNvPr>
          <p:cNvSpPr/>
          <p:nvPr userDrawn="1"/>
        </p:nvSpPr>
        <p:spPr>
          <a:xfrm>
            <a:off x="5406003" y="-1"/>
            <a:ext cx="13664885" cy="6858001"/>
          </a:xfrm>
          <a:prstGeom prst="parallelogram">
            <a:avLst>
              <a:gd name="adj" fmla="val 100124"/>
            </a:avLst>
          </a:prstGeom>
          <a:gradFill flip="none" rotWithShape="1">
            <a:gsLst>
              <a:gs pos="35000">
                <a:schemeClr val="accent3"/>
              </a:gs>
              <a:gs pos="100000">
                <a:schemeClr val="accent1">
                  <a:alpha val="66000"/>
                </a:schemeClr>
              </a:gs>
            </a:gsLst>
            <a:lin ang="18900000" scaled="1"/>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rallelogram 3">
            <a:extLst>
              <a:ext uri="{FF2B5EF4-FFF2-40B4-BE49-F238E27FC236}">
                <a16:creationId xmlns:a16="http://schemas.microsoft.com/office/drawing/2014/main" id="{0AEBF18F-0382-E5BD-7665-01E7D65F96E0}"/>
              </a:ext>
            </a:extLst>
          </p:cNvPr>
          <p:cNvSpPr/>
          <p:nvPr userDrawn="1"/>
        </p:nvSpPr>
        <p:spPr>
          <a:xfrm>
            <a:off x="1840256" y="-1"/>
            <a:ext cx="12934077" cy="6470788"/>
          </a:xfrm>
          <a:prstGeom prst="parallelogram">
            <a:avLst>
              <a:gd name="adj" fmla="val 100124"/>
            </a:avLst>
          </a:prstGeom>
          <a:gradFill flip="none" rotWithShape="1">
            <a:gsLst>
              <a:gs pos="0">
                <a:schemeClr val="accent3">
                  <a:alpha val="18000"/>
                </a:schemeClr>
              </a:gs>
              <a:gs pos="73000">
                <a:schemeClr val="accent1">
                  <a:alpha val="0"/>
                </a:schemeClr>
              </a:gs>
            </a:gsLst>
            <a:lin ang="8100000" scaled="1"/>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5" name="Graphic 133">
            <a:extLst>
              <a:ext uri="{FF2B5EF4-FFF2-40B4-BE49-F238E27FC236}">
                <a16:creationId xmlns:a16="http://schemas.microsoft.com/office/drawing/2014/main" id="{6EE6DDD2-41BC-331F-3A5D-D90B113D069C}"/>
              </a:ext>
            </a:extLst>
          </p:cNvPr>
          <p:cNvGrpSpPr/>
          <p:nvPr userDrawn="1"/>
        </p:nvGrpSpPr>
        <p:grpSpPr>
          <a:xfrm rot="5400000">
            <a:off x="6771789" y="816814"/>
            <a:ext cx="993032" cy="1949868"/>
            <a:chOff x="7819347" y="302010"/>
            <a:chExt cx="1311782" cy="2575749"/>
          </a:xfrm>
          <a:noFill/>
        </p:grpSpPr>
        <p:sp>
          <p:nvSpPr>
            <p:cNvPr id="6" name="Freeform: Shape 13">
              <a:extLst>
                <a:ext uri="{FF2B5EF4-FFF2-40B4-BE49-F238E27FC236}">
                  <a16:creationId xmlns:a16="http://schemas.microsoft.com/office/drawing/2014/main" id="{B64642D8-AC04-719D-048D-23C99D3B84B1}"/>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7" name="Freeform: Shape 14">
              <a:extLst>
                <a:ext uri="{FF2B5EF4-FFF2-40B4-BE49-F238E27FC236}">
                  <a16:creationId xmlns:a16="http://schemas.microsoft.com/office/drawing/2014/main" id="{B66E871D-3A5F-DA5D-6C7B-ED80D11FF3CB}"/>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8" name="Freeform: Shape 15">
              <a:extLst>
                <a:ext uri="{FF2B5EF4-FFF2-40B4-BE49-F238E27FC236}">
                  <a16:creationId xmlns:a16="http://schemas.microsoft.com/office/drawing/2014/main" id="{7B0EABD1-4FF3-3F17-9FB6-900D79A0A5FA}"/>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9" name="Freeform: Shape 16">
              <a:extLst>
                <a:ext uri="{FF2B5EF4-FFF2-40B4-BE49-F238E27FC236}">
                  <a16:creationId xmlns:a16="http://schemas.microsoft.com/office/drawing/2014/main" id="{07B3CA37-086B-9666-35EA-CC31309667DC}"/>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0" name="Freeform: Shape 17">
              <a:extLst>
                <a:ext uri="{FF2B5EF4-FFF2-40B4-BE49-F238E27FC236}">
                  <a16:creationId xmlns:a16="http://schemas.microsoft.com/office/drawing/2014/main" id="{73DE4EC7-EC97-A0E0-4199-100CD748B105}"/>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11" name="Graphic 143">
            <a:extLst>
              <a:ext uri="{FF2B5EF4-FFF2-40B4-BE49-F238E27FC236}">
                <a16:creationId xmlns:a16="http://schemas.microsoft.com/office/drawing/2014/main" id="{05180DF3-8E0F-CE72-5825-2E3776530FA3}"/>
              </a:ext>
            </a:extLst>
          </p:cNvPr>
          <p:cNvSpPr/>
          <p:nvPr userDrawn="1"/>
        </p:nvSpPr>
        <p:spPr>
          <a:xfrm>
            <a:off x="4130978" y="4499933"/>
            <a:ext cx="2421204" cy="666750"/>
          </a:xfrm>
          <a:custGeom>
            <a:avLst/>
            <a:gdLst>
              <a:gd name="connsiteX0" fmla="*/ 482061 w 600651"/>
              <a:gd name="connsiteY0" fmla="*/ 38962 h 165407"/>
              <a:gd name="connsiteX1" fmla="*/ 398886 w 600651"/>
              <a:gd name="connsiteY1" fmla="*/ 75298 h 165407"/>
              <a:gd name="connsiteX2" fmla="*/ 268849 w 600651"/>
              <a:gd name="connsiteY2" fmla="*/ 0 h 165407"/>
              <a:gd name="connsiteX3" fmla="*/ 118927 w 600651"/>
              <a:gd name="connsiteY3" fmla="*/ 122878 h 165407"/>
              <a:gd name="connsiteX4" fmla="*/ 66185 w 600651"/>
              <a:gd name="connsiteY4" fmla="*/ 94823 h 165407"/>
              <a:gd name="connsiteX5" fmla="*/ 0 w 600651"/>
              <a:gd name="connsiteY5" fmla="*/ 165408 h 165407"/>
              <a:gd name="connsiteX6" fmla="*/ 600652 w 600651"/>
              <a:gd name="connsiteY6" fmla="*/ 165408 h 165407"/>
              <a:gd name="connsiteX7" fmla="*/ 482061 w 600651"/>
              <a:gd name="connsiteY7" fmla="*/ 38939 h 16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651" h="165407">
                <a:moveTo>
                  <a:pt x="482061" y="38962"/>
                </a:moveTo>
                <a:cubicBezTo>
                  <a:pt x="449653" y="38962"/>
                  <a:pt x="420297" y="52832"/>
                  <a:pt x="398886" y="75298"/>
                </a:cubicBezTo>
                <a:cubicBezTo>
                  <a:pt x="371236" y="29984"/>
                  <a:pt x="323341" y="0"/>
                  <a:pt x="268849" y="0"/>
                </a:cubicBezTo>
                <a:cubicBezTo>
                  <a:pt x="196963" y="0"/>
                  <a:pt x="136523" y="52136"/>
                  <a:pt x="118927" y="122878"/>
                </a:cubicBezTo>
                <a:cubicBezTo>
                  <a:pt x="106853" y="105865"/>
                  <a:pt x="87754" y="94823"/>
                  <a:pt x="66185" y="94823"/>
                </a:cubicBezTo>
                <a:cubicBezTo>
                  <a:pt x="29625" y="94823"/>
                  <a:pt x="0" y="126446"/>
                  <a:pt x="0" y="165408"/>
                </a:cubicBezTo>
                <a:lnTo>
                  <a:pt x="600652" y="165408"/>
                </a:lnTo>
                <a:cubicBezTo>
                  <a:pt x="600652" y="95564"/>
                  <a:pt x="547551" y="38939"/>
                  <a:pt x="482061" y="38939"/>
                </a:cubicBezTo>
                <a:close/>
              </a:path>
            </a:pathLst>
          </a:custGeom>
          <a:solidFill>
            <a:schemeClr val="accent3">
              <a:alpha val="13000"/>
            </a:schemeClr>
          </a:soli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12" name="Graphic 11">
            <a:extLst>
              <a:ext uri="{FF2B5EF4-FFF2-40B4-BE49-F238E27FC236}">
                <a16:creationId xmlns:a16="http://schemas.microsoft.com/office/drawing/2014/main" id="{7F35FA26-1E68-BAB5-194B-F9FBD15B60F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79191" y="2319345"/>
            <a:ext cx="3124591" cy="1207366"/>
          </a:xfrm>
          <a:prstGeom prst="rect">
            <a:avLst/>
          </a:prstGeom>
        </p:spPr>
      </p:pic>
      <p:grpSp>
        <p:nvGrpSpPr>
          <p:cNvPr id="13" name="Graphic 133">
            <a:extLst>
              <a:ext uri="{FF2B5EF4-FFF2-40B4-BE49-F238E27FC236}">
                <a16:creationId xmlns:a16="http://schemas.microsoft.com/office/drawing/2014/main" id="{78C6DDE1-E6E5-8ED3-1D06-F85474354626}"/>
              </a:ext>
            </a:extLst>
          </p:cNvPr>
          <p:cNvGrpSpPr/>
          <p:nvPr userDrawn="1"/>
        </p:nvGrpSpPr>
        <p:grpSpPr>
          <a:xfrm rot="5400000">
            <a:off x="9360519" y="3679453"/>
            <a:ext cx="747561" cy="1467875"/>
            <a:chOff x="7819347" y="302010"/>
            <a:chExt cx="1311782" cy="2575749"/>
          </a:xfrm>
          <a:noFill/>
        </p:grpSpPr>
        <p:sp>
          <p:nvSpPr>
            <p:cNvPr id="14" name="Freeform: Shape 232">
              <a:extLst>
                <a:ext uri="{FF2B5EF4-FFF2-40B4-BE49-F238E27FC236}">
                  <a16:creationId xmlns:a16="http://schemas.microsoft.com/office/drawing/2014/main" id="{D9EC97D7-1DEA-7862-9450-8EB7178E1EBB}"/>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6" name="Freeform: Shape 233">
              <a:extLst>
                <a:ext uri="{FF2B5EF4-FFF2-40B4-BE49-F238E27FC236}">
                  <a16:creationId xmlns:a16="http://schemas.microsoft.com/office/drawing/2014/main" id="{0295306C-DA58-1259-849A-913F4C5D971D}"/>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7" name="Freeform: Shape 234">
              <a:extLst>
                <a:ext uri="{FF2B5EF4-FFF2-40B4-BE49-F238E27FC236}">
                  <a16:creationId xmlns:a16="http://schemas.microsoft.com/office/drawing/2014/main" id="{0FC7C686-8726-4370-2DF0-AFE6E572F032}"/>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8" name="Freeform: Shape 235">
              <a:extLst>
                <a:ext uri="{FF2B5EF4-FFF2-40B4-BE49-F238E27FC236}">
                  <a16:creationId xmlns:a16="http://schemas.microsoft.com/office/drawing/2014/main" id="{3246215E-FB3A-481F-0DA1-4FF36B77D4EC}"/>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9" name="Freeform: Shape 236">
              <a:extLst>
                <a:ext uri="{FF2B5EF4-FFF2-40B4-BE49-F238E27FC236}">
                  <a16:creationId xmlns:a16="http://schemas.microsoft.com/office/drawing/2014/main" id="{1D969BCD-5997-9CA5-F71D-0B3D92A7A336}"/>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20" name="Freeform: Shape 265">
            <a:extLst>
              <a:ext uri="{FF2B5EF4-FFF2-40B4-BE49-F238E27FC236}">
                <a16:creationId xmlns:a16="http://schemas.microsoft.com/office/drawing/2014/main" id="{89DFAFDF-B10E-B7B7-BD66-0FB5A53E82B7}"/>
              </a:ext>
            </a:extLst>
          </p:cNvPr>
          <p:cNvSpPr/>
          <p:nvPr userDrawn="1"/>
        </p:nvSpPr>
        <p:spPr>
          <a:xfrm>
            <a:off x="11119385" y="4173017"/>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1" name="Freeform: Shape 269">
            <a:extLst>
              <a:ext uri="{FF2B5EF4-FFF2-40B4-BE49-F238E27FC236}">
                <a16:creationId xmlns:a16="http://schemas.microsoft.com/office/drawing/2014/main" id="{EAD4972A-2487-9887-CC7E-860F6E549AED}"/>
              </a:ext>
            </a:extLst>
          </p:cNvPr>
          <p:cNvSpPr/>
          <p:nvPr userDrawn="1"/>
        </p:nvSpPr>
        <p:spPr>
          <a:xfrm>
            <a:off x="6195382" y="430769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2" name="Freeform: Shape 285">
            <a:extLst>
              <a:ext uri="{FF2B5EF4-FFF2-40B4-BE49-F238E27FC236}">
                <a16:creationId xmlns:a16="http://schemas.microsoft.com/office/drawing/2014/main" id="{0ACAE36C-7901-4B2B-198B-AF5ADFFB6A7B}"/>
              </a:ext>
            </a:extLst>
          </p:cNvPr>
          <p:cNvSpPr/>
          <p:nvPr userDrawn="1"/>
        </p:nvSpPr>
        <p:spPr>
          <a:xfrm>
            <a:off x="8709950" y="5303803"/>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3" name="Freeform: Shape 286">
            <a:extLst>
              <a:ext uri="{FF2B5EF4-FFF2-40B4-BE49-F238E27FC236}">
                <a16:creationId xmlns:a16="http://schemas.microsoft.com/office/drawing/2014/main" id="{4EE75C1D-85B2-8569-4667-24C06318FFBE}"/>
              </a:ext>
            </a:extLst>
          </p:cNvPr>
          <p:cNvSpPr/>
          <p:nvPr userDrawn="1"/>
        </p:nvSpPr>
        <p:spPr>
          <a:xfrm>
            <a:off x="9116688" y="50100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 name="Oval 23">
            <a:extLst>
              <a:ext uri="{FF2B5EF4-FFF2-40B4-BE49-F238E27FC236}">
                <a16:creationId xmlns:a16="http://schemas.microsoft.com/office/drawing/2014/main" id="{F7ABE287-5B33-5029-CCE6-CE0785A816E5}"/>
              </a:ext>
            </a:extLst>
          </p:cNvPr>
          <p:cNvSpPr/>
          <p:nvPr userDrawn="1"/>
        </p:nvSpPr>
        <p:spPr>
          <a:xfrm flipV="1">
            <a:off x="6354876" y="1852997"/>
            <a:ext cx="3152006" cy="3152006"/>
          </a:xfrm>
          <a:prstGeom prst="ellipse">
            <a:avLst/>
          </a:prstGeom>
          <a:solidFill>
            <a:schemeClr val="bg1"/>
          </a:solidFill>
          <a:ln w="508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5" name="Freeform: Shape 298">
            <a:extLst>
              <a:ext uri="{FF2B5EF4-FFF2-40B4-BE49-F238E27FC236}">
                <a16:creationId xmlns:a16="http://schemas.microsoft.com/office/drawing/2014/main" id="{C456017F-9DDE-563F-45AB-C9AB3A1FD08D}"/>
              </a:ext>
            </a:extLst>
          </p:cNvPr>
          <p:cNvSpPr/>
          <p:nvPr userDrawn="1"/>
        </p:nvSpPr>
        <p:spPr>
          <a:xfrm>
            <a:off x="5406003" y="4429286"/>
            <a:ext cx="2921280" cy="1192670"/>
          </a:xfrm>
          <a:custGeom>
            <a:avLst/>
            <a:gdLst>
              <a:gd name="connsiteX0" fmla="*/ 2797989 w 3387980"/>
              <a:gd name="connsiteY0" fmla="*/ 793219 h 1383210"/>
              <a:gd name="connsiteX1" fmla="*/ 2614092 w 3387980"/>
              <a:gd name="connsiteY1" fmla="*/ 822614 h 1383210"/>
              <a:gd name="connsiteX2" fmla="*/ 1697357 w 3387980"/>
              <a:gd name="connsiteY2" fmla="*/ 0 h 1383210"/>
              <a:gd name="connsiteX3" fmla="*/ 798795 w 3387980"/>
              <a:gd name="connsiteY3" fmla="*/ 714810 h 1383210"/>
              <a:gd name="connsiteX4" fmla="*/ 668546 w 3387980"/>
              <a:gd name="connsiteY4" fmla="*/ 714665 h 1383210"/>
              <a:gd name="connsiteX5" fmla="*/ 0 w 3387980"/>
              <a:gd name="connsiteY5" fmla="*/ 1383211 h 1383210"/>
              <a:gd name="connsiteX6" fmla="*/ 3387981 w 3387980"/>
              <a:gd name="connsiteY6" fmla="*/ 1383211 h 1383210"/>
              <a:gd name="connsiteX7" fmla="*/ 2797989 w 3387980"/>
              <a:gd name="connsiteY7" fmla="*/ 793219 h 138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7980" h="1383210">
                <a:moveTo>
                  <a:pt x="2797989" y="793219"/>
                </a:moveTo>
                <a:cubicBezTo>
                  <a:pt x="2733770" y="793219"/>
                  <a:pt x="2671940" y="803573"/>
                  <a:pt x="2614092" y="822614"/>
                </a:cubicBezTo>
                <a:cubicBezTo>
                  <a:pt x="2564425" y="360192"/>
                  <a:pt x="2172956" y="0"/>
                  <a:pt x="1697357" y="0"/>
                </a:cubicBezTo>
                <a:cubicBezTo>
                  <a:pt x="1259406" y="0"/>
                  <a:pt x="892915" y="305385"/>
                  <a:pt x="798795" y="714810"/>
                </a:cubicBezTo>
                <a:lnTo>
                  <a:pt x="668546" y="714665"/>
                </a:lnTo>
                <a:cubicBezTo>
                  <a:pt x="299304" y="714737"/>
                  <a:pt x="0" y="1014041"/>
                  <a:pt x="0" y="1383211"/>
                </a:cubicBezTo>
                <a:lnTo>
                  <a:pt x="3387981" y="1383211"/>
                </a:lnTo>
                <a:cubicBezTo>
                  <a:pt x="3387981" y="1057336"/>
                  <a:pt x="3123864" y="793219"/>
                  <a:pt x="2797989" y="793219"/>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26" name="Graphic 25">
            <a:extLst>
              <a:ext uri="{FF2B5EF4-FFF2-40B4-BE49-F238E27FC236}">
                <a16:creationId xmlns:a16="http://schemas.microsoft.com/office/drawing/2014/main" id="{F5640F75-9028-4AF6-193F-A1B14B777C2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387932" y="943899"/>
            <a:ext cx="728756" cy="613080"/>
          </a:xfrm>
          <a:prstGeom prst="rect">
            <a:avLst/>
          </a:prstGeom>
        </p:spPr>
      </p:pic>
      <p:pic>
        <p:nvPicPr>
          <p:cNvPr id="27" name="Graphic 26">
            <a:extLst>
              <a:ext uri="{FF2B5EF4-FFF2-40B4-BE49-F238E27FC236}">
                <a16:creationId xmlns:a16="http://schemas.microsoft.com/office/drawing/2014/main" id="{839E5DF7-0685-7776-4205-7852314A0A7D}"/>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528299" y="1210110"/>
            <a:ext cx="676189" cy="676189"/>
          </a:xfrm>
          <a:prstGeom prst="rect">
            <a:avLst/>
          </a:prstGeom>
        </p:spPr>
      </p:pic>
      <p:pic>
        <p:nvPicPr>
          <p:cNvPr id="28" name="Graphic 27">
            <a:extLst>
              <a:ext uri="{FF2B5EF4-FFF2-40B4-BE49-F238E27FC236}">
                <a16:creationId xmlns:a16="http://schemas.microsoft.com/office/drawing/2014/main" id="{3E5AAE3F-E4D1-4A09-188D-324E0E9130F9}"/>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0320444" y="3815728"/>
            <a:ext cx="542250" cy="542250"/>
          </a:xfrm>
          <a:prstGeom prst="rect">
            <a:avLst/>
          </a:prstGeom>
        </p:spPr>
      </p:pic>
      <p:grpSp>
        <p:nvGrpSpPr>
          <p:cNvPr id="29" name="Graphic 133">
            <a:extLst>
              <a:ext uri="{FF2B5EF4-FFF2-40B4-BE49-F238E27FC236}">
                <a16:creationId xmlns:a16="http://schemas.microsoft.com/office/drawing/2014/main" id="{B79F0FBD-1720-7531-685D-3ABEC2A2C8E3}"/>
              </a:ext>
            </a:extLst>
          </p:cNvPr>
          <p:cNvGrpSpPr/>
          <p:nvPr userDrawn="1"/>
        </p:nvGrpSpPr>
        <p:grpSpPr>
          <a:xfrm>
            <a:off x="9571634" y="5166683"/>
            <a:ext cx="845544" cy="920851"/>
            <a:chOff x="8799755" y="943899"/>
            <a:chExt cx="839533" cy="914304"/>
          </a:xfrm>
          <a:noFill/>
        </p:grpSpPr>
        <p:sp>
          <p:nvSpPr>
            <p:cNvPr id="30" name="Freeform: Shape 8">
              <a:extLst>
                <a:ext uri="{FF2B5EF4-FFF2-40B4-BE49-F238E27FC236}">
                  <a16:creationId xmlns:a16="http://schemas.microsoft.com/office/drawing/2014/main" id="{C83770EA-0529-FFD1-B723-2952286486D0}"/>
                </a:ext>
              </a:extLst>
            </p:cNvPr>
            <p:cNvSpPr/>
            <p:nvPr/>
          </p:nvSpPr>
          <p:spPr>
            <a:xfrm>
              <a:off x="8799755" y="943899"/>
              <a:ext cx="839533" cy="914304"/>
            </a:xfrm>
            <a:custGeom>
              <a:avLst/>
              <a:gdLst>
                <a:gd name="connsiteX0" fmla="*/ 419767 w 839533"/>
                <a:gd name="connsiteY0" fmla="*/ 914305 h 914304"/>
                <a:gd name="connsiteX1" fmla="*/ 415576 w 839533"/>
                <a:gd name="connsiteY1" fmla="*/ 913638 h 914304"/>
                <a:gd name="connsiteX2" fmla="*/ 0 w 839533"/>
                <a:gd name="connsiteY2" fmla="*/ 345281 h 914304"/>
                <a:gd name="connsiteX3" fmla="*/ 0 w 839533"/>
                <a:gd name="connsiteY3" fmla="*/ 13906 h 914304"/>
                <a:gd name="connsiteX4" fmla="*/ 13906 w 839533"/>
                <a:gd name="connsiteY4" fmla="*/ 0 h 914304"/>
                <a:gd name="connsiteX5" fmla="*/ 825627 w 839533"/>
                <a:gd name="connsiteY5" fmla="*/ 0 h 914304"/>
                <a:gd name="connsiteX6" fmla="*/ 839534 w 839533"/>
                <a:gd name="connsiteY6" fmla="*/ 13906 h 914304"/>
                <a:gd name="connsiteX7" fmla="*/ 839534 w 839533"/>
                <a:gd name="connsiteY7" fmla="*/ 345281 h 914304"/>
                <a:gd name="connsiteX8" fmla="*/ 424053 w 839533"/>
                <a:gd name="connsiteY8" fmla="*/ 913638 h 914304"/>
                <a:gd name="connsiteX9" fmla="*/ 419862 w 839533"/>
                <a:gd name="connsiteY9" fmla="*/ 914305 h 91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9533" h="914304">
                  <a:moveTo>
                    <a:pt x="419767" y="914305"/>
                  </a:moveTo>
                  <a:cubicBezTo>
                    <a:pt x="418338" y="914305"/>
                    <a:pt x="416909" y="914114"/>
                    <a:pt x="415576" y="913638"/>
                  </a:cubicBezTo>
                  <a:cubicBezTo>
                    <a:pt x="167069" y="834676"/>
                    <a:pt x="0" y="606266"/>
                    <a:pt x="0" y="345281"/>
                  </a:cubicBezTo>
                  <a:lnTo>
                    <a:pt x="0" y="13906"/>
                  </a:lnTo>
                  <a:cubicBezTo>
                    <a:pt x="0" y="6191"/>
                    <a:pt x="6191" y="0"/>
                    <a:pt x="13906" y="0"/>
                  </a:cubicBezTo>
                  <a:lnTo>
                    <a:pt x="825627" y="0"/>
                  </a:lnTo>
                  <a:cubicBezTo>
                    <a:pt x="833342" y="0"/>
                    <a:pt x="839534" y="6191"/>
                    <a:pt x="839534" y="13906"/>
                  </a:cubicBezTo>
                  <a:lnTo>
                    <a:pt x="839534" y="345281"/>
                  </a:lnTo>
                  <a:cubicBezTo>
                    <a:pt x="839534" y="606266"/>
                    <a:pt x="672560" y="834676"/>
                    <a:pt x="424053" y="913638"/>
                  </a:cubicBezTo>
                  <a:cubicBezTo>
                    <a:pt x="422624" y="914114"/>
                    <a:pt x="421195" y="914305"/>
                    <a:pt x="419862" y="914305"/>
                  </a:cubicBezTo>
                  <a:close/>
                </a:path>
              </a:pathLst>
            </a:custGeom>
            <a:grp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1" name="Freeform: Shape 10">
              <a:extLst>
                <a:ext uri="{FF2B5EF4-FFF2-40B4-BE49-F238E27FC236}">
                  <a16:creationId xmlns:a16="http://schemas.microsoft.com/office/drawing/2014/main" id="{8B4AC14F-24DD-7A15-E59C-05F8E70EA3DE}"/>
                </a:ext>
              </a:extLst>
            </p:cNvPr>
            <p:cNvSpPr/>
            <p:nvPr/>
          </p:nvSpPr>
          <p:spPr>
            <a:xfrm>
              <a:off x="9223713" y="943899"/>
              <a:ext cx="9525" cy="913638"/>
            </a:xfrm>
            <a:custGeom>
              <a:avLst/>
              <a:gdLst>
                <a:gd name="connsiteX0" fmla="*/ 0 w 9525"/>
                <a:gd name="connsiteY0" fmla="*/ 913638 h 913638"/>
                <a:gd name="connsiteX1" fmla="*/ 0 w 9525"/>
                <a:gd name="connsiteY1" fmla="*/ 0 h 913638"/>
              </a:gdLst>
              <a:ahLst/>
              <a:cxnLst>
                <a:cxn ang="0">
                  <a:pos x="connsiteX0" y="connsiteY0"/>
                </a:cxn>
                <a:cxn ang="0">
                  <a:pos x="connsiteX1" y="connsiteY1"/>
                </a:cxn>
              </a:cxnLst>
              <a:rect l="l" t="t" r="r" b="b"/>
              <a:pathLst>
                <a:path w="9525" h="913638">
                  <a:moveTo>
                    <a:pt x="0" y="913638"/>
                  </a:moveTo>
                  <a:lnTo>
                    <a:pt x="0" y="0"/>
                  </a:lnTo>
                </a:path>
              </a:pathLst>
            </a:custGeom>
            <a:grp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32" name="Picture Placeholder 97" descr="Operations">
            <a:extLst>
              <a:ext uri="{FF2B5EF4-FFF2-40B4-BE49-F238E27FC236}">
                <a16:creationId xmlns:a16="http://schemas.microsoft.com/office/drawing/2014/main" id="{94C2DBC6-26B4-5B8F-5CA2-3B0E040EE125}"/>
              </a:ext>
            </a:extLst>
          </p:cNvPr>
          <p:cNvGrpSpPr>
            <a:grpSpLocks noChangeAspect="1"/>
          </p:cNvGrpSpPr>
          <p:nvPr userDrawn="1"/>
        </p:nvGrpSpPr>
        <p:grpSpPr>
          <a:xfrm>
            <a:off x="7003028" y="2541305"/>
            <a:ext cx="1833280" cy="1828800"/>
            <a:chOff x="7125981" y="3179818"/>
            <a:chExt cx="600637" cy="599168"/>
          </a:xfrm>
          <a:solidFill>
            <a:schemeClr val="accent3"/>
          </a:solidFill>
        </p:grpSpPr>
        <p:sp>
          <p:nvSpPr>
            <p:cNvPr id="33" name="Picture Placeholder 97">
              <a:extLst>
                <a:ext uri="{FF2B5EF4-FFF2-40B4-BE49-F238E27FC236}">
                  <a16:creationId xmlns:a16="http://schemas.microsoft.com/office/drawing/2014/main" id="{49D95725-2E2B-F11D-11F5-A676703E4B13}"/>
                </a:ext>
              </a:extLst>
            </p:cNvPr>
            <p:cNvSpPr/>
            <p:nvPr/>
          </p:nvSpPr>
          <p:spPr>
            <a:xfrm>
              <a:off x="7276406" y="3329940"/>
              <a:ext cx="292196" cy="292196"/>
            </a:xfrm>
            <a:custGeom>
              <a:avLst/>
              <a:gdLst>
                <a:gd name="connsiteX0" fmla="*/ 146098 w 292196"/>
                <a:gd name="connsiteY0" fmla="*/ 292197 h 292196"/>
                <a:gd name="connsiteX1" fmla="*/ 0 w 292196"/>
                <a:gd name="connsiteY1" fmla="*/ 146098 h 292196"/>
                <a:gd name="connsiteX2" fmla="*/ 146098 w 292196"/>
                <a:gd name="connsiteY2" fmla="*/ 0 h 292196"/>
                <a:gd name="connsiteX3" fmla="*/ 292197 w 292196"/>
                <a:gd name="connsiteY3" fmla="*/ 146098 h 292196"/>
                <a:gd name="connsiteX4" fmla="*/ 146098 w 292196"/>
                <a:gd name="connsiteY4" fmla="*/ 292197 h 292196"/>
                <a:gd name="connsiteX5" fmla="*/ 146098 w 292196"/>
                <a:gd name="connsiteY5" fmla="*/ 15812 h 292196"/>
                <a:gd name="connsiteX6" fmla="*/ 15812 w 292196"/>
                <a:gd name="connsiteY6" fmla="*/ 146098 h 292196"/>
                <a:gd name="connsiteX7" fmla="*/ 146098 w 292196"/>
                <a:gd name="connsiteY7" fmla="*/ 276385 h 292196"/>
                <a:gd name="connsiteX8" fmla="*/ 276385 w 292196"/>
                <a:gd name="connsiteY8" fmla="*/ 146098 h 292196"/>
                <a:gd name="connsiteX9" fmla="*/ 146098 w 292196"/>
                <a:gd name="connsiteY9" fmla="*/ 15812 h 292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2196" h="292196">
                  <a:moveTo>
                    <a:pt x="146098" y="292197"/>
                  </a:moveTo>
                  <a:cubicBezTo>
                    <a:pt x="65776" y="292197"/>
                    <a:pt x="0" y="226421"/>
                    <a:pt x="0" y="146098"/>
                  </a:cubicBezTo>
                  <a:cubicBezTo>
                    <a:pt x="0" y="65776"/>
                    <a:pt x="65776" y="0"/>
                    <a:pt x="146098" y="0"/>
                  </a:cubicBezTo>
                  <a:cubicBezTo>
                    <a:pt x="226421" y="0"/>
                    <a:pt x="292197" y="65776"/>
                    <a:pt x="292197" y="146098"/>
                  </a:cubicBezTo>
                  <a:cubicBezTo>
                    <a:pt x="292197" y="226421"/>
                    <a:pt x="226421" y="292197"/>
                    <a:pt x="146098" y="292197"/>
                  </a:cubicBezTo>
                  <a:close/>
                  <a:moveTo>
                    <a:pt x="146098" y="15812"/>
                  </a:moveTo>
                  <a:cubicBezTo>
                    <a:pt x="73998" y="15812"/>
                    <a:pt x="15812" y="74630"/>
                    <a:pt x="15812" y="146098"/>
                  </a:cubicBezTo>
                  <a:cubicBezTo>
                    <a:pt x="15812" y="217566"/>
                    <a:pt x="73998" y="276385"/>
                    <a:pt x="146098" y="276385"/>
                  </a:cubicBezTo>
                  <a:cubicBezTo>
                    <a:pt x="218199" y="276385"/>
                    <a:pt x="276385" y="218199"/>
                    <a:pt x="276385" y="146098"/>
                  </a:cubicBezTo>
                  <a:cubicBezTo>
                    <a:pt x="276385" y="73998"/>
                    <a:pt x="218199" y="15812"/>
                    <a:pt x="146098" y="1581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34" name="Picture Placeholder 97">
              <a:extLst>
                <a:ext uri="{FF2B5EF4-FFF2-40B4-BE49-F238E27FC236}">
                  <a16:creationId xmlns:a16="http://schemas.microsoft.com/office/drawing/2014/main" id="{247BB94D-AC3A-55CF-7968-C73849F0BB45}"/>
                </a:ext>
              </a:extLst>
            </p:cNvPr>
            <p:cNvGrpSpPr/>
            <p:nvPr/>
          </p:nvGrpSpPr>
          <p:grpSpPr>
            <a:xfrm>
              <a:off x="7511149" y="3563353"/>
              <a:ext cx="215469" cy="215633"/>
              <a:chOff x="7511149" y="3563353"/>
              <a:chExt cx="215469" cy="215633"/>
            </a:xfrm>
            <a:grpFill/>
          </p:grpSpPr>
          <p:sp>
            <p:nvSpPr>
              <p:cNvPr id="55" name="Picture Placeholder 97">
                <a:extLst>
                  <a:ext uri="{FF2B5EF4-FFF2-40B4-BE49-F238E27FC236}">
                    <a16:creationId xmlns:a16="http://schemas.microsoft.com/office/drawing/2014/main" id="{ACE27663-3507-0B32-D702-977F1F719826}"/>
                  </a:ext>
                </a:extLst>
              </p:cNvPr>
              <p:cNvSpPr/>
              <p:nvPr/>
            </p:nvSpPr>
            <p:spPr>
              <a:xfrm>
                <a:off x="7511149" y="3563353"/>
                <a:ext cx="215469" cy="215633"/>
              </a:xfrm>
              <a:custGeom>
                <a:avLst/>
                <a:gdLst>
                  <a:gd name="connsiteX0" fmla="*/ 107418 w 215469"/>
                  <a:gd name="connsiteY0" fmla="*/ 215634 h 215633"/>
                  <a:gd name="connsiteX1" fmla="*/ 61249 w 215469"/>
                  <a:gd name="connsiteY1" fmla="*/ 204882 h 215633"/>
                  <a:gd name="connsiteX2" fmla="*/ 6225 w 215469"/>
                  <a:gd name="connsiteY2" fmla="*/ 143533 h 215633"/>
                  <a:gd name="connsiteX3" fmla="*/ 10652 w 215469"/>
                  <a:gd name="connsiteY3" fmla="*/ 61313 h 215633"/>
                  <a:gd name="connsiteX4" fmla="*/ 154220 w 215469"/>
                  <a:gd name="connsiteY4" fmla="*/ 10717 h 215633"/>
                  <a:gd name="connsiteX5" fmla="*/ 209244 w 215469"/>
                  <a:gd name="connsiteY5" fmla="*/ 72065 h 215633"/>
                  <a:gd name="connsiteX6" fmla="*/ 204817 w 215469"/>
                  <a:gd name="connsiteY6" fmla="*/ 154285 h 215633"/>
                  <a:gd name="connsiteX7" fmla="*/ 204817 w 215469"/>
                  <a:gd name="connsiteY7" fmla="*/ 154285 h 215633"/>
                  <a:gd name="connsiteX8" fmla="*/ 107418 w 215469"/>
                  <a:gd name="connsiteY8" fmla="*/ 215634 h 215633"/>
                  <a:gd name="connsiteX9" fmla="*/ 108051 w 215469"/>
                  <a:gd name="connsiteY9" fmla="*/ 15776 h 215633"/>
                  <a:gd name="connsiteX10" fmla="*/ 24566 w 215469"/>
                  <a:gd name="connsiteY10" fmla="*/ 68270 h 215633"/>
                  <a:gd name="connsiteX11" fmla="*/ 20771 w 215469"/>
                  <a:gd name="connsiteY11" fmla="*/ 138474 h 215633"/>
                  <a:gd name="connsiteX12" fmla="*/ 68206 w 215469"/>
                  <a:gd name="connsiteY12" fmla="*/ 190968 h 215633"/>
                  <a:gd name="connsiteX13" fmla="*/ 190903 w 215469"/>
                  <a:gd name="connsiteY13" fmla="*/ 147328 h 215633"/>
                  <a:gd name="connsiteX14" fmla="*/ 190903 w 215469"/>
                  <a:gd name="connsiteY14" fmla="*/ 147328 h 215633"/>
                  <a:gd name="connsiteX15" fmla="*/ 194698 w 215469"/>
                  <a:gd name="connsiteY15" fmla="*/ 77125 h 215633"/>
                  <a:gd name="connsiteX16" fmla="*/ 147263 w 215469"/>
                  <a:gd name="connsiteY16" fmla="*/ 24631 h 215633"/>
                  <a:gd name="connsiteX17" fmla="*/ 108051 w 215469"/>
                  <a:gd name="connsiteY17" fmla="*/ 15776 h 215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5469" h="215633">
                    <a:moveTo>
                      <a:pt x="107418" y="215634"/>
                    </a:moveTo>
                    <a:cubicBezTo>
                      <a:pt x="91607" y="215634"/>
                      <a:pt x="75795" y="212471"/>
                      <a:pt x="61249" y="204882"/>
                    </a:cubicBezTo>
                    <a:cubicBezTo>
                      <a:pt x="35318" y="192233"/>
                      <a:pt x="15712" y="170729"/>
                      <a:pt x="6225" y="143533"/>
                    </a:cubicBezTo>
                    <a:cubicBezTo>
                      <a:pt x="-3262" y="116337"/>
                      <a:pt x="-1997" y="87244"/>
                      <a:pt x="10652" y="61313"/>
                    </a:cubicBezTo>
                    <a:cubicBezTo>
                      <a:pt x="35950" y="7554"/>
                      <a:pt x="100461" y="-15214"/>
                      <a:pt x="154220" y="10717"/>
                    </a:cubicBezTo>
                    <a:cubicBezTo>
                      <a:pt x="180151" y="23366"/>
                      <a:pt x="199758" y="44869"/>
                      <a:pt x="209244" y="72065"/>
                    </a:cubicBezTo>
                    <a:cubicBezTo>
                      <a:pt x="218731" y="99261"/>
                      <a:pt x="217466" y="128354"/>
                      <a:pt x="204817" y="154285"/>
                    </a:cubicBezTo>
                    <a:lnTo>
                      <a:pt x="204817" y="154285"/>
                    </a:lnTo>
                    <a:cubicBezTo>
                      <a:pt x="186476" y="192865"/>
                      <a:pt x="147896" y="215634"/>
                      <a:pt x="107418" y="215634"/>
                    </a:cubicBezTo>
                    <a:close/>
                    <a:moveTo>
                      <a:pt x="108051" y="15776"/>
                    </a:moveTo>
                    <a:cubicBezTo>
                      <a:pt x="73898" y="15776"/>
                      <a:pt x="40378" y="35383"/>
                      <a:pt x="24566" y="68270"/>
                    </a:cubicBezTo>
                    <a:cubicBezTo>
                      <a:pt x="13814" y="90407"/>
                      <a:pt x="12549" y="115705"/>
                      <a:pt x="20771" y="138474"/>
                    </a:cubicBezTo>
                    <a:cubicBezTo>
                      <a:pt x="28993" y="161875"/>
                      <a:pt x="45437" y="180216"/>
                      <a:pt x="68206" y="190968"/>
                    </a:cubicBezTo>
                    <a:cubicBezTo>
                      <a:pt x="113743" y="213104"/>
                      <a:pt x="168767" y="193498"/>
                      <a:pt x="190903" y="147328"/>
                    </a:cubicBezTo>
                    <a:lnTo>
                      <a:pt x="190903" y="147328"/>
                    </a:lnTo>
                    <a:cubicBezTo>
                      <a:pt x="201655" y="125192"/>
                      <a:pt x="202920" y="99893"/>
                      <a:pt x="194698" y="77125"/>
                    </a:cubicBezTo>
                    <a:cubicBezTo>
                      <a:pt x="186476" y="53724"/>
                      <a:pt x="170032" y="35383"/>
                      <a:pt x="147263" y="24631"/>
                    </a:cubicBezTo>
                    <a:cubicBezTo>
                      <a:pt x="134614" y="18939"/>
                      <a:pt x="121333" y="15776"/>
                      <a:pt x="108051" y="15776"/>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6" name="Picture Placeholder 97">
                <a:extLst>
                  <a:ext uri="{FF2B5EF4-FFF2-40B4-BE49-F238E27FC236}">
                    <a16:creationId xmlns:a16="http://schemas.microsoft.com/office/drawing/2014/main" id="{D49E156E-20C8-6912-A7AB-D33CF94ABB0E}"/>
                  </a:ext>
                </a:extLst>
              </p:cNvPr>
              <p:cNvSpPr/>
              <p:nvPr/>
            </p:nvSpPr>
            <p:spPr>
              <a:xfrm>
                <a:off x="7555321" y="3608728"/>
                <a:ext cx="111945" cy="65270"/>
              </a:xfrm>
              <a:custGeom>
                <a:avLst/>
                <a:gdLst>
                  <a:gd name="connsiteX0" fmla="*/ 60716 w 111945"/>
                  <a:gd name="connsiteY0" fmla="*/ 127 h 65270"/>
                  <a:gd name="connsiteX1" fmla="*/ 15179 w 111945"/>
                  <a:gd name="connsiteY1" fmla="*/ 24161 h 65270"/>
                  <a:gd name="connsiteX2" fmla="*/ 0 w 111945"/>
                  <a:gd name="connsiteY2" fmla="*/ 19101 h 65270"/>
                  <a:gd name="connsiteX3" fmla="*/ 10119 w 111945"/>
                  <a:gd name="connsiteY3" fmla="*/ 65271 h 65270"/>
                  <a:gd name="connsiteX4" fmla="*/ 44905 w 111945"/>
                  <a:gd name="connsiteY4" fmla="*/ 33648 h 65270"/>
                  <a:gd name="connsiteX5" fmla="*/ 31623 w 111945"/>
                  <a:gd name="connsiteY5" fmla="*/ 29853 h 65270"/>
                  <a:gd name="connsiteX6" fmla="*/ 61981 w 111945"/>
                  <a:gd name="connsiteY6" fmla="*/ 15939 h 65270"/>
                  <a:gd name="connsiteX7" fmla="*/ 99929 w 111945"/>
                  <a:gd name="connsiteY7" fmla="*/ 32383 h 65270"/>
                  <a:gd name="connsiteX8" fmla="*/ 111945 w 111945"/>
                  <a:gd name="connsiteY8" fmla="*/ 22263 h 65270"/>
                  <a:gd name="connsiteX9" fmla="*/ 60716 w 111945"/>
                  <a:gd name="connsiteY9" fmla="*/ 127 h 65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945" h="65270">
                    <a:moveTo>
                      <a:pt x="60716" y="127"/>
                    </a:moveTo>
                    <a:cubicBezTo>
                      <a:pt x="43007" y="1392"/>
                      <a:pt x="25931" y="10247"/>
                      <a:pt x="15179" y="24161"/>
                    </a:cubicBezTo>
                    <a:lnTo>
                      <a:pt x="0" y="19101"/>
                    </a:lnTo>
                    <a:lnTo>
                      <a:pt x="10119" y="65271"/>
                    </a:lnTo>
                    <a:lnTo>
                      <a:pt x="44905" y="33648"/>
                    </a:lnTo>
                    <a:lnTo>
                      <a:pt x="31623" y="29853"/>
                    </a:lnTo>
                    <a:cubicBezTo>
                      <a:pt x="39845" y="21631"/>
                      <a:pt x="50597" y="16571"/>
                      <a:pt x="61981" y="15939"/>
                    </a:cubicBezTo>
                    <a:cubicBezTo>
                      <a:pt x="76528" y="15306"/>
                      <a:pt x="90442" y="20998"/>
                      <a:pt x="99929" y="32383"/>
                    </a:cubicBezTo>
                    <a:lnTo>
                      <a:pt x="111945" y="22263"/>
                    </a:lnTo>
                    <a:cubicBezTo>
                      <a:pt x="98664" y="7084"/>
                      <a:pt x="80322" y="-1138"/>
                      <a:pt x="60716" y="127"/>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7" name="Picture Placeholder 97">
                <a:extLst>
                  <a:ext uri="{FF2B5EF4-FFF2-40B4-BE49-F238E27FC236}">
                    <a16:creationId xmlns:a16="http://schemas.microsoft.com/office/drawing/2014/main" id="{82FBC3F2-63C3-D2DD-82E6-C6D1CB9B8493}"/>
                  </a:ext>
                </a:extLst>
              </p:cNvPr>
              <p:cNvSpPr/>
              <p:nvPr/>
            </p:nvSpPr>
            <p:spPr>
              <a:xfrm>
                <a:off x="7572398" y="3667674"/>
                <a:ext cx="111945" cy="65143"/>
              </a:xfrm>
              <a:custGeom>
                <a:avLst/>
                <a:gdLst>
                  <a:gd name="connsiteX0" fmla="*/ 111945 w 111945"/>
                  <a:gd name="connsiteY0" fmla="*/ 46170 h 65143"/>
                  <a:gd name="connsiteX1" fmla="*/ 101826 w 111945"/>
                  <a:gd name="connsiteY1" fmla="*/ 0 h 65143"/>
                  <a:gd name="connsiteX2" fmla="*/ 67041 w 111945"/>
                  <a:gd name="connsiteY2" fmla="*/ 31623 h 65143"/>
                  <a:gd name="connsiteX3" fmla="*/ 80322 w 111945"/>
                  <a:gd name="connsiteY3" fmla="*/ 36050 h 65143"/>
                  <a:gd name="connsiteX4" fmla="*/ 49964 w 111945"/>
                  <a:gd name="connsiteY4" fmla="*/ 49964 h 65143"/>
                  <a:gd name="connsiteX5" fmla="*/ 12017 w 111945"/>
                  <a:gd name="connsiteY5" fmla="*/ 33520 h 65143"/>
                  <a:gd name="connsiteX6" fmla="*/ 0 w 111945"/>
                  <a:gd name="connsiteY6" fmla="*/ 43640 h 65143"/>
                  <a:gd name="connsiteX7" fmla="*/ 47435 w 111945"/>
                  <a:gd name="connsiteY7" fmla="*/ 65143 h 65143"/>
                  <a:gd name="connsiteX8" fmla="*/ 51229 w 111945"/>
                  <a:gd name="connsiteY8" fmla="*/ 65143 h 65143"/>
                  <a:gd name="connsiteX9" fmla="*/ 96766 w 111945"/>
                  <a:gd name="connsiteY9" fmla="*/ 41110 h 65143"/>
                  <a:gd name="connsiteX10" fmla="*/ 111945 w 111945"/>
                  <a:gd name="connsiteY10" fmla="*/ 46170 h 65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945" h="65143">
                    <a:moveTo>
                      <a:pt x="111945" y="46170"/>
                    </a:moveTo>
                    <a:lnTo>
                      <a:pt x="101826" y="0"/>
                    </a:lnTo>
                    <a:lnTo>
                      <a:pt x="67041" y="31623"/>
                    </a:lnTo>
                    <a:lnTo>
                      <a:pt x="80322" y="36050"/>
                    </a:lnTo>
                    <a:cubicBezTo>
                      <a:pt x="72100" y="44272"/>
                      <a:pt x="61981" y="49332"/>
                      <a:pt x="49964" y="49964"/>
                    </a:cubicBezTo>
                    <a:cubicBezTo>
                      <a:pt x="35418" y="50597"/>
                      <a:pt x="21504" y="44905"/>
                      <a:pt x="12017" y="33520"/>
                    </a:cubicBezTo>
                    <a:lnTo>
                      <a:pt x="0" y="43640"/>
                    </a:lnTo>
                    <a:cubicBezTo>
                      <a:pt x="12017" y="57554"/>
                      <a:pt x="29093" y="65143"/>
                      <a:pt x="47435" y="65143"/>
                    </a:cubicBezTo>
                    <a:cubicBezTo>
                      <a:pt x="48699" y="65143"/>
                      <a:pt x="49964" y="65143"/>
                      <a:pt x="51229" y="65143"/>
                    </a:cubicBezTo>
                    <a:cubicBezTo>
                      <a:pt x="68938" y="63878"/>
                      <a:pt x="86015" y="55024"/>
                      <a:pt x="96766" y="41110"/>
                    </a:cubicBezTo>
                    <a:lnTo>
                      <a:pt x="111945" y="4617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35" name="Picture Placeholder 97">
              <a:extLst>
                <a:ext uri="{FF2B5EF4-FFF2-40B4-BE49-F238E27FC236}">
                  <a16:creationId xmlns:a16="http://schemas.microsoft.com/office/drawing/2014/main" id="{C6E1E54F-A55E-C731-26B3-BC3F728EFF20}"/>
                </a:ext>
              </a:extLst>
            </p:cNvPr>
            <p:cNvGrpSpPr/>
            <p:nvPr/>
          </p:nvGrpSpPr>
          <p:grpSpPr>
            <a:xfrm>
              <a:off x="7125981" y="3179818"/>
              <a:ext cx="212306" cy="211470"/>
              <a:chOff x="7125981" y="3179818"/>
              <a:chExt cx="212306" cy="211470"/>
            </a:xfrm>
            <a:grpFill/>
          </p:grpSpPr>
          <p:sp>
            <p:nvSpPr>
              <p:cNvPr id="52" name="Picture Placeholder 97">
                <a:extLst>
                  <a:ext uri="{FF2B5EF4-FFF2-40B4-BE49-F238E27FC236}">
                    <a16:creationId xmlns:a16="http://schemas.microsoft.com/office/drawing/2014/main" id="{18C640A6-A4BC-5BCA-F1ED-5F12FA14FCA7}"/>
                  </a:ext>
                </a:extLst>
              </p:cNvPr>
              <p:cNvSpPr/>
              <p:nvPr/>
            </p:nvSpPr>
            <p:spPr>
              <a:xfrm>
                <a:off x="7125981" y="3179818"/>
                <a:ext cx="212306" cy="211470"/>
              </a:xfrm>
              <a:custGeom>
                <a:avLst/>
                <a:gdLst>
                  <a:gd name="connsiteX0" fmla="*/ 106153 w 212306"/>
                  <a:gd name="connsiteY0" fmla="*/ 211471 h 211470"/>
                  <a:gd name="connsiteX1" fmla="*/ 60616 w 212306"/>
                  <a:gd name="connsiteY1" fmla="*/ 201351 h 211470"/>
                  <a:gd name="connsiteX2" fmla="*/ 6225 w 212306"/>
                  <a:gd name="connsiteY2" fmla="*/ 141268 h 211470"/>
                  <a:gd name="connsiteX3" fmla="*/ 10652 w 212306"/>
                  <a:gd name="connsiteY3" fmla="*/ 60313 h 211470"/>
                  <a:gd name="connsiteX4" fmla="*/ 151691 w 212306"/>
                  <a:gd name="connsiteY4" fmla="*/ 10349 h 211470"/>
                  <a:gd name="connsiteX5" fmla="*/ 206082 w 212306"/>
                  <a:gd name="connsiteY5" fmla="*/ 70432 h 211470"/>
                  <a:gd name="connsiteX6" fmla="*/ 201655 w 212306"/>
                  <a:gd name="connsiteY6" fmla="*/ 151387 h 211470"/>
                  <a:gd name="connsiteX7" fmla="*/ 201655 w 212306"/>
                  <a:gd name="connsiteY7" fmla="*/ 151387 h 211470"/>
                  <a:gd name="connsiteX8" fmla="*/ 106153 w 212306"/>
                  <a:gd name="connsiteY8" fmla="*/ 211471 h 211470"/>
                  <a:gd name="connsiteX9" fmla="*/ 106153 w 212306"/>
                  <a:gd name="connsiteY9" fmla="*/ 15408 h 211470"/>
                  <a:gd name="connsiteX10" fmla="*/ 24566 w 212306"/>
                  <a:gd name="connsiteY10" fmla="*/ 66637 h 211470"/>
                  <a:gd name="connsiteX11" fmla="*/ 20771 w 212306"/>
                  <a:gd name="connsiteY11" fmla="*/ 135576 h 211470"/>
                  <a:gd name="connsiteX12" fmla="*/ 66941 w 212306"/>
                  <a:gd name="connsiteY12" fmla="*/ 186805 h 211470"/>
                  <a:gd name="connsiteX13" fmla="*/ 187108 w 212306"/>
                  <a:gd name="connsiteY13" fmla="*/ 144430 h 211470"/>
                  <a:gd name="connsiteX14" fmla="*/ 187108 w 212306"/>
                  <a:gd name="connsiteY14" fmla="*/ 144430 h 211470"/>
                  <a:gd name="connsiteX15" fmla="*/ 190903 w 212306"/>
                  <a:gd name="connsiteY15" fmla="*/ 75492 h 211470"/>
                  <a:gd name="connsiteX16" fmla="*/ 144734 w 212306"/>
                  <a:gd name="connsiteY16" fmla="*/ 24263 h 211470"/>
                  <a:gd name="connsiteX17" fmla="*/ 106153 w 212306"/>
                  <a:gd name="connsiteY17" fmla="*/ 15408 h 21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2306" h="211470">
                    <a:moveTo>
                      <a:pt x="106153" y="211471"/>
                    </a:moveTo>
                    <a:cubicBezTo>
                      <a:pt x="90974" y="211471"/>
                      <a:pt x="75163" y="208309"/>
                      <a:pt x="60616" y="201351"/>
                    </a:cubicBezTo>
                    <a:cubicBezTo>
                      <a:pt x="35318" y="189335"/>
                      <a:pt x="15712" y="167831"/>
                      <a:pt x="6225" y="141268"/>
                    </a:cubicBezTo>
                    <a:cubicBezTo>
                      <a:pt x="-3262" y="114704"/>
                      <a:pt x="-1997" y="85611"/>
                      <a:pt x="10652" y="60313"/>
                    </a:cubicBezTo>
                    <a:cubicBezTo>
                      <a:pt x="35950" y="7819"/>
                      <a:pt x="99196" y="-14950"/>
                      <a:pt x="151691" y="10349"/>
                    </a:cubicBezTo>
                    <a:cubicBezTo>
                      <a:pt x="176989" y="22365"/>
                      <a:pt x="196595" y="43869"/>
                      <a:pt x="206082" y="70432"/>
                    </a:cubicBezTo>
                    <a:cubicBezTo>
                      <a:pt x="215569" y="96996"/>
                      <a:pt x="214304" y="126089"/>
                      <a:pt x="201655" y="151387"/>
                    </a:cubicBezTo>
                    <a:lnTo>
                      <a:pt x="201655" y="151387"/>
                    </a:lnTo>
                    <a:cubicBezTo>
                      <a:pt x="183314" y="189335"/>
                      <a:pt x="145366" y="211471"/>
                      <a:pt x="106153" y="211471"/>
                    </a:cubicBezTo>
                    <a:close/>
                    <a:moveTo>
                      <a:pt x="106153" y="15408"/>
                    </a:moveTo>
                    <a:cubicBezTo>
                      <a:pt x="72633" y="15408"/>
                      <a:pt x="39745" y="34382"/>
                      <a:pt x="24566" y="66637"/>
                    </a:cubicBezTo>
                    <a:cubicBezTo>
                      <a:pt x="14447" y="88141"/>
                      <a:pt x="13182" y="112807"/>
                      <a:pt x="20771" y="135576"/>
                    </a:cubicBezTo>
                    <a:cubicBezTo>
                      <a:pt x="28993" y="158344"/>
                      <a:pt x="45437" y="176686"/>
                      <a:pt x="66941" y="186805"/>
                    </a:cubicBezTo>
                    <a:cubicBezTo>
                      <a:pt x="111846" y="208309"/>
                      <a:pt x="165605" y="189335"/>
                      <a:pt x="187108" y="144430"/>
                    </a:cubicBezTo>
                    <a:lnTo>
                      <a:pt x="187108" y="144430"/>
                    </a:lnTo>
                    <a:cubicBezTo>
                      <a:pt x="197228" y="122926"/>
                      <a:pt x="198493" y="98260"/>
                      <a:pt x="190903" y="75492"/>
                    </a:cubicBezTo>
                    <a:cubicBezTo>
                      <a:pt x="182681" y="52723"/>
                      <a:pt x="166237" y="34382"/>
                      <a:pt x="144734" y="24263"/>
                    </a:cubicBezTo>
                    <a:cubicBezTo>
                      <a:pt x="132084" y="17938"/>
                      <a:pt x="119435" y="15408"/>
                      <a:pt x="106153" y="15408"/>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3" name="Picture Placeholder 97">
                <a:extLst>
                  <a:ext uri="{FF2B5EF4-FFF2-40B4-BE49-F238E27FC236}">
                    <a16:creationId xmlns:a16="http://schemas.microsoft.com/office/drawing/2014/main" id="{F113D5C3-6CDC-C07C-4BBB-02567EEA061E}"/>
                  </a:ext>
                </a:extLst>
              </p:cNvPr>
              <p:cNvSpPr/>
              <p:nvPr/>
            </p:nvSpPr>
            <p:spPr>
              <a:xfrm>
                <a:off x="7190511" y="3216730"/>
                <a:ext cx="84246" cy="140406"/>
              </a:xfrm>
              <a:custGeom>
                <a:avLst/>
                <a:gdLst>
                  <a:gd name="connsiteX0" fmla="*/ 41623 w 84246"/>
                  <a:gd name="connsiteY0" fmla="*/ 140406 h 140406"/>
                  <a:gd name="connsiteX1" fmla="*/ 41623 w 84246"/>
                  <a:gd name="connsiteY1" fmla="*/ 140406 h 140406"/>
                  <a:gd name="connsiteX2" fmla="*/ 41623 w 84246"/>
                  <a:gd name="connsiteY2" fmla="*/ 140406 h 140406"/>
                  <a:gd name="connsiteX3" fmla="*/ 34666 w 84246"/>
                  <a:gd name="connsiteY3" fmla="*/ 126492 h 140406"/>
                  <a:gd name="connsiteX4" fmla="*/ 6205 w 84246"/>
                  <a:gd name="connsiteY4" fmla="*/ 69571 h 140406"/>
                  <a:gd name="connsiteX5" fmla="*/ 1146 w 84246"/>
                  <a:gd name="connsiteY5" fmla="*/ 55024 h 140406"/>
                  <a:gd name="connsiteX6" fmla="*/ 1778 w 84246"/>
                  <a:gd name="connsiteY6" fmla="*/ 30991 h 140406"/>
                  <a:gd name="connsiteX7" fmla="*/ 42256 w 84246"/>
                  <a:gd name="connsiteY7" fmla="*/ 0 h 140406"/>
                  <a:gd name="connsiteX8" fmla="*/ 82733 w 84246"/>
                  <a:gd name="connsiteY8" fmla="*/ 30991 h 140406"/>
                  <a:gd name="connsiteX9" fmla="*/ 83365 w 84246"/>
                  <a:gd name="connsiteY9" fmla="*/ 54392 h 140406"/>
                  <a:gd name="connsiteX10" fmla="*/ 83365 w 84246"/>
                  <a:gd name="connsiteY10" fmla="*/ 54392 h 140406"/>
                  <a:gd name="connsiteX11" fmla="*/ 78306 w 84246"/>
                  <a:gd name="connsiteY11" fmla="*/ 68938 h 140406"/>
                  <a:gd name="connsiteX12" fmla="*/ 41623 w 84246"/>
                  <a:gd name="connsiteY12" fmla="*/ 140406 h 140406"/>
                  <a:gd name="connsiteX13" fmla="*/ 41623 w 84246"/>
                  <a:gd name="connsiteY13" fmla="*/ 16444 h 140406"/>
                  <a:gd name="connsiteX14" fmla="*/ 16325 w 84246"/>
                  <a:gd name="connsiteY14" fmla="*/ 35418 h 140406"/>
                  <a:gd name="connsiteX15" fmla="*/ 16325 w 84246"/>
                  <a:gd name="connsiteY15" fmla="*/ 52494 h 140406"/>
                  <a:gd name="connsiteX16" fmla="*/ 20119 w 84246"/>
                  <a:gd name="connsiteY16" fmla="*/ 63246 h 140406"/>
                  <a:gd name="connsiteX17" fmla="*/ 41623 w 84246"/>
                  <a:gd name="connsiteY17" fmla="*/ 106253 h 140406"/>
                  <a:gd name="connsiteX18" fmla="*/ 63127 w 84246"/>
                  <a:gd name="connsiteY18" fmla="*/ 63246 h 140406"/>
                  <a:gd name="connsiteX19" fmla="*/ 66921 w 84246"/>
                  <a:gd name="connsiteY19" fmla="*/ 52494 h 140406"/>
                  <a:gd name="connsiteX20" fmla="*/ 66921 w 84246"/>
                  <a:gd name="connsiteY20" fmla="*/ 35418 h 140406"/>
                  <a:gd name="connsiteX21" fmla="*/ 41623 w 84246"/>
                  <a:gd name="connsiteY21" fmla="*/ 16444 h 140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4246" h="140406">
                    <a:moveTo>
                      <a:pt x="41623" y="140406"/>
                    </a:moveTo>
                    <a:lnTo>
                      <a:pt x="41623" y="140406"/>
                    </a:lnTo>
                    <a:lnTo>
                      <a:pt x="41623" y="140406"/>
                    </a:lnTo>
                    <a:lnTo>
                      <a:pt x="34666" y="126492"/>
                    </a:lnTo>
                    <a:lnTo>
                      <a:pt x="6205" y="69571"/>
                    </a:lnTo>
                    <a:cubicBezTo>
                      <a:pt x="3675" y="64511"/>
                      <a:pt x="1778" y="59451"/>
                      <a:pt x="1146" y="55024"/>
                    </a:cubicBezTo>
                    <a:cubicBezTo>
                      <a:pt x="-752" y="46802"/>
                      <a:pt x="-119" y="38580"/>
                      <a:pt x="1778" y="30991"/>
                    </a:cubicBezTo>
                    <a:cubicBezTo>
                      <a:pt x="6838" y="11384"/>
                      <a:pt x="20752" y="0"/>
                      <a:pt x="42256" y="0"/>
                    </a:cubicBezTo>
                    <a:cubicBezTo>
                      <a:pt x="63759" y="0"/>
                      <a:pt x="77673" y="10752"/>
                      <a:pt x="82733" y="30991"/>
                    </a:cubicBezTo>
                    <a:cubicBezTo>
                      <a:pt x="84630" y="38580"/>
                      <a:pt x="84630" y="46802"/>
                      <a:pt x="83365" y="54392"/>
                    </a:cubicBezTo>
                    <a:lnTo>
                      <a:pt x="83365" y="54392"/>
                    </a:lnTo>
                    <a:cubicBezTo>
                      <a:pt x="82101" y="58819"/>
                      <a:pt x="80836" y="63878"/>
                      <a:pt x="78306" y="68938"/>
                    </a:cubicBezTo>
                    <a:lnTo>
                      <a:pt x="41623" y="140406"/>
                    </a:lnTo>
                    <a:close/>
                    <a:moveTo>
                      <a:pt x="41623" y="16444"/>
                    </a:moveTo>
                    <a:cubicBezTo>
                      <a:pt x="27709" y="16444"/>
                      <a:pt x="19487" y="22136"/>
                      <a:pt x="16325" y="35418"/>
                    </a:cubicBezTo>
                    <a:cubicBezTo>
                      <a:pt x="15060" y="40477"/>
                      <a:pt x="15060" y="46802"/>
                      <a:pt x="16325" y="52494"/>
                    </a:cubicBezTo>
                    <a:cubicBezTo>
                      <a:pt x="16957" y="55656"/>
                      <a:pt x="18222" y="59451"/>
                      <a:pt x="20119" y="63246"/>
                    </a:cubicBezTo>
                    <a:lnTo>
                      <a:pt x="41623" y="106253"/>
                    </a:lnTo>
                    <a:lnTo>
                      <a:pt x="63127" y="63246"/>
                    </a:lnTo>
                    <a:cubicBezTo>
                      <a:pt x="65024" y="59451"/>
                      <a:pt x="66289" y="55656"/>
                      <a:pt x="66921" y="52494"/>
                    </a:cubicBezTo>
                    <a:cubicBezTo>
                      <a:pt x="68186" y="46802"/>
                      <a:pt x="68186" y="41110"/>
                      <a:pt x="66921" y="35418"/>
                    </a:cubicBezTo>
                    <a:cubicBezTo>
                      <a:pt x="63759" y="22136"/>
                      <a:pt x="55537" y="16444"/>
                      <a:pt x="41623" y="16444"/>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4" name="Picture Placeholder 97">
                <a:extLst>
                  <a:ext uri="{FF2B5EF4-FFF2-40B4-BE49-F238E27FC236}">
                    <a16:creationId xmlns:a16="http://schemas.microsoft.com/office/drawing/2014/main" id="{71112796-A564-A625-BEAE-F94520450F9C}"/>
                  </a:ext>
                </a:extLst>
              </p:cNvPr>
              <p:cNvSpPr/>
              <p:nvPr/>
            </p:nvSpPr>
            <p:spPr>
              <a:xfrm>
                <a:off x="7218220" y="3247720"/>
                <a:ext cx="27828" cy="27828"/>
              </a:xfrm>
              <a:custGeom>
                <a:avLst/>
                <a:gdLst>
                  <a:gd name="connsiteX0" fmla="*/ 27828 w 27828"/>
                  <a:gd name="connsiteY0" fmla="*/ 13914 h 27828"/>
                  <a:gd name="connsiteX1" fmla="*/ 13914 w 27828"/>
                  <a:gd name="connsiteY1" fmla="*/ 27828 h 27828"/>
                  <a:gd name="connsiteX2" fmla="*/ 0 w 27828"/>
                  <a:gd name="connsiteY2" fmla="*/ 13914 h 27828"/>
                  <a:gd name="connsiteX3" fmla="*/ 13914 w 27828"/>
                  <a:gd name="connsiteY3" fmla="*/ 0 h 27828"/>
                  <a:gd name="connsiteX4" fmla="*/ 27828 w 27828"/>
                  <a:gd name="connsiteY4" fmla="*/ 13914 h 27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28" h="27828">
                    <a:moveTo>
                      <a:pt x="27828" y="13914"/>
                    </a:moveTo>
                    <a:cubicBezTo>
                      <a:pt x="27828" y="21599"/>
                      <a:pt x="21599" y="27828"/>
                      <a:pt x="13914" y="27828"/>
                    </a:cubicBezTo>
                    <a:cubicBezTo>
                      <a:pt x="6230" y="27828"/>
                      <a:pt x="0" y="21599"/>
                      <a:pt x="0" y="13914"/>
                    </a:cubicBezTo>
                    <a:cubicBezTo>
                      <a:pt x="0" y="6230"/>
                      <a:pt x="6230" y="0"/>
                      <a:pt x="13914" y="0"/>
                    </a:cubicBezTo>
                    <a:cubicBezTo>
                      <a:pt x="21599" y="0"/>
                      <a:pt x="27828" y="6230"/>
                      <a:pt x="27828" y="13914"/>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36" name="Picture Placeholder 97">
              <a:extLst>
                <a:ext uri="{FF2B5EF4-FFF2-40B4-BE49-F238E27FC236}">
                  <a16:creationId xmlns:a16="http://schemas.microsoft.com/office/drawing/2014/main" id="{307C5F80-7C99-3ACA-B9C6-DFE075F9CAD2}"/>
                </a:ext>
              </a:extLst>
            </p:cNvPr>
            <p:cNvGrpSpPr/>
            <p:nvPr/>
          </p:nvGrpSpPr>
          <p:grpSpPr>
            <a:xfrm>
              <a:off x="7125981" y="3567516"/>
              <a:ext cx="212306" cy="211470"/>
              <a:chOff x="7125981" y="3567516"/>
              <a:chExt cx="212306" cy="211470"/>
            </a:xfrm>
            <a:grpFill/>
          </p:grpSpPr>
          <p:sp>
            <p:nvSpPr>
              <p:cNvPr id="47" name="Picture Placeholder 97">
                <a:extLst>
                  <a:ext uri="{FF2B5EF4-FFF2-40B4-BE49-F238E27FC236}">
                    <a16:creationId xmlns:a16="http://schemas.microsoft.com/office/drawing/2014/main" id="{DE2A41AA-8A2E-9C0A-6FE1-19603DA47710}"/>
                  </a:ext>
                </a:extLst>
              </p:cNvPr>
              <p:cNvSpPr/>
              <p:nvPr/>
            </p:nvSpPr>
            <p:spPr>
              <a:xfrm>
                <a:off x="7125981" y="3567516"/>
                <a:ext cx="212306" cy="211470"/>
              </a:xfrm>
              <a:custGeom>
                <a:avLst/>
                <a:gdLst>
                  <a:gd name="connsiteX0" fmla="*/ 106153 w 212306"/>
                  <a:gd name="connsiteY0" fmla="*/ 211471 h 211470"/>
                  <a:gd name="connsiteX1" fmla="*/ 60616 w 212306"/>
                  <a:gd name="connsiteY1" fmla="*/ 201351 h 211470"/>
                  <a:gd name="connsiteX2" fmla="*/ 6225 w 212306"/>
                  <a:gd name="connsiteY2" fmla="*/ 141268 h 211470"/>
                  <a:gd name="connsiteX3" fmla="*/ 10652 w 212306"/>
                  <a:gd name="connsiteY3" fmla="*/ 60313 h 211470"/>
                  <a:gd name="connsiteX4" fmla="*/ 151691 w 212306"/>
                  <a:gd name="connsiteY4" fmla="*/ 10349 h 211470"/>
                  <a:gd name="connsiteX5" fmla="*/ 206082 w 212306"/>
                  <a:gd name="connsiteY5" fmla="*/ 70432 h 211470"/>
                  <a:gd name="connsiteX6" fmla="*/ 201655 w 212306"/>
                  <a:gd name="connsiteY6" fmla="*/ 151387 h 211470"/>
                  <a:gd name="connsiteX7" fmla="*/ 106153 w 212306"/>
                  <a:gd name="connsiteY7" fmla="*/ 211471 h 211470"/>
                  <a:gd name="connsiteX8" fmla="*/ 106153 w 212306"/>
                  <a:gd name="connsiteY8" fmla="*/ 15408 h 211470"/>
                  <a:gd name="connsiteX9" fmla="*/ 24566 w 212306"/>
                  <a:gd name="connsiteY9" fmla="*/ 66637 h 211470"/>
                  <a:gd name="connsiteX10" fmla="*/ 20771 w 212306"/>
                  <a:gd name="connsiteY10" fmla="*/ 135576 h 211470"/>
                  <a:gd name="connsiteX11" fmla="*/ 66941 w 212306"/>
                  <a:gd name="connsiteY11" fmla="*/ 186805 h 211470"/>
                  <a:gd name="connsiteX12" fmla="*/ 187108 w 212306"/>
                  <a:gd name="connsiteY12" fmla="*/ 144430 h 211470"/>
                  <a:gd name="connsiteX13" fmla="*/ 190903 w 212306"/>
                  <a:gd name="connsiteY13" fmla="*/ 75492 h 211470"/>
                  <a:gd name="connsiteX14" fmla="*/ 144734 w 212306"/>
                  <a:gd name="connsiteY14" fmla="*/ 24263 h 211470"/>
                  <a:gd name="connsiteX15" fmla="*/ 106153 w 212306"/>
                  <a:gd name="connsiteY15" fmla="*/ 15408 h 21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2306" h="211470">
                    <a:moveTo>
                      <a:pt x="106153" y="211471"/>
                    </a:moveTo>
                    <a:cubicBezTo>
                      <a:pt x="90974" y="211471"/>
                      <a:pt x="75163" y="208308"/>
                      <a:pt x="60616" y="201351"/>
                    </a:cubicBezTo>
                    <a:cubicBezTo>
                      <a:pt x="35318" y="189335"/>
                      <a:pt x="15712" y="167831"/>
                      <a:pt x="6225" y="141268"/>
                    </a:cubicBezTo>
                    <a:cubicBezTo>
                      <a:pt x="-3262" y="114704"/>
                      <a:pt x="-1997" y="85611"/>
                      <a:pt x="10652" y="60313"/>
                    </a:cubicBezTo>
                    <a:cubicBezTo>
                      <a:pt x="35950" y="7819"/>
                      <a:pt x="99196" y="-14950"/>
                      <a:pt x="151691" y="10349"/>
                    </a:cubicBezTo>
                    <a:cubicBezTo>
                      <a:pt x="176989" y="22365"/>
                      <a:pt x="196595" y="43869"/>
                      <a:pt x="206082" y="70432"/>
                    </a:cubicBezTo>
                    <a:cubicBezTo>
                      <a:pt x="215569" y="96996"/>
                      <a:pt x="214304" y="126089"/>
                      <a:pt x="201655" y="151387"/>
                    </a:cubicBezTo>
                    <a:cubicBezTo>
                      <a:pt x="183314" y="189335"/>
                      <a:pt x="145366" y="211471"/>
                      <a:pt x="106153" y="211471"/>
                    </a:cubicBezTo>
                    <a:close/>
                    <a:moveTo>
                      <a:pt x="106153" y="15408"/>
                    </a:moveTo>
                    <a:cubicBezTo>
                      <a:pt x="72633" y="15408"/>
                      <a:pt x="39745" y="34382"/>
                      <a:pt x="24566" y="66637"/>
                    </a:cubicBezTo>
                    <a:cubicBezTo>
                      <a:pt x="14447" y="88141"/>
                      <a:pt x="13182" y="112807"/>
                      <a:pt x="20771" y="135576"/>
                    </a:cubicBezTo>
                    <a:cubicBezTo>
                      <a:pt x="28993" y="158344"/>
                      <a:pt x="45437" y="176685"/>
                      <a:pt x="66941" y="186805"/>
                    </a:cubicBezTo>
                    <a:cubicBezTo>
                      <a:pt x="111846" y="208308"/>
                      <a:pt x="165605" y="189335"/>
                      <a:pt x="187108" y="144430"/>
                    </a:cubicBezTo>
                    <a:cubicBezTo>
                      <a:pt x="197228" y="122926"/>
                      <a:pt x="198493" y="98260"/>
                      <a:pt x="190903" y="75492"/>
                    </a:cubicBezTo>
                    <a:cubicBezTo>
                      <a:pt x="182681" y="52723"/>
                      <a:pt x="166237" y="34382"/>
                      <a:pt x="144734" y="24263"/>
                    </a:cubicBezTo>
                    <a:cubicBezTo>
                      <a:pt x="132084" y="17938"/>
                      <a:pt x="119435" y="15408"/>
                      <a:pt x="106153" y="15408"/>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8" name="Picture Placeholder 97">
                <a:extLst>
                  <a:ext uri="{FF2B5EF4-FFF2-40B4-BE49-F238E27FC236}">
                    <a16:creationId xmlns:a16="http://schemas.microsoft.com/office/drawing/2014/main" id="{963EA3A5-A286-D393-D6EE-01FBE4C91CA9}"/>
                  </a:ext>
                </a:extLst>
              </p:cNvPr>
              <p:cNvSpPr/>
              <p:nvPr/>
            </p:nvSpPr>
            <p:spPr>
              <a:xfrm>
                <a:off x="7183435" y="3612650"/>
                <a:ext cx="97398" cy="36682"/>
              </a:xfrm>
              <a:custGeom>
                <a:avLst/>
                <a:gdLst>
                  <a:gd name="connsiteX0" fmla="*/ 48699 w 97398"/>
                  <a:gd name="connsiteY0" fmla="*/ 36683 h 36682"/>
                  <a:gd name="connsiteX1" fmla="*/ 0 w 97398"/>
                  <a:gd name="connsiteY1" fmla="*/ 18341 h 36682"/>
                  <a:gd name="connsiteX2" fmla="*/ 48699 w 97398"/>
                  <a:gd name="connsiteY2" fmla="*/ 0 h 36682"/>
                  <a:gd name="connsiteX3" fmla="*/ 97399 w 97398"/>
                  <a:gd name="connsiteY3" fmla="*/ 18341 h 36682"/>
                  <a:gd name="connsiteX4" fmla="*/ 48699 w 97398"/>
                  <a:gd name="connsiteY4" fmla="*/ 36683 h 36682"/>
                  <a:gd name="connsiteX5" fmla="*/ 22769 w 97398"/>
                  <a:gd name="connsiteY5" fmla="*/ 18341 h 36682"/>
                  <a:gd name="connsiteX6" fmla="*/ 48067 w 97398"/>
                  <a:gd name="connsiteY6" fmla="*/ 20871 h 36682"/>
                  <a:gd name="connsiteX7" fmla="*/ 73365 w 97398"/>
                  <a:gd name="connsiteY7" fmla="*/ 18341 h 36682"/>
                  <a:gd name="connsiteX8" fmla="*/ 48067 w 97398"/>
                  <a:gd name="connsiteY8" fmla="*/ 15812 h 36682"/>
                  <a:gd name="connsiteX9" fmla="*/ 22769 w 97398"/>
                  <a:gd name="connsiteY9" fmla="*/ 18341 h 3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398" h="36682">
                    <a:moveTo>
                      <a:pt x="48699" y="36683"/>
                    </a:moveTo>
                    <a:cubicBezTo>
                      <a:pt x="34153" y="36683"/>
                      <a:pt x="0" y="34785"/>
                      <a:pt x="0" y="18341"/>
                    </a:cubicBezTo>
                    <a:cubicBezTo>
                      <a:pt x="0" y="1897"/>
                      <a:pt x="34153" y="0"/>
                      <a:pt x="48699" y="0"/>
                    </a:cubicBezTo>
                    <a:cubicBezTo>
                      <a:pt x="63246" y="0"/>
                      <a:pt x="97399" y="1897"/>
                      <a:pt x="97399" y="18341"/>
                    </a:cubicBezTo>
                    <a:cubicBezTo>
                      <a:pt x="97399" y="34785"/>
                      <a:pt x="63246" y="36683"/>
                      <a:pt x="48699" y="36683"/>
                    </a:cubicBezTo>
                    <a:close/>
                    <a:moveTo>
                      <a:pt x="22769" y="18341"/>
                    </a:moveTo>
                    <a:cubicBezTo>
                      <a:pt x="28461" y="19606"/>
                      <a:pt x="37315" y="20871"/>
                      <a:pt x="48067" y="20871"/>
                    </a:cubicBezTo>
                    <a:cubicBezTo>
                      <a:pt x="58819" y="20871"/>
                      <a:pt x="67673" y="19606"/>
                      <a:pt x="73365" y="18341"/>
                    </a:cubicBezTo>
                    <a:cubicBezTo>
                      <a:pt x="67673" y="17076"/>
                      <a:pt x="58819" y="15812"/>
                      <a:pt x="48067" y="15812"/>
                    </a:cubicBezTo>
                    <a:cubicBezTo>
                      <a:pt x="37315" y="15812"/>
                      <a:pt x="29093" y="17076"/>
                      <a:pt x="22769" y="18341"/>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9" name="Picture Placeholder 97">
                <a:extLst>
                  <a:ext uri="{FF2B5EF4-FFF2-40B4-BE49-F238E27FC236}">
                    <a16:creationId xmlns:a16="http://schemas.microsoft.com/office/drawing/2014/main" id="{CE49F4C4-5055-F849-17E5-FA50147E579E}"/>
                  </a:ext>
                </a:extLst>
              </p:cNvPr>
              <p:cNvSpPr/>
              <p:nvPr/>
            </p:nvSpPr>
            <p:spPr>
              <a:xfrm>
                <a:off x="7183435" y="3679690"/>
                <a:ext cx="93604" cy="29725"/>
              </a:xfrm>
              <a:custGeom>
                <a:avLst/>
                <a:gdLst>
                  <a:gd name="connsiteX0" fmla="*/ 48699 w 93604"/>
                  <a:gd name="connsiteY0" fmla="*/ 29726 h 29725"/>
                  <a:gd name="connsiteX1" fmla="*/ 0 w 93604"/>
                  <a:gd name="connsiteY1" fmla="*/ 11384 h 29725"/>
                  <a:gd name="connsiteX2" fmla="*/ 0 w 93604"/>
                  <a:gd name="connsiteY2" fmla="*/ 0 h 29725"/>
                  <a:gd name="connsiteX3" fmla="*/ 15812 w 93604"/>
                  <a:gd name="connsiteY3" fmla="*/ 0 h 29725"/>
                  <a:gd name="connsiteX4" fmla="*/ 15812 w 93604"/>
                  <a:gd name="connsiteY4" fmla="*/ 8854 h 29725"/>
                  <a:gd name="connsiteX5" fmla="*/ 48699 w 93604"/>
                  <a:gd name="connsiteY5" fmla="*/ 13914 h 29725"/>
                  <a:gd name="connsiteX6" fmla="*/ 82852 w 93604"/>
                  <a:gd name="connsiteY6" fmla="*/ 7590 h 29725"/>
                  <a:gd name="connsiteX7" fmla="*/ 93604 w 93604"/>
                  <a:gd name="connsiteY7" fmla="*/ 18974 h 29725"/>
                  <a:gd name="connsiteX8" fmla="*/ 48699 w 93604"/>
                  <a:gd name="connsiteY8" fmla="*/ 29726 h 29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04" h="29725">
                    <a:moveTo>
                      <a:pt x="48699" y="29726"/>
                    </a:moveTo>
                    <a:cubicBezTo>
                      <a:pt x="34153" y="29726"/>
                      <a:pt x="0" y="27828"/>
                      <a:pt x="0" y="11384"/>
                    </a:cubicBezTo>
                    <a:lnTo>
                      <a:pt x="0" y="0"/>
                    </a:lnTo>
                    <a:lnTo>
                      <a:pt x="15812" y="0"/>
                    </a:lnTo>
                    <a:lnTo>
                      <a:pt x="15812" y="8854"/>
                    </a:lnTo>
                    <a:cubicBezTo>
                      <a:pt x="19606" y="10752"/>
                      <a:pt x="30991" y="13914"/>
                      <a:pt x="48699" y="13914"/>
                    </a:cubicBezTo>
                    <a:cubicBezTo>
                      <a:pt x="68306" y="13914"/>
                      <a:pt x="80955" y="9487"/>
                      <a:pt x="82852" y="7590"/>
                    </a:cubicBezTo>
                    <a:lnTo>
                      <a:pt x="93604" y="18974"/>
                    </a:lnTo>
                    <a:cubicBezTo>
                      <a:pt x="86015" y="26563"/>
                      <a:pt x="64511" y="29726"/>
                      <a:pt x="48699" y="29726"/>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0" name="Picture Placeholder 97">
                <a:extLst>
                  <a:ext uri="{FF2B5EF4-FFF2-40B4-BE49-F238E27FC236}">
                    <a16:creationId xmlns:a16="http://schemas.microsoft.com/office/drawing/2014/main" id="{48FEE31F-E183-AF73-48F6-C92B4F85B60C}"/>
                  </a:ext>
                </a:extLst>
              </p:cNvPr>
              <p:cNvSpPr/>
              <p:nvPr/>
            </p:nvSpPr>
            <p:spPr>
              <a:xfrm>
                <a:off x="7183435" y="3651862"/>
                <a:ext cx="93604" cy="29725"/>
              </a:xfrm>
              <a:custGeom>
                <a:avLst/>
                <a:gdLst>
                  <a:gd name="connsiteX0" fmla="*/ 48699 w 93604"/>
                  <a:gd name="connsiteY0" fmla="*/ 29726 h 29725"/>
                  <a:gd name="connsiteX1" fmla="*/ 0 w 93604"/>
                  <a:gd name="connsiteY1" fmla="*/ 11384 h 29725"/>
                  <a:gd name="connsiteX2" fmla="*/ 0 w 93604"/>
                  <a:gd name="connsiteY2" fmla="*/ 0 h 29725"/>
                  <a:gd name="connsiteX3" fmla="*/ 15812 w 93604"/>
                  <a:gd name="connsiteY3" fmla="*/ 0 h 29725"/>
                  <a:gd name="connsiteX4" fmla="*/ 15812 w 93604"/>
                  <a:gd name="connsiteY4" fmla="*/ 8854 h 29725"/>
                  <a:gd name="connsiteX5" fmla="*/ 48699 w 93604"/>
                  <a:gd name="connsiteY5" fmla="*/ 13914 h 29725"/>
                  <a:gd name="connsiteX6" fmla="*/ 82852 w 93604"/>
                  <a:gd name="connsiteY6" fmla="*/ 7590 h 29725"/>
                  <a:gd name="connsiteX7" fmla="*/ 93604 w 93604"/>
                  <a:gd name="connsiteY7" fmla="*/ 18974 h 29725"/>
                  <a:gd name="connsiteX8" fmla="*/ 48699 w 93604"/>
                  <a:gd name="connsiteY8" fmla="*/ 29726 h 29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04" h="29725">
                    <a:moveTo>
                      <a:pt x="48699" y="29726"/>
                    </a:moveTo>
                    <a:cubicBezTo>
                      <a:pt x="34153" y="29726"/>
                      <a:pt x="0" y="27828"/>
                      <a:pt x="0" y="11384"/>
                    </a:cubicBezTo>
                    <a:lnTo>
                      <a:pt x="0" y="0"/>
                    </a:lnTo>
                    <a:lnTo>
                      <a:pt x="15812" y="0"/>
                    </a:lnTo>
                    <a:lnTo>
                      <a:pt x="15812" y="8854"/>
                    </a:lnTo>
                    <a:cubicBezTo>
                      <a:pt x="19606" y="10752"/>
                      <a:pt x="30991" y="13914"/>
                      <a:pt x="48699" y="13914"/>
                    </a:cubicBezTo>
                    <a:cubicBezTo>
                      <a:pt x="68306" y="13914"/>
                      <a:pt x="80955" y="9487"/>
                      <a:pt x="82852" y="7590"/>
                    </a:cubicBezTo>
                    <a:lnTo>
                      <a:pt x="93604" y="18974"/>
                    </a:lnTo>
                    <a:cubicBezTo>
                      <a:pt x="86015" y="26563"/>
                      <a:pt x="64511" y="29726"/>
                      <a:pt x="48699" y="29726"/>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1" name="Picture Placeholder 97">
                <a:extLst>
                  <a:ext uri="{FF2B5EF4-FFF2-40B4-BE49-F238E27FC236}">
                    <a16:creationId xmlns:a16="http://schemas.microsoft.com/office/drawing/2014/main" id="{407D93D1-87CF-9827-3BD9-4352C94C086D}"/>
                  </a:ext>
                </a:extLst>
              </p:cNvPr>
              <p:cNvSpPr/>
              <p:nvPr/>
            </p:nvSpPr>
            <p:spPr>
              <a:xfrm>
                <a:off x="7183435" y="3630991"/>
                <a:ext cx="97398" cy="108150"/>
              </a:xfrm>
              <a:custGeom>
                <a:avLst/>
                <a:gdLst>
                  <a:gd name="connsiteX0" fmla="*/ 48699 w 97398"/>
                  <a:gd name="connsiteY0" fmla="*/ 108151 h 108150"/>
                  <a:gd name="connsiteX1" fmla="*/ 0 w 97398"/>
                  <a:gd name="connsiteY1" fmla="*/ 89809 h 108150"/>
                  <a:gd name="connsiteX2" fmla="*/ 0 w 97398"/>
                  <a:gd name="connsiteY2" fmla="*/ 75895 h 108150"/>
                  <a:gd name="connsiteX3" fmla="*/ 15812 w 97398"/>
                  <a:gd name="connsiteY3" fmla="*/ 75895 h 108150"/>
                  <a:gd name="connsiteX4" fmla="*/ 15812 w 97398"/>
                  <a:gd name="connsiteY4" fmla="*/ 87279 h 108150"/>
                  <a:gd name="connsiteX5" fmla="*/ 48699 w 97398"/>
                  <a:gd name="connsiteY5" fmla="*/ 92339 h 108150"/>
                  <a:gd name="connsiteX6" fmla="*/ 81587 w 97398"/>
                  <a:gd name="connsiteY6" fmla="*/ 87279 h 108150"/>
                  <a:gd name="connsiteX7" fmla="*/ 81587 w 97398"/>
                  <a:gd name="connsiteY7" fmla="*/ 0 h 108150"/>
                  <a:gd name="connsiteX8" fmla="*/ 97399 w 97398"/>
                  <a:gd name="connsiteY8" fmla="*/ 0 h 108150"/>
                  <a:gd name="connsiteX9" fmla="*/ 97399 w 97398"/>
                  <a:gd name="connsiteY9" fmla="*/ 89809 h 108150"/>
                  <a:gd name="connsiteX10" fmla="*/ 48699 w 97398"/>
                  <a:gd name="connsiteY10" fmla="*/ 108151 h 10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398" h="108150">
                    <a:moveTo>
                      <a:pt x="48699" y="108151"/>
                    </a:moveTo>
                    <a:cubicBezTo>
                      <a:pt x="34153" y="108151"/>
                      <a:pt x="0" y="106253"/>
                      <a:pt x="0" y="89809"/>
                    </a:cubicBezTo>
                    <a:lnTo>
                      <a:pt x="0" y="75895"/>
                    </a:lnTo>
                    <a:lnTo>
                      <a:pt x="15812" y="75895"/>
                    </a:lnTo>
                    <a:lnTo>
                      <a:pt x="15812" y="87279"/>
                    </a:lnTo>
                    <a:cubicBezTo>
                      <a:pt x="19606" y="89177"/>
                      <a:pt x="30991" y="92339"/>
                      <a:pt x="48699" y="92339"/>
                    </a:cubicBezTo>
                    <a:cubicBezTo>
                      <a:pt x="66408" y="92339"/>
                      <a:pt x="77793" y="89809"/>
                      <a:pt x="81587" y="87279"/>
                    </a:cubicBezTo>
                    <a:lnTo>
                      <a:pt x="81587" y="0"/>
                    </a:lnTo>
                    <a:lnTo>
                      <a:pt x="97399" y="0"/>
                    </a:lnTo>
                    <a:lnTo>
                      <a:pt x="97399" y="89809"/>
                    </a:lnTo>
                    <a:cubicBezTo>
                      <a:pt x="96766" y="106253"/>
                      <a:pt x="63246" y="108151"/>
                      <a:pt x="48699" y="108151"/>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37" name="Picture Placeholder 97">
              <a:extLst>
                <a:ext uri="{FF2B5EF4-FFF2-40B4-BE49-F238E27FC236}">
                  <a16:creationId xmlns:a16="http://schemas.microsoft.com/office/drawing/2014/main" id="{AA7E0CBF-A989-CBBF-E302-E688ED7CB995}"/>
                </a:ext>
              </a:extLst>
            </p:cNvPr>
            <p:cNvSpPr/>
            <p:nvPr/>
          </p:nvSpPr>
          <p:spPr>
            <a:xfrm rot="-2700000">
              <a:off x="7519807" y="3357569"/>
              <a:ext cx="30990" cy="15811"/>
            </a:xfrm>
            <a:custGeom>
              <a:avLst/>
              <a:gdLst>
                <a:gd name="connsiteX0" fmla="*/ 0 w 30990"/>
                <a:gd name="connsiteY0" fmla="*/ 0 h 15811"/>
                <a:gd name="connsiteX1" fmla="*/ 30990 w 30990"/>
                <a:gd name="connsiteY1" fmla="*/ 0 h 15811"/>
                <a:gd name="connsiteX2" fmla="*/ 30990 w 30990"/>
                <a:gd name="connsiteY2" fmla="*/ 15811 h 15811"/>
                <a:gd name="connsiteX3" fmla="*/ 0 w 30990"/>
                <a:gd name="connsiteY3" fmla="*/ 15811 h 15811"/>
              </a:gdLst>
              <a:ahLst/>
              <a:cxnLst>
                <a:cxn ang="0">
                  <a:pos x="connsiteX0" y="connsiteY0"/>
                </a:cxn>
                <a:cxn ang="0">
                  <a:pos x="connsiteX1" y="connsiteY1"/>
                </a:cxn>
                <a:cxn ang="0">
                  <a:pos x="connsiteX2" y="connsiteY2"/>
                </a:cxn>
                <a:cxn ang="0">
                  <a:pos x="connsiteX3" y="connsiteY3"/>
                </a:cxn>
              </a:cxnLst>
              <a:rect l="l" t="t" r="r" b="b"/>
              <a:pathLst>
                <a:path w="30990" h="15811">
                  <a:moveTo>
                    <a:pt x="0" y="0"/>
                  </a:moveTo>
                  <a:lnTo>
                    <a:pt x="30990" y="0"/>
                  </a:lnTo>
                  <a:lnTo>
                    <a:pt x="30990" y="15811"/>
                  </a:lnTo>
                  <a:lnTo>
                    <a:pt x="0" y="15811"/>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8" name="Picture Placeholder 97">
              <a:extLst>
                <a:ext uri="{FF2B5EF4-FFF2-40B4-BE49-F238E27FC236}">
                  <a16:creationId xmlns:a16="http://schemas.microsoft.com/office/drawing/2014/main" id="{BB8899F6-8ACB-76F5-8BBE-510706245B81}"/>
                </a:ext>
              </a:extLst>
            </p:cNvPr>
            <p:cNvSpPr/>
            <p:nvPr/>
          </p:nvSpPr>
          <p:spPr>
            <a:xfrm rot="-2700486">
              <a:off x="7297780" y="3577759"/>
              <a:ext cx="32887" cy="15811"/>
            </a:xfrm>
            <a:custGeom>
              <a:avLst/>
              <a:gdLst>
                <a:gd name="connsiteX0" fmla="*/ 0 w 32887"/>
                <a:gd name="connsiteY0" fmla="*/ 0 h 15811"/>
                <a:gd name="connsiteX1" fmla="*/ 32888 w 32887"/>
                <a:gd name="connsiteY1" fmla="*/ 0 h 15811"/>
                <a:gd name="connsiteX2" fmla="*/ 32888 w 32887"/>
                <a:gd name="connsiteY2" fmla="*/ 15811 h 15811"/>
                <a:gd name="connsiteX3" fmla="*/ 0 w 32887"/>
                <a:gd name="connsiteY3" fmla="*/ 15811 h 15811"/>
              </a:gdLst>
              <a:ahLst/>
              <a:cxnLst>
                <a:cxn ang="0">
                  <a:pos x="connsiteX0" y="connsiteY0"/>
                </a:cxn>
                <a:cxn ang="0">
                  <a:pos x="connsiteX1" y="connsiteY1"/>
                </a:cxn>
                <a:cxn ang="0">
                  <a:pos x="connsiteX2" y="connsiteY2"/>
                </a:cxn>
                <a:cxn ang="0">
                  <a:pos x="connsiteX3" y="connsiteY3"/>
                </a:cxn>
              </a:cxnLst>
              <a:rect l="l" t="t" r="r" b="b"/>
              <a:pathLst>
                <a:path w="32887" h="15811">
                  <a:moveTo>
                    <a:pt x="0" y="0"/>
                  </a:moveTo>
                  <a:lnTo>
                    <a:pt x="32888" y="0"/>
                  </a:lnTo>
                  <a:lnTo>
                    <a:pt x="32888" y="15811"/>
                  </a:lnTo>
                  <a:lnTo>
                    <a:pt x="0" y="15811"/>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9" name="Picture Placeholder 97">
              <a:extLst>
                <a:ext uri="{FF2B5EF4-FFF2-40B4-BE49-F238E27FC236}">
                  <a16:creationId xmlns:a16="http://schemas.microsoft.com/office/drawing/2014/main" id="{0BB39BE9-A65C-7C6A-5711-9016DBEB30BD}"/>
                </a:ext>
              </a:extLst>
            </p:cNvPr>
            <p:cNvSpPr/>
            <p:nvPr/>
          </p:nvSpPr>
          <p:spPr>
            <a:xfrm rot="-2700000">
              <a:off x="7304779" y="3354826"/>
              <a:ext cx="15811" cy="30357"/>
            </a:xfrm>
            <a:custGeom>
              <a:avLst/>
              <a:gdLst>
                <a:gd name="connsiteX0" fmla="*/ 0 w 15811"/>
                <a:gd name="connsiteY0" fmla="*/ 0 h 30357"/>
                <a:gd name="connsiteX1" fmla="*/ 15811 w 15811"/>
                <a:gd name="connsiteY1" fmla="*/ 0 h 30357"/>
                <a:gd name="connsiteX2" fmla="*/ 15811 w 15811"/>
                <a:gd name="connsiteY2" fmla="*/ 30358 h 30357"/>
                <a:gd name="connsiteX3" fmla="*/ 0 w 15811"/>
                <a:gd name="connsiteY3" fmla="*/ 30358 h 30357"/>
              </a:gdLst>
              <a:ahLst/>
              <a:cxnLst>
                <a:cxn ang="0">
                  <a:pos x="connsiteX0" y="connsiteY0"/>
                </a:cxn>
                <a:cxn ang="0">
                  <a:pos x="connsiteX1" y="connsiteY1"/>
                </a:cxn>
                <a:cxn ang="0">
                  <a:pos x="connsiteX2" y="connsiteY2"/>
                </a:cxn>
                <a:cxn ang="0">
                  <a:pos x="connsiteX3" y="connsiteY3"/>
                </a:cxn>
              </a:cxnLst>
              <a:rect l="l" t="t" r="r" b="b"/>
              <a:pathLst>
                <a:path w="15811" h="30357">
                  <a:moveTo>
                    <a:pt x="0" y="0"/>
                  </a:moveTo>
                  <a:lnTo>
                    <a:pt x="15811" y="0"/>
                  </a:lnTo>
                  <a:lnTo>
                    <a:pt x="15811" y="30358"/>
                  </a:lnTo>
                  <a:lnTo>
                    <a:pt x="0" y="30358"/>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0" name="Picture Placeholder 97">
              <a:extLst>
                <a:ext uri="{FF2B5EF4-FFF2-40B4-BE49-F238E27FC236}">
                  <a16:creationId xmlns:a16="http://schemas.microsoft.com/office/drawing/2014/main" id="{96AD55FD-D08E-E4FB-E563-0C594E3EF021}"/>
                </a:ext>
              </a:extLst>
            </p:cNvPr>
            <p:cNvSpPr/>
            <p:nvPr/>
          </p:nvSpPr>
          <p:spPr>
            <a:xfrm rot="-2700000">
              <a:off x="7523720" y="3570128"/>
              <a:ext cx="15811" cy="29092"/>
            </a:xfrm>
            <a:custGeom>
              <a:avLst/>
              <a:gdLst>
                <a:gd name="connsiteX0" fmla="*/ 0 w 15811"/>
                <a:gd name="connsiteY0" fmla="*/ 0 h 29092"/>
                <a:gd name="connsiteX1" fmla="*/ 15811 w 15811"/>
                <a:gd name="connsiteY1" fmla="*/ 0 h 29092"/>
                <a:gd name="connsiteX2" fmla="*/ 15811 w 15811"/>
                <a:gd name="connsiteY2" fmla="*/ 29093 h 29092"/>
                <a:gd name="connsiteX3" fmla="*/ 0 w 15811"/>
                <a:gd name="connsiteY3" fmla="*/ 29093 h 29092"/>
              </a:gdLst>
              <a:ahLst/>
              <a:cxnLst>
                <a:cxn ang="0">
                  <a:pos x="connsiteX0" y="connsiteY0"/>
                </a:cxn>
                <a:cxn ang="0">
                  <a:pos x="connsiteX1" y="connsiteY1"/>
                </a:cxn>
                <a:cxn ang="0">
                  <a:pos x="connsiteX2" y="connsiteY2"/>
                </a:cxn>
                <a:cxn ang="0">
                  <a:pos x="connsiteX3" y="connsiteY3"/>
                </a:cxn>
              </a:cxnLst>
              <a:rect l="l" t="t" r="r" b="b"/>
              <a:pathLst>
                <a:path w="15811" h="29092">
                  <a:moveTo>
                    <a:pt x="0" y="0"/>
                  </a:moveTo>
                  <a:lnTo>
                    <a:pt x="15811" y="0"/>
                  </a:lnTo>
                  <a:lnTo>
                    <a:pt x="15811" y="29093"/>
                  </a:lnTo>
                  <a:lnTo>
                    <a:pt x="0" y="2909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1" name="Picture Placeholder 97">
              <a:extLst>
                <a:ext uri="{FF2B5EF4-FFF2-40B4-BE49-F238E27FC236}">
                  <a16:creationId xmlns:a16="http://schemas.microsoft.com/office/drawing/2014/main" id="{9D84C5E9-448B-03D6-D035-6A9CB844B5DD}"/>
                </a:ext>
              </a:extLst>
            </p:cNvPr>
            <p:cNvSpPr/>
            <p:nvPr/>
          </p:nvSpPr>
          <p:spPr>
            <a:xfrm>
              <a:off x="7332063" y="3384964"/>
              <a:ext cx="181516" cy="182780"/>
            </a:xfrm>
            <a:custGeom>
              <a:avLst/>
              <a:gdLst>
                <a:gd name="connsiteX0" fmla="*/ 181516 w 181516"/>
                <a:gd name="connsiteY0" fmla="*/ 106253 h 182780"/>
                <a:gd name="connsiteX1" fmla="*/ 172662 w 181516"/>
                <a:gd name="connsiteY1" fmla="*/ 108783 h 182780"/>
                <a:gd name="connsiteX2" fmla="*/ 163807 w 181516"/>
                <a:gd name="connsiteY2" fmla="*/ 110681 h 182780"/>
                <a:gd name="connsiteX3" fmla="*/ 160012 w 181516"/>
                <a:gd name="connsiteY3" fmla="*/ 120167 h 182780"/>
                <a:gd name="connsiteX4" fmla="*/ 155585 w 181516"/>
                <a:gd name="connsiteY4" fmla="*/ 129022 h 182780"/>
                <a:gd name="connsiteX5" fmla="*/ 160012 w 181516"/>
                <a:gd name="connsiteY5" fmla="*/ 137244 h 182780"/>
                <a:gd name="connsiteX6" fmla="*/ 165072 w 181516"/>
                <a:gd name="connsiteY6" fmla="*/ 144833 h 182780"/>
                <a:gd name="connsiteX7" fmla="*/ 144833 w 181516"/>
                <a:gd name="connsiteY7" fmla="*/ 165705 h 182780"/>
                <a:gd name="connsiteX8" fmla="*/ 128389 w 181516"/>
                <a:gd name="connsiteY8" fmla="*/ 156218 h 182780"/>
                <a:gd name="connsiteX9" fmla="*/ 110681 w 181516"/>
                <a:gd name="connsiteY9" fmla="*/ 163175 h 182780"/>
                <a:gd name="connsiteX10" fmla="*/ 107518 w 181516"/>
                <a:gd name="connsiteY10" fmla="*/ 172662 h 182780"/>
                <a:gd name="connsiteX11" fmla="*/ 104356 w 181516"/>
                <a:gd name="connsiteY11" fmla="*/ 182781 h 182780"/>
                <a:gd name="connsiteX12" fmla="*/ 76528 w 181516"/>
                <a:gd name="connsiteY12" fmla="*/ 182781 h 182780"/>
                <a:gd name="connsiteX13" fmla="*/ 73998 w 181516"/>
                <a:gd name="connsiteY13" fmla="*/ 173294 h 182780"/>
                <a:gd name="connsiteX14" fmla="*/ 71468 w 181516"/>
                <a:gd name="connsiteY14" fmla="*/ 163807 h 182780"/>
                <a:gd name="connsiteX15" fmla="*/ 53759 w 181516"/>
                <a:gd name="connsiteY15" fmla="*/ 155585 h 182780"/>
                <a:gd name="connsiteX16" fmla="*/ 44905 w 181516"/>
                <a:gd name="connsiteY16" fmla="*/ 160012 h 182780"/>
                <a:gd name="connsiteX17" fmla="*/ 36683 w 181516"/>
                <a:gd name="connsiteY17" fmla="*/ 164440 h 182780"/>
                <a:gd name="connsiteX18" fmla="*/ 16444 w 181516"/>
                <a:gd name="connsiteY18" fmla="*/ 144833 h 182780"/>
                <a:gd name="connsiteX19" fmla="*/ 25298 w 181516"/>
                <a:gd name="connsiteY19" fmla="*/ 128389 h 182780"/>
                <a:gd name="connsiteX20" fmla="*/ 21504 w 181516"/>
                <a:gd name="connsiteY20" fmla="*/ 118902 h 182780"/>
                <a:gd name="connsiteX21" fmla="*/ 18341 w 181516"/>
                <a:gd name="connsiteY21" fmla="*/ 108783 h 182780"/>
                <a:gd name="connsiteX22" fmla="*/ 8854 w 181516"/>
                <a:gd name="connsiteY22" fmla="*/ 106886 h 182780"/>
                <a:gd name="connsiteX23" fmla="*/ 0 w 181516"/>
                <a:gd name="connsiteY23" fmla="*/ 104356 h 182780"/>
                <a:gd name="connsiteX24" fmla="*/ 0 w 181516"/>
                <a:gd name="connsiteY24" fmla="*/ 76528 h 182780"/>
                <a:gd name="connsiteX25" fmla="*/ 8854 w 181516"/>
                <a:gd name="connsiteY25" fmla="*/ 73998 h 182780"/>
                <a:gd name="connsiteX26" fmla="*/ 17709 w 181516"/>
                <a:gd name="connsiteY26" fmla="*/ 72100 h 182780"/>
                <a:gd name="connsiteX27" fmla="*/ 22136 w 181516"/>
                <a:gd name="connsiteY27" fmla="*/ 62614 h 182780"/>
                <a:gd name="connsiteX28" fmla="*/ 26563 w 181516"/>
                <a:gd name="connsiteY28" fmla="*/ 53759 h 182780"/>
                <a:gd name="connsiteX29" fmla="*/ 17076 w 181516"/>
                <a:gd name="connsiteY29" fmla="*/ 37948 h 182780"/>
                <a:gd name="connsiteX30" fmla="*/ 37315 w 181516"/>
                <a:gd name="connsiteY30" fmla="*/ 17076 h 182780"/>
                <a:gd name="connsiteX31" fmla="*/ 53759 w 181516"/>
                <a:gd name="connsiteY31" fmla="*/ 26563 h 182780"/>
                <a:gd name="connsiteX32" fmla="*/ 72100 w 181516"/>
                <a:gd name="connsiteY32" fmla="*/ 19606 h 182780"/>
                <a:gd name="connsiteX33" fmla="*/ 74630 w 181516"/>
                <a:gd name="connsiteY33" fmla="*/ 9487 h 182780"/>
                <a:gd name="connsiteX34" fmla="*/ 77160 w 181516"/>
                <a:gd name="connsiteY34" fmla="*/ 0 h 182780"/>
                <a:gd name="connsiteX35" fmla="*/ 104988 w 181516"/>
                <a:gd name="connsiteY35" fmla="*/ 0 h 182780"/>
                <a:gd name="connsiteX36" fmla="*/ 110048 w 181516"/>
                <a:gd name="connsiteY36" fmla="*/ 18341 h 182780"/>
                <a:gd name="connsiteX37" fmla="*/ 118903 w 181516"/>
                <a:gd name="connsiteY37" fmla="*/ 22136 h 182780"/>
                <a:gd name="connsiteX38" fmla="*/ 127757 w 181516"/>
                <a:gd name="connsiteY38" fmla="*/ 26563 h 182780"/>
                <a:gd name="connsiteX39" fmla="*/ 136611 w 181516"/>
                <a:gd name="connsiteY39" fmla="*/ 22136 h 182780"/>
                <a:gd name="connsiteX40" fmla="*/ 144833 w 181516"/>
                <a:gd name="connsiteY40" fmla="*/ 17709 h 182780"/>
                <a:gd name="connsiteX41" fmla="*/ 155585 w 181516"/>
                <a:gd name="connsiteY41" fmla="*/ 27196 h 182780"/>
                <a:gd name="connsiteX42" fmla="*/ 165705 w 181516"/>
                <a:gd name="connsiteY42" fmla="*/ 37315 h 182780"/>
                <a:gd name="connsiteX43" fmla="*/ 156218 w 181516"/>
                <a:gd name="connsiteY43" fmla="*/ 53759 h 182780"/>
                <a:gd name="connsiteX44" fmla="*/ 163175 w 181516"/>
                <a:gd name="connsiteY44" fmla="*/ 72733 h 182780"/>
                <a:gd name="connsiteX45" fmla="*/ 172662 w 181516"/>
                <a:gd name="connsiteY45" fmla="*/ 74630 h 182780"/>
                <a:gd name="connsiteX46" fmla="*/ 181516 w 181516"/>
                <a:gd name="connsiteY46" fmla="*/ 77160 h 182780"/>
                <a:gd name="connsiteX47" fmla="*/ 181516 w 181516"/>
                <a:gd name="connsiteY47" fmla="*/ 106253 h 182780"/>
                <a:gd name="connsiteX48" fmla="*/ 141039 w 181516"/>
                <a:gd name="connsiteY48" fmla="*/ 118270 h 182780"/>
                <a:gd name="connsiteX49" fmla="*/ 147996 w 181516"/>
                <a:gd name="connsiteY49" fmla="*/ 86015 h 182780"/>
                <a:gd name="connsiteX50" fmla="*/ 137244 w 181516"/>
                <a:gd name="connsiteY50" fmla="*/ 58819 h 182780"/>
                <a:gd name="connsiteX51" fmla="*/ 114475 w 181516"/>
                <a:gd name="connsiteY51" fmla="*/ 40477 h 182780"/>
                <a:gd name="connsiteX52" fmla="*/ 86015 w 181516"/>
                <a:gd name="connsiteY52" fmla="*/ 34785 h 182780"/>
                <a:gd name="connsiteX53" fmla="*/ 50597 w 181516"/>
                <a:gd name="connsiteY53" fmla="*/ 49964 h 182780"/>
                <a:gd name="connsiteX54" fmla="*/ 34785 w 181516"/>
                <a:gd name="connsiteY54" fmla="*/ 80322 h 182780"/>
                <a:gd name="connsiteX55" fmla="*/ 38580 w 181516"/>
                <a:gd name="connsiteY55" fmla="*/ 114475 h 182780"/>
                <a:gd name="connsiteX56" fmla="*/ 61981 w 181516"/>
                <a:gd name="connsiteY56" fmla="*/ 140406 h 182780"/>
                <a:gd name="connsiteX57" fmla="*/ 107518 w 181516"/>
                <a:gd name="connsiteY57" fmla="*/ 144201 h 182780"/>
                <a:gd name="connsiteX58" fmla="*/ 141039 w 181516"/>
                <a:gd name="connsiteY58" fmla="*/ 118270 h 182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81516" h="182780">
                  <a:moveTo>
                    <a:pt x="181516" y="106253"/>
                  </a:moveTo>
                  <a:cubicBezTo>
                    <a:pt x="180251" y="106886"/>
                    <a:pt x="177089" y="107518"/>
                    <a:pt x="172662" y="108783"/>
                  </a:cubicBezTo>
                  <a:cubicBezTo>
                    <a:pt x="168867" y="110048"/>
                    <a:pt x="166337" y="110681"/>
                    <a:pt x="163807" y="110681"/>
                  </a:cubicBezTo>
                  <a:cubicBezTo>
                    <a:pt x="163175" y="111945"/>
                    <a:pt x="161277" y="115108"/>
                    <a:pt x="160012" y="120167"/>
                  </a:cubicBezTo>
                  <a:cubicBezTo>
                    <a:pt x="158747" y="124595"/>
                    <a:pt x="156850" y="127124"/>
                    <a:pt x="155585" y="129022"/>
                  </a:cubicBezTo>
                  <a:cubicBezTo>
                    <a:pt x="156218" y="129654"/>
                    <a:pt x="157483" y="132817"/>
                    <a:pt x="160012" y="137244"/>
                  </a:cubicBezTo>
                  <a:cubicBezTo>
                    <a:pt x="161910" y="140406"/>
                    <a:pt x="163807" y="142936"/>
                    <a:pt x="165072" y="144833"/>
                  </a:cubicBezTo>
                  <a:cubicBezTo>
                    <a:pt x="163175" y="147363"/>
                    <a:pt x="156850" y="154320"/>
                    <a:pt x="144833" y="165705"/>
                  </a:cubicBezTo>
                  <a:cubicBezTo>
                    <a:pt x="139141" y="163175"/>
                    <a:pt x="133449" y="160012"/>
                    <a:pt x="128389" y="156218"/>
                  </a:cubicBezTo>
                  <a:cubicBezTo>
                    <a:pt x="122065" y="160012"/>
                    <a:pt x="116373" y="161910"/>
                    <a:pt x="110681" y="163175"/>
                  </a:cubicBezTo>
                  <a:cubicBezTo>
                    <a:pt x="109416" y="165072"/>
                    <a:pt x="108151" y="168234"/>
                    <a:pt x="107518" y="172662"/>
                  </a:cubicBezTo>
                  <a:cubicBezTo>
                    <a:pt x="106253" y="177721"/>
                    <a:pt x="105621" y="180884"/>
                    <a:pt x="104356" y="182781"/>
                  </a:cubicBezTo>
                  <a:lnTo>
                    <a:pt x="76528" y="182781"/>
                  </a:lnTo>
                  <a:cubicBezTo>
                    <a:pt x="75895" y="180884"/>
                    <a:pt x="74630" y="177721"/>
                    <a:pt x="73998" y="173294"/>
                  </a:cubicBezTo>
                  <a:cubicBezTo>
                    <a:pt x="72733" y="168867"/>
                    <a:pt x="72100" y="165705"/>
                    <a:pt x="71468" y="163807"/>
                  </a:cubicBezTo>
                  <a:cubicBezTo>
                    <a:pt x="60084" y="158747"/>
                    <a:pt x="54392" y="156218"/>
                    <a:pt x="53759" y="155585"/>
                  </a:cubicBezTo>
                  <a:cubicBezTo>
                    <a:pt x="51229" y="156218"/>
                    <a:pt x="48699" y="157483"/>
                    <a:pt x="44905" y="160012"/>
                  </a:cubicBezTo>
                  <a:cubicBezTo>
                    <a:pt x="41110" y="162542"/>
                    <a:pt x="38580" y="163807"/>
                    <a:pt x="36683" y="164440"/>
                  </a:cubicBezTo>
                  <a:cubicBezTo>
                    <a:pt x="34153" y="162542"/>
                    <a:pt x="27196" y="156218"/>
                    <a:pt x="16444" y="144833"/>
                  </a:cubicBezTo>
                  <a:cubicBezTo>
                    <a:pt x="17076" y="142936"/>
                    <a:pt x="19606" y="137244"/>
                    <a:pt x="25298" y="128389"/>
                  </a:cubicBezTo>
                  <a:cubicBezTo>
                    <a:pt x="24666" y="127124"/>
                    <a:pt x="23401" y="124595"/>
                    <a:pt x="21504" y="118902"/>
                  </a:cubicBezTo>
                  <a:cubicBezTo>
                    <a:pt x="19606" y="115108"/>
                    <a:pt x="18974" y="111945"/>
                    <a:pt x="18341" y="108783"/>
                  </a:cubicBezTo>
                  <a:cubicBezTo>
                    <a:pt x="15812" y="108151"/>
                    <a:pt x="12649" y="107518"/>
                    <a:pt x="8854" y="106886"/>
                  </a:cubicBezTo>
                  <a:cubicBezTo>
                    <a:pt x="4427" y="105621"/>
                    <a:pt x="1265" y="104988"/>
                    <a:pt x="0" y="104356"/>
                  </a:cubicBezTo>
                  <a:lnTo>
                    <a:pt x="0" y="76528"/>
                  </a:lnTo>
                  <a:cubicBezTo>
                    <a:pt x="1265" y="75895"/>
                    <a:pt x="4427" y="75263"/>
                    <a:pt x="8854" y="73998"/>
                  </a:cubicBezTo>
                  <a:cubicBezTo>
                    <a:pt x="12649" y="72733"/>
                    <a:pt x="15179" y="72100"/>
                    <a:pt x="17709" y="72100"/>
                  </a:cubicBezTo>
                  <a:cubicBezTo>
                    <a:pt x="18341" y="70836"/>
                    <a:pt x="20239" y="67673"/>
                    <a:pt x="22136" y="62614"/>
                  </a:cubicBezTo>
                  <a:cubicBezTo>
                    <a:pt x="24034" y="58819"/>
                    <a:pt x="25298" y="55656"/>
                    <a:pt x="26563" y="53759"/>
                  </a:cubicBezTo>
                  <a:cubicBezTo>
                    <a:pt x="22136" y="45537"/>
                    <a:pt x="18974" y="39845"/>
                    <a:pt x="17076" y="37948"/>
                  </a:cubicBezTo>
                  <a:cubicBezTo>
                    <a:pt x="18974" y="35418"/>
                    <a:pt x="25298" y="28461"/>
                    <a:pt x="37315" y="17076"/>
                  </a:cubicBezTo>
                  <a:cubicBezTo>
                    <a:pt x="44905" y="20871"/>
                    <a:pt x="49964" y="24033"/>
                    <a:pt x="53759" y="26563"/>
                  </a:cubicBezTo>
                  <a:cubicBezTo>
                    <a:pt x="64511" y="22136"/>
                    <a:pt x="70203" y="19606"/>
                    <a:pt x="72100" y="19606"/>
                  </a:cubicBezTo>
                  <a:cubicBezTo>
                    <a:pt x="72733" y="18341"/>
                    <a:pt x="73365" y="15179"/>
                    <a:pt x="74630" y="9487"/>
                  </a:cubicBezTo>
                  <a:cubicBezTo>
                    <a:pt x="75895" y="5692"/>
                    <a:pt x="76528" y="2530"/>
                    <a:pt x="77160" y="0"/>
                  </a:cubicBezTo>
                  <a:lnTo>
                    <a:pt x="104988" y="0"/>
                  </a:lnTo>
                  <a:cubicBezTo>
                    <a:pt x="106253" y="2530"/>
                    <a:pt x="107518" y="8854"/>
                    <a:pt x="110048" y="18341"/>
                  </a:cubicBezTo>
                  <a:cubicBezTo>
                    <a:pt x="111313" y="18974"/>
                    <a:pt x="114475" y="20239"/>
                    <a:pt x="118903" y="22136"/>
                  </a:cubicBezTo>
                  <a:cubicBezTo>
                    <a:pt x="122697" y="23401"/>
                    <a:pt x="125860" y="25298"/>
                    <a:pt x="127757" y="26563"/>
                  </a:cubicBezTo>
                  <a:cubicBezTo>
                    <a:pt x="130287" y="25931"/>
                    <a:pt x="132817" y="24666"/>
                    <a:pt x="136611" y="22136"/>
                  </a:cubicBezTo>
                  <a:cubicBezTo>
                    <a:pt x="140406" y="19606"/>
                    <a:pt x="142936" y="18341"/>
                    <a:pt x="144833" y="17709"/>
                  </a:cubicBezTo>
                  <a:cubicBezTo>
                    <a:pt x="147996" y="19606"/>
                    <a:pt x="151790" y="22769"/>
                    <a:pt x="155585" y="27196"/>
                  </a:cubicBezTo>
                  <a:cubicBezTo>
                    <a:pt x="160645" y="32255"/>
                    <a:pt x="163807" y="35418"/>
                    <a:pt x="165705" y="37315"/>
                  </a:cubicBezTo>
                  <a:cubicBezTo>
                    <a:pt x="161277" y="44905"/>
                    <a:pt x="158115" y="50597"/>
                    <a:pt x="156218" y="53759"/>
                  </a:cubicBezTo>
                  <a:cubicBezTo>
                    <a:pt x="161277" y="67673"/>
                    <a:pt x="163175" y="73998"/>
                    <a:pt x="163175" y="72733"/>
                  </a:cubicBezTo>
                  <a:cubicBezTo>
                    <a:pt x="165705" y="72733"/>
                    <a:pt x="168867" y="73365"/>
                    <a:pt x="172662" y="74630"/>
                  </a:cubicBezTo>
                  <a:cubicBezTo>
                    <a:pt x="177089" y="75895"/>
                    <a:pt x="180251" y="76528"/>
                    <a:pt x="181516" y="77160"/>
                  </a:cubicBezTo>
                  <a:lnTo>
                    <a:pt x="181516" y="106253"/>
                  </a:lnTo>
                  <a:close/>
                  <a:moveTo>
                    <a:pt x="141039" y="118270"/>
                  </a:moveTo>
                  <a:cubicBezTo>
                    <a:pt x="146731" y="107518"/>
                    <a:pt x="149261" y="96766"/>
                    <a:pt x="147996" y="86015"/>
                  </a:cubicBezTo>
                  <a:cubicBezTo>
                    <a:pt x="147363" y="75895"/>
                    <a:pt x="143568" y="67041"/>
                    <a:pt x="137244" y="58819"/>
                  </a:cubicBezTo>
                  <a:cubicBezTo>
                    <a:pt x="131552" y="50597"/>
                    <a:pt x="123962" y="44905"/>
                    <a:pt x="114475" y="40477"/>
                  </a:cubicBezTo>
                  <a:cubicBezTo>
                    <a:pt x="104988" y="36050"/>
                    <a:pt x="95501" y="34153"/>
                    <a:pt x="86015" y="34785"/>
                  </a:cubicBezTo>
                  <a:cubicBezTo>
                    <a:pt x="71468" y="36050"/>
                    <a:pt x="60084" y="41110"/>
                    <a:pt x="50597" y="49964"/>
                  </a:cubicBezTo>
                  <a:cubicBezTo>
                    <a:pt x="42375" y="58186"/>
                    <a:pt x="36683" y="68306"/>
                    <a:pt x="34785" y="80322"/>
                  </a:cubicBezTo>
                  <a:cubicBezTo>
                    <a:pt x="32888" y="92339"/>
                    <a:pt x="34153" y="103723"/>
                    <a:pt x="38580" y="114475"/>
                  </a:cubicBezTo>
                  <a:cubicBezTo>
                    <a:pt x="43640" y="125860"/>
                    <a:pt x="51229" y="134714"/>
                    <a:pt x="61981" y="140406"/>
                  </a:cubicBezTo>
                  <a:cubicBezTo>
                    <a:pt x="75895" y="147996"/>
                    <a:pt x="91074" y="149261"/>
                    <a:pt x="107518" y="144201"/>
                  </a:cubicBezTo>
                  <a:cubicBezTo>
                    <a:pt x="123330" y="140406"/>
                    <a:pt x="134082" y="131552"/>
                    <a:pt x="141039" y="11827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42" name="Picture Placeholder 97">
              <a:extLst>
                <a:ext uri="{FF2B5EF4-FFF2-40B4-BE49-F238E27FC236}">
                  <a16:creationId xmlns:a16="http://schemas.microsoft.com/office/drawing/2014/main" id="{A863580B-D263-2F2A-CD2A-3DD7FBFC726F}"/>
                </a:ext>
              </a:extLst>
            </p:cNvPr>
            <p:cNvGrpSpPr/>
            <p:nvPr/>
          </p:nvGrpSpPr>
          <p:grpSpPr>
            <a:xfrm>
              <a:off x="7514311" y="3179818"/>
              <a:ext cx="212307" cy="211470"/>
              <a:chOff x="7514311" y="3179818"/>
              <a:chExt cx="212307" cy="211470"/>
            </a:xfrm>
            <a:grpFill/>
          </p:grpSpPr>
          <p:sp>
            <p:nvSpPr>
              <p:cNvPr id="43" name="Picture Placeholder 97">
                <a:extLst>
                  <a:ext uri="{FF2B5EF4-FFF2-40B4-BE49-F238E27FC236}">
                    <a16:creationId xmlns:a16="http://schemas.microsoft.com/office/drawing/2014/main" id="{17F1E54B-D746-5AA3-2CFA-99C0AB5671D4}"/>
                  </a:ext>
                </a:extLst>
              </p:cNvPr>
              <p:cNvSpPr/>
              <p:nvPr/>
            </p:nvSpPr>
            <p:spPr>
              <a:xfrm>
                <a:off x="7514311" y="3179818"/>
                <a:ext cx="212307" cy="211470"/>
              </a:xfrm>
              <a:custGeom>
                <a:avLst/>
                <a:gdLst>
                  <a:gd name="connsiteX0" fmla="*/ 106153 w 212307"/>
                  <a:gd name="connsiteY0" fmla="*/ 211471 h 211470"/>
                  <a:gd name="connsiteX1" fmla="*/ 60616 w 212307"/>
                  <a:gd name="connsiteY1" fmla="*/ 201351 h 211470"/>
                  <a:gd name="connsiteX2" fmla="*/ 6225 w 212307"/>
                  <a:gd name="connsiteY2" fmla="*/ 141268 h 211470"/>
                  <a:gd name="connsiteX3" fmla="*/ 10652 w 212307"/>
                  <a:gd name="connsiteY3" fmla="*/ 60313 h 211470"/>
                  <a:gd name="connsiteX4" fmla="*/ 151691 w 212307"/>
                  <a:gd name="connsiteY4" fmla="*/ 10349 h 211470"/>
                  <a:gd name="connsiteX5" fmla="*/ 206082 w 212307"/>
                  <a:gd name="connsiteY5" fmla="*/ 70432 h 211470"/>
                  <a:gd name="connsiteX6" fmla="*/ 201655 w 212307"/>
                  <a:gd name="connsiteY6" fmla="*/ 151387 h 211470"/>
                  <a:gd name="connsiteX7" fmla="*/ 106153 w 212307"/>
                  <a:gd name="connsiteY7" fmla="*/ 211471 h 211470"/>
                  <a:gd name="connsiteX8" fmla="*/ 106786 w 212307"/>
                  <a:gd name="connsiteY8" fmla="*/ 15408 h 211470"/>
                  <a:gd name="connsiteX9" fmla="*/ 25199 w 212307"/>
                  <a:gd name="connsiteY9" fmla="*/ 66637 h 211470"/>
                  <a:gd name="connsiteX10" fmla="*/ 21404 w 212307"/>
                  <a:gd name="connsiteY10" fmla="*/ 135576 h 211470"/>
                  <a:gd name="connsiteX11" fmla="*/ 67573 w 212307"/>
                  <a:gd name="connsiteY11" fmla="*/ 186805 h 211470"/>
                  <a:gd name="connsiteX12" fmla="*/ 187741 w 212307"/>
                  <a:gd name="connsiteY12" fmla="*/ 144430 h 211470"/>
                  <a:gd name="connsiteX13" fmla="*/ 187741 w 212307"/>
                  <a:gd name="connsiteY13" fmla="*/ 144430 h 211470"/>
                  <a:gd name="connsiteX14" fmla="*/ 191536 w 212307"/>
                  <a:gd name="connsiteY14" fmla="*/ 75492 h 211470"/>
                  <a:gd name="connsiteX15" fmla="*/ 145366 w 212307"/>
                  <a:gd name="connsiteY15" fmla="*/ 24263 h 211470"/>
                  <a:gd name="connsiteX16" fmla="*/ 106786 w 212307"/>
                  <a:gd name="connsiteY16" fmla="*/ 15408 h 21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2307" h="211470">
                    <a:moveTo>
                      <a:pt x="106153" y="211471"/>
                    </a:moveTo>
                    <a:cubicBezTo>
                      <a:pt x="90974" y="211471"/>
                      <a:pt x="75163" y="208309"/>
                      <a:pt x="60616" y="201351"/>
                    </a:cubicBezTo>
                    <a:cubicBezTo>
                      <a:pt x="35318" y="189335"/>
                      <a:pt x="15712" y="167831"/>
                      <a:pt x="6225" y="141268"/>
                    </a:cubicBezTo>
                    <a:cubicBezTo>
                      <a:pt x="-3262" y="114704"/>
                      <a:pt x="-1997" y="85611"/>
                      <a:pt x="10652" y="60313"/>
                    </a:cubicBezTo>
                    <a:cubicBezTo>
                      <a:pt x="35950" y="7819"/>
                      <a:pt x="99196" y="-14950"/>
                      <a:pt x="151691" y="10349"/>
                    </a:cubicBezTo>
                    <a:cubicBezTo>
                      <a:pt x="176989" y="22365"/>
                      <a:pt x="196595" y="43869"/>
                      <a:pt x="206082" y="70432"/>
                    </a:cubicBezTo>
                    <a:cubicBezTo>
                      <a:pt x="215569" y="96996"/>
                      <a:pt x="214304" y="126089"/>
                      <a:pt x="201655" y="151387"/>
                    </a:cubicBezTo>
                    <a:cubicBezTo>
                      <a:pt x="183946" y="189335"/>
                      <a:pt x="145998" y="211471"/>
                      <a:pt x="106153" y="211471"/>
                    </a:cubicBezTo>
                    <a:close/>
                    <a:moveTo>
                      <a:pt x="106786" y="15408"/>
                    </a:moveTo>
                    <a:cubicBezTo>
                      <a:pt x="73266" y="15408"/>
                      <a:pt x="40378" y="34382"/>
                      <a:pt x="25199" y="66637"/>
                    </a:cubicBezTo>
                    <a:cubicBezTo>
                      <a:pt x="15079" y="88141"/>
                      <a:pt x="13814" y="112807"/>
                      <a:pt x="21404" y="135576"/>
                    </a:cubicBezTo>
                    <a:cubicBezTo>
                      <a:pt x="29626" y="158344"/>
                      <a:pt x="46070" y="176686"/>
                      <a:pt x="67573" y="186805"/>
                    </a:cubicBezTo>
                    <a:cubicBezTo>
                      <a:pt x="112478" y="208309"/>
                      <a:pt x="166237" y="189335"/>
                      <a:pt x="187741" y="144430"/>
                    </a:cubicBezTo>
                    <a:lnTo>
                      <a:pt x="187741" y="144430"/>
                    </a:lnTo>
                    <a:cubicBezTo>
                      <a:pt x="197860" y="122926"/>
                      <a:pt x="199125" y="98260"/>
                      <a:pt x="191536" y="75492"/>
                    </a:cubicBezTo>
                    <a:cubicBezTo>
                      <a:pt x="183314" y="52723"/>
                      <a:pt x="166870" y="34382"/>
                      <a:pt x="145366" y="24263"/>
                    </a:cubicBezTo>
                    <a:cubicBezTo>
                      <a:pt x="132717" y="17938"/>
                      <a:pt x="119435" y="15408"/>
                      <a:pt x="106786" y="15408"/>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44" name="Picture Placeholder 97">
                <a:extLst>
                  <a:ext uri="{FF2B5EF4-FFF2-40B4-BE49-F238E27FC236}">
                    <a16:creationId xmlns:a16="http://schemas.microsoft.com/office/drawing/2014/main" id="{CA11B277-4C36-E58E-F1ED-D671C7475EC6}"/>
                  </a:ext>
                </a:extLst>
              </p:cNvPr>
              <p:cNvGrpSpPr/>
              <p:nvPr/>
            </p:nvGrpSpPr>
            <p:grpSpPr>
              <a:xfrm>
                <a:off x="7584415" y="3223054"/>
                <a:ext cx="72732" cy="123962"/>
                <a:chOff x="7584415" y="3223054"/>
                <a:chExt cx="72732" cy="123962"/>
              </a:xfrm>
              <a:grpFill/>
            </p:grpSpPr>
            <p:sp>
              <p:nvSpPr>
                <p:cNvPr id="45" name="Picture Placeholder 97">
                  <a:extLst>
                    <a:ext uri="{FF2B5EF4-FFF2-40B4-BE49-F238E27FC236}">
                      <a16:creationId xmlns:a16="http://schemas.microsoft.com/office/drawing/2014/main" id="{DBA90A81-E256-0B48-7FC7-66D39D70EFCF}"/>
                    </a:ext>
                  </a:extLst>
                </p:cNvPr>
                <p:cNvSpPr/>
                <p:nvPr/>
              </p:nvSpPr>
              <p:spPr>
                <a:xfrm>
                  <a:off x="7584415" y="3281241"/>
                  <a:ext cx="72732" cy="65775"/>
                </a:xfrm>
                <a:custGeom>
                  <a:avLst/>
                  <a:gdLst>
                    <a:gd name="connsiteX0" fmla="*/ 35418 w 72732"/>
                    <a:gd name="connsiteY0" fmla="*/ 15812 h 65775"/>
                    <a:gd name="connsiteX1" fmla="*/ 56289 w 72732"/>
                    <a:gd name="connsiteY1" fmla="*/ 24666 h 65775"/>
                    <a:gd name="connsiteX2" fmla="*/ 56289 w 72732"/>
                    <a:gd name="connsiteY2" fmla="*/ 50597 h 65775"/>
                    <a:gd name="connsiteX3" fmla="*/ 15179 w 72732"/>
                    <a:gd name="connsiteY3" fmla="*/ 50597 h 65775"/>
                    <a:gd name="connsiteX4" fmla="*/ 15179 w 72732"/>
                    <a:gd name="connsiteY4" fmla="*/ 24033 h 65775"/>
                    <a:gd name="connsiteX5" fmla="*/ 35418 w 72732"/>
                    <a:gd name="connsiteY5" fmla="*/ 15812 h 65775"/>
                    <a:gd name="connsiteX6" fmla="*/ 35418 w 72732"/>
                    <a:gd name="connsiteY6" fmla="*/ 0 h 65775"/>
                    <a:gd name="connsiteX7" fmla="*/ 3162 w 72732"/>
                    <a:gd name="connsiteY7" fmla="*/ 13914 h 65775"/>
                    <a:gd name="connsiteX8" fmla="*/ 1265 w 72732"/>
                    <a:gd name="connsiteY8" fmla="*/ 16444 h 65775"/>
                    <a:gd name="connsiteX9" fmla="*/ 0 w 72732"/>
                    <a:gd name="connsiteY9" fmla="*/ 22136 h 65775"/>
                    <a:gd name="connsiteX10" fmla="*/ 0 w 72732"/>
                    <a:gd name="connsiteY10" fmla="*/ 58186 h 65775"/>
                    <a:gd name="connsiteX11" fmla="*/ 5692 w 72732"/>
                    <a:gd name="connsiteY11" fmla="*/ 65776 h 65775"/>
                    <a:gd name="connsiteX12" fmla="*/ 67041 w 72732"/>
                    <a:gd name="connsiteY12" fmla="*/ 65776 h 65775"/>
                    <a:gd name="connsiteX13" fmla="*/ 72733 w 72732"/>
                    <a:gd name="connsiteY13" fmla="*/ 58186 h 65775"/>
                    <a:gd name="connsiteX14" fmla="*/ 72733 w 72732"/>
                    <a:gd name="connsiteY14" fmla="*/ 22136 h 65775"/>
                    <a:gd name="connsiteX15" fmla="*/ 71468 w 72732"/>
                    <a:gd name="connsiteY15" fmla="*/ 17076 h 65775"/>
                    <a:gd name="connsiteX16" fmla="*/ 35418 w 72732"/>
                    <a:gd name="connsiteY16" fmla="*/ 0 h 65775"/>
                    <a:gd name="connsiteX17" fmla="*/ 35418 w 72732"/>
                    <a:gd name="connsiteY17" fmla="*/ 0 h 6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2732" h="65775">
                      <a:moveTo>
                        <a:pt x="35418" y="15812"/>
                      </a:moveTo>
                      <a:cubicBezTo>
                        <a:pt x="43007" y="15812"/>
                        <a:pt x="50597" y="18974"/>
                        <a:pt x="56289" y="24666"/>
                      </a:cubicBezTo>
                      <a:lnTo>
                        <a:pt x="56289" y="50597"/>
                      </a:lnTo>
                      <a:lnTo>
                        <a:pt x="15179" y="50597"/>
                      </a:lnTo>
                      <a:lnTo>
                        <a:pt x="15179" y="24033"/>
                      </a:lnTo>
                      <a:cubicBezTo>
                        <a:pt x="21504" y="18341"/>
                        <a:pt x="28461" y="15812"/>
                        <a:pt x="35418" y="15812"/>
                      </a:cubicBezTo>
                      <a:moveTo>
                        <a:pt x="35418" y="0"/>
                      </a:moveTo>
                      <a:cubicBezTo>
                        <a:pt x="23401" y="0"/>
                        <a:pt x="12017" y="4427"/>
                        <a:pt x="3162" y="13914"/>
                      </a:cubicBezTo>
                      <a:cubicBezTo>
                        <a:pt x="2530" y="14547"/>
                        <a:pt x="1897" y="15812"/>
                        <a:pt x="1265" y="16444"/>
                      </a:cubicBezTo>
                      <a:cubicBezTo>
                        <a:pt x="632" y="17709"/>
                        <a:pt x="0" y="19606"/>
                        <a:pt x="0" y="22136"/>
                      </a:cubicBezTo>
                      <a:lnTo>
                        <a:pt x="0" y="58186"/>
                      </a:lnTo>
                      <a:cubicBezTo>
                        <a:pt x="0" y="62614"/>
                        <a:pt x="2530" y="65776"/>
                        <a:pt x="5692" y="65776"/>
                      </a:cubicBezTo>
                      <a:lnTo>
                        <a:pt x="67041" y="65776"/>
                      </a:lnTo>
                      <a:cubicBezTo>
                        <a:pt x="70203" y="65776"/>
                        <a:pt x="72733" y="61981"/>
                        <a:pt x="72733" y="58186"/>
                      </a:cubicBezTo>
                      <a:lnTo>
                        <a:pt x="72733" y="22136"/>
                      </a:lnTo>
                      <a:cubicBezTo>
                        <a:pt x="72733" y="20239"/>
                        <a:pt x="72100" y="18341"/>
                        <a:pt x="71468" y="17076"/>
                      </a:cubicBezTo>
                      <a:cubicBezTo>
                        <a:pt x="61349" y="5692"/>
                        <a:pt x="48699" y="0"/>
                        <a:pt x="35418" y="0"/>
                      </a:cubicBezTo>
                      <a:lnTo>
                        <a:pt x="35418"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6" name="Picture Placeholder 97">
                  <a:extLst>
                    <a:ext uri="{FF2B5EF4-FFF2-40B4-BE49-F238E27FC236}">
                      <a16:creationId xmlns:a16="http://schemas.microsoft.com/office/drawing/2014/main" id="{5B8D97B4-F834-F061-5B4C-076B2E2F29BB}"/>
                    </a:ext>
                  </a:extLst>
                </p:cNvPr>
                <p:cNvSpPr/>
                <p:nvPr/>
              </p:nvSpPr>
              <p:spPr>
                <a:xfrm>
                  <a:off x="7592636" y="3223054"/>
                  <a:ext cx="51861" cy="51861"/>
                </a:xfrm>
                <a:custGeom>
                  <a:avLst/>
                  <a:gdLst>
                    <a:gd name="connsiteX0" fmla="*/ 25931 w 51861"/>
                    <a:gd name="connsiteY0" fmla="*/ 15812 h 51861"/>
                    <a:gd name="connsiteX1" fmla="*/ 36050 w 51861"/>
                    <a:gd name="connsiteY1" fmla="*/ 25931 h 51861"/>
                    <a:gd name="connsiteX2" fmla="*/ 25931 w 51861"/>
                    <a:gd name="connsiteY2" fmla="*/ 36050 h 51861"/>
                    <a:gd name="connsiteX3" fmla="*/ 15812 w 51861"/>
                    <a:gd name="connsiteY3" fmla="*/ 25931 h 51861"/>
                    <a:gd name="connsiteX4" fmla="*/ 25931 w 51861"/>
                    <a:gd name="connsiteY4" fmla="*/ 15812 h 51861"/>
                    <a:gd name="connsiteX5" fmla="*/ 25931 w 51861"/>
                    <a:gd name="connsiteY5" fmla="*/ 0 h 51861"/>
                    <a:gd name="connsiteX6" fmla="*/ 0 w 51861"/>
                    <a:gd name="connsiteY6" fmla="*/ 25931 h 51861"/>
                    <a:gd name="connsiteX7" fmla="*/ 25931 w 51861"/>
                    <a:gd name="connsiteY7" fmla="*/ 51862 h 51861"/>
                    <a:gd name="connsiteX8" fmla="*/ 51862 w 51861"/>
                    <a:gd name="connsiteY8" fmla="*/ 25931 h 51861"/>
                    <a:gd name="connsiteX9" fmla="*/ 25931 w 51861"/>
                    <a:gd name="connsiteY9" fmla="*/ 0 h 51861"/>
                    <a:gd name="connsiteX10" fmla="*/ 25931 w 51861"/>
                    <a:gd name="connsiteY10" fmla="*/ 0 h 51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861" h="51861">
                      <a:moveTo>
                        <a:pt x="25931" y="15812"/>
                      </a:moveTo>
                      <a:cubicBezTo>
                        <a:pt x="31623" y="15812"/>
                        <a:pt x="36050" y="20239"/>
                        <a:pt x="36050" y="25931"/>
                      </a:cubicBezTo>
                      <a:cubicBezTo>
                        <a:pt x="36050" y="31623"/>
                        <a:pt x="31623" y="36050"/>
                        <a:pt x="25931" y="36050"/>
                      </a:cubicBezTo>
                      <a:cubicBezTo>
                        <a:pt x="20239" y="36050"/>
                        <a:pt x="15812" y="31623"/>
                        <a:pt x="15812" y="25931"/>
                      </a:cubicBezTo>
                      <a:cubicBezTo>
                        <a:pt x="15812" y="20239"/>
                        <a:pt x="20239" y="15812"/>
                        <a:pt x="25931" y="15812"/>
                      </a:cubicBezTo>
                      <a:moveTo>
                        <a:pt x="25931" y="0"/>
                      </a:moveTo>
                      <a:cubicBezTo>
                        <a:pt x="11384" y="0"/>
                        <a:pt x="0" y="11384"/>
                        <a:pt x="0" y="25931"/>
                      </a:cubicBezTo>
                      <a:cubicBezTo>
                        <a:pt x="0" y="40477"/>
                        <a:pt x="11384" y="51862"/>
                        <a:pt x="25931" y="51862"/>
                      </a:cubicBezTo>
                      <a:cubicBezTo>
                        <a:pt x="40477" y="51862"/>
                        <a:pt x="51862" y="40477"/>
                        <a:pt x="51862" y="25931"/>
                      </a:cubicBezTo>
                      <a:cubicBezTo>
                        <a:pt x="51862" y="11384"/>
                        <a:pt x="40477" y="0"/>
                        <a:pt x="25931" y="0"/>
                      </a:cubicBezTo>
                      <a:lnTo>
                        <a:pt x="25931"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grpSp>
      <p:sp>
        <p:nvSpPr>
          <p:cNvPr id="15" name="TextBox 14">
            <a:extLst>
              <a:ext uri="{FF2B5EF4-FFF2-40B4-BE49-F238E27FC236}">
                <a16:creationId xmlns:a16="http://schemas.microsoft.com/office/drawing/2014/main" id="{6F403218-11E9-5C00-2DC9-7AD1144C0B0E}"/>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59" name="Graphic 8">
            <a:extLst>
              <a:ext uri="{FF2B5EF4-FFF2-40B4-BE49-F238E27FC236}">
                <a16:creationId xmlns:a16="http://schemas.microsoft.com/office/drawing/2014/main" id="{DA8F3CDD-DA35-ECA8-6946-BEACF9F025F5}"/>
              </a:ext>
            </a:extLst>
          </p:cNvPr>
          <p:cNvGrpSpPr/>
          <p:nvPr userDrawn="1"/>
        </p:nvGrpSpPr>
        <p:grpSpPr>
          <a:xfrm>
            <a:off x="265625" y="6323271"/>
            <a:ext cx="1249223" cy="369648"/>
            <a:chOff x="265625" y="6323271"/>
            <a:chExt cx="1249223" cy="369648"/>
          </a:xfrm>
          <a:solidFill>
            <a:srgbClr val="000000"/>
          </a:solidFill>
        </p:grpSpPr>
        <p:grpSp>
          <p:nvGrpSpPr>
            <p:cNvPr id="60" name="Graphic 8">
              <a:extLst>
                <a:ext uri="{FF2B5EF4-FFF2-40B4-BE49-F238E27FC236}">
                  <a16:creationId xmlns:a16="http://schemas.microsoft.com/office/drawing/2014/main" id="{FEA26D96-DCC5-44B9-DCC1-F04A8DA65D45}"/>
                </a:ext>
              </a:extLst>
            </p:cNvPr>
            <p:cNvGrpSpPr/>
            <p:nvPr/>
          </p:nvGrpSpPr>
          <p:grpSpPr>
            <a:xfrm>
              <a:off x="745455" y="6594444"/>
              <a:ext cx="722662" cy="98475"/>
              <a:chOff x="745455" y="6594444"/>
              <a:chExt cx="722662" cy="98475"/>
            </a:xfrm>
            <a:solidFill>
              <a:srgbClr val="000000"/>
            </a:solidFill>
          </p:grpSpPr>
          <p:sp>
            <p:nvSpPr>
              <p:cNvPr id="134" name="Freeform 19">
                <a:extLst>
                  <a:ext uri="{FF2B5EF4-FFF2-40B4-BE49-F238E27FC236}">
                    <a16:creationId xmlns:a16="http://schemas.microsoft.com/office/drawing/2014/main" id="{E665FCE4-3C14-6260-F19F-347C8632444A}"/>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135" name="Freeform 20">
                <a:extLst>
                  <a:ext uri="{FF2B5EF4-FFF2-40B4-BE49-F238E27FC236}">
                    <a16:creationId xmlns:a16="http://schemas.microsoft.com/office/drawing/2014/main" id="{7C18765B-3031-F731-1213-A99707F1546A}"/>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136" name="Freeform 21">
                <a:extLst>
                  <a:ext uri="{FF2B5EF4-FFF2-40B4-BE49-F238E27FC236}">
                    <a16:creationId xmlns:a16="http://schemas.microsoft.com/office/drawing/2014/main" id="{DB8A8D53-4CC4-DF3A-BA18-D9DB5DF1B93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137" name="Freeform 22">
                <a:extLst>
                  <a:ext uri="{FF2B5EF4-FFF2-40B4-BE49-F238E27FC236}">
                    <a16:creationId xmlns:a16="http://schemas.microsoft.com/office/drawing/2014/main" id="{A0796472-E1AC-288B-D542-7291A19AAA5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138" name="Freeform 23">
                <a:extLst>
                  <a:ext uri="{FF2B5EF4-FFF2-40B4-BE49-F238E27FC236}">
                    <a16:creationId xmlns:a16="http://schemas.microsoft.com/office/drawing/2014/main" id="{5ECA4B10-0963-4B85-56F8-5499607A8A0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39" name="Freeform 24">
                <a:extLst>
                  <a:ext uri="{FF2B5EF4-FFF2-40B4-BE49-F238E27FC236}">
                    <a16:creationId xmlns:a16="http://schemas.microsoft.com/office/drawing/2014/main" id="{9B618098-4500-FE11-F067-EBB471D32C3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140" name="Freeform 25">
                <a:extLst>
                  <a:ext uri="{FF2B5EF4-FFF2-40B4-BE49-F238E27FC236}">
                    <a16:creationId xmlns:a16="http://schemas.microsoft.com/office/drawing/2014/main" id="{EBA01472-EFE4-6E00-F42D-B8F9FCFC391C}"/>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141" name="Freeform 26">
                <a:extLst>
                  <a:ext uri="{FF2B5EF4-FFF2-40B4-BE49-F238E27FC236}">
                    <a16:creationId xmlns:a16="http://schemas.microsoft.com/office/drawing/2014/main" id="{7577505E-2A27-ABED-FEE7-9504CFDA36F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142" name="Freeform 27">
                <a:extLst>
                  <a:ext uri="{FF2B5EF4-FFF2-40B4-BE49-F238E27FC236}">
                    <a16:creationId xmlns:a16="http://schemas.microsoft.com/office/drawing/2014/main" id="{30766C96-17CE-4EDF-B5A7-BB06A880028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43" name="Freeform 28">
                <a:extLst>
                  <a:ext uri="{FF2B5EF4-FFF2-40B4-BE49-F238E27FC236}">
                    <a16:creationId xmlns:a16="http://schemas.microsoft.com/office/drawing/2014/main" id="{24BED79B-AC0E-98AE-E5D7-CFAEC8AF755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61" name="Graphic 8">
              <a:extLst>
                <a:ext uri="{FF2B5EF4-FFF2-40B4-BE49-F238E27FC236}">
                  <a16:creationId xmlns:a16="http://schemas.microsoft.com/office/drawing/2014/main" id="{1B0F7D89-0D03-4D58-9934-F88B709D1FA8}"/>
                </a:ext>
              </a:extLst>
            </p:cNvPr>
            <p:cNvGrpSpPr/>
            <p:nvPr/>
          </p:nvGrpSpPr>
          <p:grpSpPr>
            <a:xfrm>
              <a:off x="265625" y="6323271"/>
              <a:ext cx="1249223" cy="190348"/>
              <a:chOff x="265625" y="6323271"/>
              <a:chExt cx="1249223" cy="190348"/>
            </a:xfrm>
            <a:solidFill>
              <a:srgbClr val="000000"/>
            </a:solidFill>
          </p:grpSpPr>
          <p:sp>
            <p:nvSpPr>
              <p:cNvPr id="62" name="Freeform 10">
                <a:extLst>
                  <a:ext uri="{FF2B5EF4-FFF2-40B4-BE49-F238E27FC236}">
                    <a16:creationId xmlns:a16="http://schemas.microsoft.com/office/drawing/2014/main" id="{FC47670E-4E2D-5A69-7C2E-C73E4C64619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63" name="Freeform 11">
                <a:extLst>
                  <a:ext uri="{FF2B5EF4-FFF2-40B4-BE49-F238E27FC236}">
                    <a16:creationId xmlns:a16="http://schemas.microsoft.com/office/drawing/2014/main" id="{D1E180CA-EF7B-F86F-38ED-DB37D4AA293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29" name="Freeform 14">
                <a:extLst>
                  <a:ext uri="{FF2B5EF4-FFF2-40B4-BE49-F238E27FC236}">
                    <a16:creationId xmlns:a16="http://schemas.microsoft.com/office/drawing/2014/main" id="{4F722D32-32EA-697E-659D-10EAA7CA3AC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30" name="Freeform 15">
                <a:extLst>
                  <a:ext uri="{FF2B5EF4-FFF2-40B4-BE49-F238E27FC236}">
                    <a16:creationId xmlns:a16="http://schemas.microsoft.com/office/drawing/2014/main" id="{AEEEC679-5C63-EAA4-66C9-00E7C815D869}"/>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31" name="Freeform 16">
                <a:extLst>
                  <a:ext uri="{FF2B5EF4-FFF2-40B4-BE49-F238E27FC236}">
                    <a16:creationId xmlns:a16="http://schemas.microsoft.com/office/drawing/2014/main" id="{5495FE3B-CD5B-967D-BBF5-125873320EE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32" name="Freeform 17">
                <a:extLst>
                  <a:ext uri="{FF2B5EF4-FFF2-40B4-BE49-F238E27FC236}">
                    <a16:creationId xmlns:a16="http://schemas.microsoft.com/office/drawing/2014/main" id="{AEBF0620-7FB7-B34B-2CCD-46D6923A1D71}"/>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33" name="Freeform 18">
                <a:extLst>
                  <a:ext uri="{FF2B5EF4-FFF2-40B4-BE49-F238E27FC236}">
                    <a16:creationId xmlns:a16="http://schemas.microsoft.com/office/drawing/2014/main" id="{CB8906A9-A9E3-B00B-47DF-4184884ACB5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58" name="TextBox 57">
            <a:extLst>
              <a:ext uri="{FF2B5EF4-FFF2-40B4-BE49-F238E27FC236}">
                <a16:creationId xmlns:a16="http://schemas.microsoft.com/office/drawing/2014/main" id="{9BDF8C01-22D8-9DE8-DC1F-3A192D7F864B}"/>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859097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Section - AI">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3" name="Parallelogram 2">
            <a:extLst>
              <a:ext uri="{FF2B5EF4-FFF2-40B4-BE49-F238E27FC236}">
                <a16:creationId xmlns:a16="http://schemas.microsoft.com/office/drawing/2014/main" id="{60B1DD61-9FDE-780F-69D6-81F7DA6C4664}"/>
              </a:ext>
            </a:extLst>
          </p:cNvPr>
          <p:cNvSpPr/>
          <p:nvPr userDrawn="1"/>
        </p:nvSpPr>
        <p:spPr>
          <a:xfrm>
            <a:off x="5378042" y="-1"/>
            <a:ext cx="14676689" cy="6858001"/>
          </a:xfrm>
          <a:prstGeom prst="parallelogram">
            <a:avLst>
              <a:gd name="adj" fmla="val 100124"/>
            </a:avLst>
          </a:prstGeom>
          <a:gradFill flip="none" rotWithShape="1">
            <a:gsLst>
              <a:gs pos="24000">
                <a:schemeClr val="accent4"/>
              </a:gs>
              <a:gs pos="100000">
                <a:schemeClr val="accent4">
                  <a:lumMod val="60000"/>
                  <a:lumOff val="40000"/>
                </a:schemeClr>
              </a:gs>
            </a:gsLst>
            <a:lin ang="18900000" scaled="1"/>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rallelogram 3">
            <a:extLst>
              <a:ext uri="{FF2B5EF4-FFF2-40B4-BE49-F238E27FC236}">
                <a16:creationId xmlns:a16="http://schemas.microsoft.com/office/drawing/2014/main" id="{B946C5CD-C3D8-46F5-2C55-12D47C8A48C1}"/>
              </a:ext>
            </a:extLst>
          </p:cNvPr>
          <p:cNvSpPr/>
          <p:nvPr userDrawn="1"/>
        </p:nvSpPr>
        <p:spPr>
          <a:xfrm>
            <a:off x="1840256" y="-1"/>
            <a:ext cx="12934077" cy="6470788"/>
          </a:xfrm>
          <a:prstGeom prst="parallelogram">
            <a:avLst>
              <a:gd name="adj" fmla="val 100124"/>
            </a:avLst>
          </a:prstGeom>
          <a:gradFill flip="none" rotWithShape="1">
            <a:gsLst>
              <a:gs pos="0">
                <a:schemeClr val="accent4">
                  <a:alpha val="14000"/>
                </a:schemeClr>
              </a:gs>
              <a:gs pos="97000">
                <a:schemeClr val="accent4">
                  <a:alpha val="0"/>
                </a:schemeClr>
              </a:gs>
            </a:gsLst>
            <a:lin ang="8100000" scaled="1"/>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 name="Graphic 143">
            <a:extLst>
              <a:ext uri="{FF2B5EF4-FFF2-40B4-BE49-F238E27FC236}">
                <a16:creationId xmlns:a16="http://schemas.microsoft.com/office/drawing/2014/main" id="{539B7AE6-B6CC-2DA5-D5F4-FCF99A4A36E7}"/>
              </a:ext>
            </a:extLst>
          </p:cNvPr>
          <p:cNvSpPr/>
          <p:nvPr userDrawn="1"/>
        </p:nvSpPr>
        <p:spPr>
          <a:xfrm>
            <a:off x="5293059" y="4100725"/>
            <a:ext cx="2421204" cy="666750"/>
          </a:xfrm>
          <a:custGeom>
            <a:avLst/>
            <a:gdLst>
              <a:gd name="connsiteX0" fmla="*/ 482061 w 600651"/>
              <a:gd name="connsiteY0" fmla="*/ 38962 h 165407"/>
              <a:gd name="connsiteX1" fmla="*/ 398886 w 600651"/>
              <a:gd name="connsiteY1" fmla="*/ 75298 h 165407"/>
              <a:gd name="connsiteX2" fmla="*/ 268849 w 600651"/>
              <a:gd name="connsiteY2" fmla="*/ 0 h 165407"/>
              <a:gd name="connsiteX3" fmla="*/ 118927 w 600651"/>
              <a:gd name="connsiteY3" fmla="*/ 122878 h 165407"/>
              <a:gd name="connsiteX4" fmla="*/ 66185 w 600651"/>
              <a:gd name="connsiteY4" fmla="*/ 94823 h 165407"/>
              <a:gd name="connsiteX5" fmla="*/ 0 w 600651"/>
              <a:gd name="connsiteY5" fmla="*/ 165408 h 165407"/>
              <a:gd name="connsiteX6" fmla="*/ 600652 w 600651"/>
              <a:gd name="connsiteY6" fmla="*/ 165408 h 165407"/>
              <a:gd name="connsiteX7" fmla="*/ 482061 w 600651"/>
              <a:gd name="connsiteY7" fmla="*/ 38939 h 16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651" h="165407">
                <a:moveTo>
                  <a:pt x="482061" y="38962"/>
                </a:moveTo>
                <a:cubicBezTo>
                  <a:pt x="449653" y="38962"/>
                  <a:pt x="420297" y="52832"/>
                  <a:pt x="398886" y="75298"/>
                </a:cubicBezTo>
                <a:cubicBezTo>
                  <a:pt x="371236" y="29984"/>
                  <a:pt x="323341" y="0"/>
                  <a:pt x="268849" y="0"/>
                </a:cubicBezTo>
                <a:cubicBezTo>
                  <a:pt x="196963" y="0"/>
                  <a:pt x="136523" y="52136"/>
                  <a:pt x="118927" y="122878"/>
                </a:cubicBezTo>
                <a:cubicBezTo>
                  <a:pt x="106853" y="105865"/>
                  <a:pt x="87754" y="94823"/>
                  <a:pt x="66185" y="94823"/>
                </a:cubicBezTo>
                <a:cubicBezTo>
                  <a:pt x="29625" y="94823"/>
                  <a:pt x="0" y="126446"/>
                  <a:pt x="0" y="165408"/>
                </a:cubicBezTo>
                <a:lnTo>
                  <a:pt x="600652" y="165408"/>
                </a:lnTo>
                <a:cubicBezTo>
                  <a:pt x="600652" y="95564"/>
                  <a:pt x="547551" y="38939"/>
                  <a:pt x="482061" y="38939"/>
                </a:cubicBezTo>
                <a:close/>
              </a:path>
            </a:pathLst>
          </a:custGeom>
          <a:solidFill>
            <a:schemeClr val="accent4">
              <a:alpha val="18000"/>
            </a:schemeClr>
          </a:soli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6" name="Graphic 5">
            <a:extLst>
              <a:ext uri="{FF2B5EF4-FFF2-40B4-BE49-F238E27FC236}">
                <a16:creationId xmlns:a16="http://schemas.microsoft.com/office/drawing/2014/main" id="{3FDEBDA4-3868-5D6A-A49B-C4F2D42356E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79191" y="2319345"/>
            <a:ext cx="3124591" cy="1207366"/>
          </a:xfrm>
          <a:prstGeom prst="rect">
            <a:avLst/>
          </a:prstGeom>
        </p:spPr>
      </p:pic>
      <p:grpSp>
        <p:nvGrpSpPr>
          <p:cNvPr id="7" name="Group 6">
            <a:extLst>
              <a:ext uri="{FF2B5EF4-FFF2-40B4-BE49-F238E27FC236}">
                <a16:creationId xmlns:a16="http://schemas.microsoft.com/office/drawing/2014/main" id="{E07D793F-7B43-0194-B315-5248F957D5C7}"/>
              </a:ext>
            </a:extLst>
          </p:cNvPr>
          <p:cNvGrpSpPr/>
          <p:nvPr userDrawn="1"/>
        </p:nvGrpSpPr>
        <p:grpSpPr>
          <a:xfrm>
            <a:off x="9491711" y="911779"/>
            <a:ext cx="1685206" cy="686138"/>
            <a:chOff x="437672" y="1280130"/>
            <a:chExt cx="2910783" cy="1185138"/>
          </a:xfrm>
        </p:grpSpPr>
        <p:sp>
          <p:nvSpPr>
            <p:cNvPr id="8" name="Freeform: Shape 187">
              <a:extLst>
                <a:ext uri="{FF2B5EF4-FFF2-40B4-BE49-F238E27FC236}">
                  <a16:creationId xmlns:a16="http://schemas.microsoft.com/office/drawing/2014/main" id="{73FAE3E3-7BAD-268B-B642-DBC7C9C1501C}"/>
                </a:ext>
              </a:extLst>
            </p:cNvPr>
            <p:cNvSpPr/>
            <p:nvPr/>
          </p:nvSpPr>
          <p:spPr>
            <a:xfrm>
              <a:off x="437672" y="1280130"/>
              <a:ext cx="2720832" cy="1110872"/>
            </a:xfrm>
            <a:custGeom>
              <a:avLst/>
              <a:gdLst>
                <a:gd name="connsiteX0" fmla="*/ 749249 w 907209"/>
                <a:gd name="connsiteY0" fmla="*/ 212440 h 370400"/>
                <a:gd name="connsiteX1" fmla="*/ 700014 w 907209"/>
                <a:gd name="connsiteY1" fmla="*/ 220306 h 370400"/>
                <a:gd name="connsiteX2" fmla="*/ 454537 w 907209"/>
                <a:gd name="connsiteY2" fmla="*/ 0 h 370400"/>
                <a:gd name="connsiteX3" fmla="*/ 213896 w 907209"/>
                <a:gd name="connsiteY3" fmla="*/ 191405 h 370400"/>
                <a:gd name="connsiteX4" fmla="*/ 178995 w 907209"/>
                <a:gd name="connsiteY4" fmla="*/ 191405 h 370400"/>
                <a:gd name="connsiteX5" fmla="*/ 0 w 907209"/>
                <a:gd name="connsiteY5" fmla="*/ 370400 h 370400"/>
                <a:gd name="connsiteX6" fmla="*/ 907209 w 907209"/>
                <a:gd name="connsiteY6" fmla="*/ 370400 h 370400"/>
                <a:gd name="connsiteX7" fmla="*/ 749249 w 907209"/>
                <a:gd name="connsiteY7" fmla="*/ 212440 h 37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7209" h="37040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9" name="Freeform: Shape 188">
              <a:extLst>
                <a:ext uri="{FF2B5EF4-FFF2-40B4-BE49-F238E27FC236}">
                  <a16:creationId xmlns:a16="http://schemas.microsoft.com/office/drawing/2014/main" id="{B2737416-25E2-B7A6-4CF0-A4BBAA95EFEF}"/>
                </a:ext>
              </a:extLst>
            </p:cNvPr>
            <p:cNvSpPr/>
            <p:nvPr/>
          </p:nvSpPr>
          <p:spPr>
            <a:xfrm>
              <a:off x="1651302" y="1789783"/>
              <a:ext cx="1697153" cy="675485"/>
            </a:xfrm>
            <a:custGeom>
              <a:avLst/>
              <a:gdLst>
                <a:gd name="connsiteX0" fmla="*/ 154872 w 565884"/>
                <a:gd name="connsiteY0" fmla="*/ 70357 h 225229"/>
                <a:gd name="connsiteX1" fmla="*/ 0 w 565884"/>
                <a:gd name="connsiteY1" fmla="*/ 225229 h 225229"/>
                <a:gd name="connsiteX2" fmla="*/ 565884 w 565884"/>
                <a:gd name="connsiteY2" fmla="*/ 225229 h 225229"/>
                <a:gd name="connsiteX3" fmla="*/ 496023 w 565884"/>
                <a:gd name="connsiteY3" fmla="*/ 70357 h 225229"/>
                <a:gd name="connsiteX4" fmla="*/ 496023 w 565884"/>
                <a:gd name="connsiteY4" fmla="*/ 70357 h 225229"/>
                <a:gd name="connsiteX5" fmla="*/ 154872 w 565884"/>
                <a:gd name="connsiteY5" fmla="*/ 70357 h 225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5884" h="225229">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29000">
                  <a:srgbClr val="FFFFFF"/>
                </a:gs>
                <a:gs pos="48000">
                  <a:srgbClr val="F8FBFE"/>
                </a:gs>
                <a:gs pos="73000">
                  <a:srgbClr val="E7F3FB"/>
                </a:gs>
                <a:gs pos="100000">
                  <a:srgbClr val="CEE6F7"/>
                </a:gs>
              </a:gsLst>
              <a:lin ang="2700000" scaled="1"/>
            </a:gra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10" name="Graphic 133">
            <a:extLst>
              <a:ext uri="{FF2B5EF4-FFF2-40B4-BE49-F238E27FC236}">
                <a16:creationId xmlns:a16="http://schemas.microsoft.com/office/drawing/2014/main" id="{C1A206A6-3310-EA7E-60A7-52B4E662E852}"/>
              </a:ext>
            </a:extLst>
          </p:cNvPr>
          <p:cNvGrpSpPr/>
          <p:nvPr userDrawn="1"/>
        </p:nvGrpSpPr>
        <p:grpSpPr>
          <a:xfrm>
            <a:off x="7658058" y="759261"/>
            <a:ext cx="747561" cy="1467873"/>
            <a:chOff x="7819347" y="302010"/>
            <a:chExt cx="1311783" cy="2575750"/>
          </a:xfrm>
          <a:noFill/>
        </p:grpSpPr>
        <p:sp>
          <p:nvSpPr>
            <p:cNvPr id="11" name="Freeform: Shape 232">
              <a:extLst>
                <a:ext uri="{FF2B5EF4-FFF2-40B4-BE49-F238E27FC236}">
                  <a16:creationId xmlns:a16="http://schemas.microsoft.com/office/drawing/2014/main" id="{6904CC82-8FC3-4907-D7C4-25E8CCD3B3B1}"/>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 name="Freeform: Shape 233">
              <a:extLst>
                <a:ext uri="{FF2B5EF4-FFF2-40B4-BE49-F238E27FC236}">
                  <a16:creationId xmlns:a16="http://schemas.microsoft.com/office/drawing/2014/main" id="{9BDA50C5-6DC2-578E-D13A-57059AADC076}"/>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 name="Freeform: Shape 234">
              <a:extLst>
                <a:ext uri="{FF2B5EF4-FFF2-40B4-BE49-F238E27FC236}">
                  <a16:creationId xmlns:a16="http://schemas.microsoft.com/office/drawing/2014/main" id="{7DF80A53-DEF6-4DE3-70AE-2C4E88516EB5}"/>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4" name="Freeform: Shape 235">
              <a:extLst>
                <a:ext uri="{FF2B5EF4-FFF2-40B4-BE49-F238E27FC236}">
                  <a16:creationId xmlns:a16="http://schemas.microsoft.com/office/drawing/2014/main" id="{0C42C827-27B3-D459-A335-65E91F88ABBA}"/>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5" name="Freeform: Shape 236">
              <a:extLst>
                <a:ext uri="{FF2B5EF4-FFF2-40B4-BE49-F238E27FC236}">
                  <a16:creationId xmlns:a16="http://schemas.microsoft.com/office/drawing/2014/main" id="{C59A6058-5AB1-8234-CA24-700044CCB2CD}"/>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16" name="Freeform: Shape 265">
            <a:extLst>
              <a:ext uri="{FF2B5EF4-FFF2-40B4-BE49-F238E27FC236}">
                <a16:creationId xmlns:a16="http://schemas.microsoft.com/office/drawing/2014/main" id="{6079931B-B490-7325-A160-7A6DE1A9A21A}"/>
              </a:ext>
            </a:extLst>
          </p:cNvPr>
          <p:cNvSpPr/>
          <p:nvPr userDrawn="1"/>
        </p:nvSpPr>
        <p:spPr>
          <a:xfrm>
            <a:off x="11119385" y="4173017"/>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7" name="Freeform: Shape 269">
            <a:extLst>
              <a:ext uri="{FF2B5EF4-FFF2-40B4-BE49-F238E27FC236}">
                <a16:creationId xmlns:a16="http://schemas.microsoft.com/office/drawing/2014/main" id="{5F2CFDA2-2CBF-135C-2338-BDEAD8597CF6}"/>
              </a:ext>
            </a:extLst>
          </p:cNvPr>
          <p:cNvSpPr/>
          <p:nvPr userDrawn="1"/>
        </p:nvSpPr>
        <p:spPr>
          <a:xfrm>
            <a:off x="4525077" y="5197695"/>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8" name="Freeform: Shape 285">
            <a:extLst>
              <a:ext uri="{FF2B5EF4-FFF2-40B4-BE49-F238E27FC236}">
                <a16:creationId xmlns:a16="http://schemas.microsoft.com/office/drawing/2014/main" id="{26BAEE59-9AED-9F97-D5FA-39C001419BAE}"/>
              </a:ext>
            </a:extLst>
          </p:cNvPr>
          <p:cNvSpPr/>
          <p:nvPr userDrawn="1"/>
        </p:nvSpPr>
        <p:spPr>
          <a:xfrm>
            <a:off x="8709950" y="5303803"/>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9" name="Freeform: Shape 286">
            <a:extLst>
              <a:ext uri="{FF2B5EF4-FFF2-40B4-BE49-F238E27FC236}">
                <a16:creationId xmlns:a16="http://schemas.microsoft.com/office/drawing/2014/main" id="{6E51B8FA-8550-4991-CF45-AF9BC233A4ED}"/>
              </a:ext>
            </a:extLst>
          </p:cNvPr>
          <p:cNvSpPr/>
          <p:nvPr userDrawn="1"/>
        </p:nvSpPr>
        <p:spPr>
          <a:xfrm>
            <a:off x="9116688" y="50100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0" name="Graphic 133">
            <a:extLst>
              <a:ext uri="{FF2B5EF4-FFF2-40B4-BE49-F238E27FC236}">
                <a16:creationId xmlns:a16="http://schemas.microsoft.com/office/drawing/2014/main" id="{6B919A6D-E9F3-238B-0545-E7C2970214F5}"/>
              </a:ext>
            </a:extLst>
          </p:cNvPr>
          <p:cNvGrpSpPr/>
          <p:nvPr userDrawn="1"/>
        </p:nvGrpSpPr>
        <p:grpSpPr>
          <a:xfrm rot="15300000">
            <a:off x="5392445" y="1828091"/>
            <a:ext cx="1311783" cy="2575750"/>
            <a:chOff x="7819347" y="302010"/>
            <a:chExt cx="1311783" cy="2575750"/>
          </a:xfrm>
          <a:noFill/>
        </p:grpSpPr>
        <p:sp>
          <p:nvSpPr>
            <p:cNvPr id="21" name="Freeform: Shape 288">
              <a:extLst>
                <a:ext uri="{FF2B5EF4-FFF2-40B4-BE49-F238E27FC236}">
                  <a16:creationId xmlns:a16="http://schemas.microsoft.com/office/drawing/2014/main" id="{91AD3376-23AF-FAF7-F059-A3FF5F1447BE}"/>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2" name="Freeform: Shape 289">
              <a:extLst>
                <a:ext uri="{FF2B5EF4-FFF2-40B4-BE49-F238E27FC236}">
                  <a16:creationId xmlns:a16="http://schemas.microsoft.com/office/drawing/2014/main" id="{E67FA9BC-F299-29EB-6442-876118767C9E}"/>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3" name="Freeform: Shape 290">
              <a:extLst>
                <a:ext uri="{FF2B5EF4-FFF2-40B4-BE49-F238E27FC236}">
                  <a16:creationId xmlns:a16="http://schemas.microsoft.com/office/drawing/2014/main" id="{062AA542-0F9E-953C-1D69-87234AEB2E01}"/>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 name="Freeform: Shape 291">
              <a:extLst>
                <a:ext uri="{FF2B5EF4-FFF2-40B4-BE49-F238E27FC236}">
                  <a16:creationId xmlns:a16="http://schemas.microsoft.com/office/drawing/2014/main" id="{F8EC2207-3E2B-C094-D745-681FB54929BB}"/>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 name="Freeform: Shape 292">
              <a:extLst>
                <a:ext uri="{FF2B5EF4-FFF2-40B4-BE49-F238E27FC236}">
                  <a16:creationId xmlns:a16="http://schemas.microsoft.com/office/drawing/2014/main" id="{36D4EC66-C4B1-4167-28C6-93D5B89E208D}"/>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26" name="Oval 25">
            <a:extLst>
              <a:ext uri="{FF2B5EF4-FFF2-40B4-BE49-F238E27FC236}">
                <a16:creationId xmlns:a16="http://schemas.microsoft.com/office/drawing/2014/main" id="{36E566A3-6670-19EF-B9E7-5485FB3B0FA4}"/>
              </a:ext>
            </a:extLst>
          </p:cNvPr>
          <p:cNvSpPr/>
          <p:nvPr userDrawn="1"/>
        </p:nvSpPr>
        <p:spPr>
          <a:xfrm flipV="1">
            <a:off x="6354876" y="1852997"/>
            <a:ext cx="3152006" cy="3152006"/>
          </a:xfrm>
          <a:prstGeom prst="ellipse">
            <a:avLst/>
          </a:prstGeom>
          <a:solidFill>
            <a:schemeClr val="bg1"/>
          </a:solidFill>
          <a:ln w="508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7" name="Freeform: Shape 298">
            <a:extLst>
              <a:ext uri="{FF2B5EF4-FFF2-40B4-BE49-F238E27FC236}">
                <a16:creationId xmlns:a16="http://schemas.microsoft.com/office/drawing/2014/main" id="{F66D5560-C575-CC2E-4C54-4AB471C116BD}"/>
              </a:ext>
            </a:extLst>
          </p:cNvPr>
          <p:cNvSpPr/>
          <p:nvPr userDrawn="1"/>
        </p:nvSpPr>
        <p:spPr>
          <a:xfrm>
            <a:off x="5893815" y="4685918"/>
            <a:ext cx="2921280" cy="1192670"/>
          </a:xfrm>
          <a:custGeom>
            <a:avLst/>
            <a:gdLst>
              <a:gd name="connsiteX0" fmla="*/ 2797989 w 3387980"/>
              <a:gd name="connsiteY0" fmla="*/ 793219 h 1383210"/>
              <a:gd name="connsiteX1" fmla="*/ 2614092 w 3387980"/>
              <a:gd name="connsiteY1" fmla="*/ 822614 h 1383210"/>
              <a:gd name="connsiteX2" fmla="*/ 1697357 w 3387980"/>
              <a:gd name="connsiteY2" fmla="*/ 0 h 1383210"/>
              <a:gd name="connsiteX3" fmla="*/ 798795 w 3387980"/>
              <a:gd name="connsiteY3" fmla="*/ 714810 h 1383210"/>
              <a:gd name="connsiteX4" fmla="*/ 668546 w 3387980"/>
              <a:gd name="connsiteY4" fmla="*/ 714665 h 1383210"/>
              <a:gd name="connsiteX5" fmla="*/ 0 w 3387980"/>
              <a:gd name="connsiteY5" fmla="*/ 1383211 h 1383210"/>
              <a:gd name="connsiteX6" fmla="*/ 3387981 w 3387980"/>
              <a:gd name="connsiteY6" fmla="*/ 1383211 h 1383210"/>
              <a:gd name="connsiteX7" fmla="*/ 2797989 w 3387980"/>
              <a:gd name="connsiteY7" fmla="*/ 793219 h 138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7980" h="1383210">
                <a:moveTo>
                  <a:pt x="2797989" y="793219"/>
                </a:moveTo>
                <a:cubicBezTo>
                  <a:pt x="2733770" y="793219"/>
                  <a:pt x="2671940" y="803573"/>
                  <a:pt x="2614092" y="822614"/>
                </a:cubicBezTo>
                <a:cubicBezTo>
                  <a:pt x="2564425" y="360192"/>
                  <a:pt x="2172956" y="0"/>
                  <a:pt x="1697357" y="0"/>
                </a:cubicBezTo>
                <a:cubicBezTo>
                  <a:pt x="1259406" y="0"/>
                  <a:pt x="892915" y="305385"/>
                  <a:pt x="798795" y="714810"/>
                </a:cubicBezTo>
                <a:lnTo>
                  <a:pt x="668546" y="714665"/>
                </a:lnTo>
                <a:cubicBezTo>
                  <a:pt x="299304" y="714737"/>
                  <a:pt x="0" y="1014041"/>
                  <a:pt x="0" y="1383211"/>
                </a:cubicBezTo>
                <a:lnTo>
                  <a:pt x="3387981" y="1383211"/>
                </a:lnTo>
                <a:cubicBezTo>
                  <a:pt x="3387981" y="1057336"/>
                  <a:pt x="3123864" y="793219"/>
                  <a:pt x="2797989" y="793219"/>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28" name="Graphic 27">
            <a:extLst>
              <a:ext uri="{FF2B5EF4-FFF2-40B4-BE49-F238E27FC236}">
                <a16:creationId xmlns:a16="http://schemas.microsoft.com/office/drawing/2014/main" id="{D3C99B72-7E35-A873-43DA-C64CADFE567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774850" y="3900948"/>
            <a:ext cx="780374" cy="780374"/>
          </a:xfrm>
          <a:prstGeom prst="rect">
            <a:avLst/>
          </a:prstGeom>
        </p:spPr>
      </p:pic>
      <p:pic>
        <p:nvPicPr>
          <p:cNvPr id="29" name="Graphic 28">
            <a:extLst>
              <a:ext uri="{FF2B5EF4-FFF2-40B4-BE49-F238E27FC236}">
                <a16:creationId xmlns:a16="http://schemas.microsoft.com/office/drawing/2014/main" id="{F1EE2544-EFBA-1086-1AC2-9865D860357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033671" y="4535003"/>
            <a:ext cx="1053193" cy="1053193"/>
          </a:xfrm>
          <a:prstGeom prst="rect">
            <a:avLst/>
          </a:prstGeom>
        </p:spPr>
      </p:pic>
      <p:sp>
        <p:nvSpPr>
          <p:cNvPr id="30" name="Picture Placeholder 91" descr="Mld Model&#10;">
            <a:extLst>
              <a:ext uri="{FF2B5EF4-FFF2-40B4-BE49-F238E27FC236}">
                <a16:creationId xmlns:a16="http://schemas.microsoft.com/office/drawing/2014/main" id="{CBF211F3-F7BD-BDF9-7E50-73744BB38BD6}"/>
              </a:ext>
            </a:extLst>
          </p:cNvPr>
          <p:cNvSpPr>
            <a:spLocks noChangeAspect="1"/>
          </p:cNvSpPr>
          <p:nvPr userDrawn="1"/>
        </p:nvSpPr>
        <p:spPr>
          <a:xfrm>
            <a:off x="6980353" y="2597461"/>
            <a:ext cx="1828800" cy="1696257"/>
          </a:xfrm>
          <a:custGeom>
            <a:avLst/>
            <a:gdLst>
              <a:gd name="connsiteX0" fmla="*/ 569847 w 602101"/>
              <a:gd name="connsiteY0" fmla="*/ 177721 h 558462"/>
              <a:gd name="connsiteX1" fmla="*/ 538856 w 602101"/>
              <a:gd name="connsiteY1" fmla="*/ 201755 h 558462"/>
              <a:gd name="connsiteX2" fmla="*/ 387066 w 602101"/>
              <a:gd name="connsiteY2" fmla="*/ 201755 h 558462"/>
              <a:gd name="connsiteX3" fmla="*/ 387066 w 602101"/>
              <a:gd name="connsiteY3" fmla="*/ 108783 h 558462"/>
              <a:gd name="connsiteX4" fmla="*/ 474977 w 602101"/>
              <a:gd name="connsiteY4" fmla="*/ 108783 h 558462"/>
              <a:gd name="connsiteX5" fmla="*/ 505968 w 602101"/>
              <a:gd name="connsiteY5" fmla="*/ 132817 h 558462"/>
              <a:gd name="connsiteX6" fmla="*/ 538224 w 602101"/>
              <a:gd name="connsiteY6" fmla="*/ 100561 h 558462"/>
              <a:gd name="connsiteX7" fmla="*/ 505968 w 602101"/>
              <a:gd name="connsiteY7" fmla="*/ 68306 h 558462"/>
              <a:gd name="connsiteX8" fmla="*/ 474977 w 602101"/>
              <a:gd name="connsiteY8" fmla="*/ 92339 h 558462"/>
              <a:gd name="connsiteX9" fmla="*/ 387066 w 602101"/>
              <a:gd name="connsiteY9" fmla="*/ 92339 h 558462"/>
              <a:gd name="connsiteX10" fmla="*/ 387066 w 602101"/>
              <a:gd name="connsiteY10" fmla="*/ 27828 h 558462"/>
              <a:gd name="connsiteX11" fmla="*/ 383903 w 602101"/>
              <a:gd name="connsiteY11" fmla="*/ 25298 h 558462"/>
              <a:gd name="connsiteX12" fmla="*/ 309273 w 602101"/>
              <a:gd name="connsiteY12" fmla="*/ 0 h 558462"/>
              <a:gd name="connsiteX13" fmla="*/ 189106 w 602101"/>
              <a:gd name="connsiteY13" fmla="*/ 94869 h 558462"/>
              <a:gd name="connsiteX14" fmla="*/ 144833 w 602101"/>
              <a:gd name="connsiteY14" fmla="*/ 118902 h 558462"/>
              <a:gd name="connsiteX15" fmla="*/ 101194 w 602101"/>
              <a:gd name="connsiteY15" fmla="*/ 203020 h 558462"/>
              <a:gd name="connsiteX16" fmla="*/ 114475 w 602101"/>
              <a:gd name="connsiteY16" fmla="*/ 269428 h 558462"/>
              <a:gd name="connsiteX17" fmla="*/ 63246 w 602101"/>
              <a:gd name="connsiteY17" fmla="*/ 269428 h 558462"/>
              <a:gd name="connsiteX18" fmla="*/ 32255 w 602101"/>
              <a:gd name="connsiteY18" fmla="*/ 245394 h 558462"/>
              <a:gd name="connsiteX19" fmla="*/ 0 w 602101"/>
              <a:gd name="connsiteY19" fmla="*/ 277650 h 558462"/>
              <a:gd name="connsiteX20" fmla="*/ 32255 w 602101"/>
              <a:gd name="connsiteY20" fmla="*/ 309905 h 558462"/>
              <a:gd name="connsiteX21" fmla="*/ 63246 w 602101"/>
              <a:gd name="connsiteY21" fmla="*/ 285872 h 558462"/>
              <a:gd name="connsiteX22" fmla="*/ 113843 w 602101"/>
              <a:gd name="connsiteY22" fmla="*/ 285872 h 558462"/>
              <a:gd name="connsiteX23" fmla="*/ 118902 w 602101"/>
              <a:gd name="connsiteY23" fmla="*/ 406039 h 558462"/>
              <a:gd name="connsiteX24" fmla="*/ 187208 w 602101"/>
              <a:gd name="connsiteY24" fmla="*/ 459166 h 558462"/>
              <a:gd name="connsiteX25" fmla="*/ 187208 w 602101"/>
              <a:gd name="connsiteY25" fmla="*/ 457901 h 558462"/>
              <a:gd name="connsiteX26" fmla="*/ 308640 w 602101"/>
              <a:gd name="connsiteY26" fmla="*/ 558462 h 558462"/>
              <a:gd name="connsiteX27" fmla="*/ 383271 w 602101"/>
              <a:gd name="connsiteY27" fmla="*/ 533164 h 558462"/>
              <a:gd name="connsiteX28" fmla="*/ 386433 w 602101"/>
              <a:gd name="connsiteY28" fmla="*/ 530634 h 558462"/>
              <a:gd name="connsiteX29" fmla="*/ 386433 w 602101"/>
              <a:gd name="connsiteY29" fmla="*/ 436397 h 558462"/>
              <a:gd name="connsiteX30" fmla="*/ 434500 w 602101"/>
              <a:gd name="connsiteY30" fmla="*/ 436397 h 558462"/>
              <a:gd name="connsiteX31" fmla="*/ 465491 w 602101"/>
              <a:gd name="connsiteY31" fmla="*/ 460431 h 558462"/>
              <a:gd name="connsiteX32" fmla="*/ 497746 w 602101"/>
              <a:gd name="connsiteY32" fmla="*/ 428175 h 558462"/>
              <a:gd name="connsiteX33" fmla="*/ 465491 w 602101"/>
              <a:gd name="connsiteY33" fmla="*/ 395920 h 558462"/>
              <a:gd name="connsiteX34" fmla="*/ 434500 w 602101"/>
              <a:gd name="connsiteY34" fmla="*/ 419953 h 558462"/>
              <a:gd name="connsiteX35" fmla="*/ 386433 w 602101"/>
              <a:gd name="connsiteY35" fmla="*/ 419953 h 558462"/>
              <a:gd name="connsiteX36" fmla="*/ 386433 w 602101"/>
              <a:gd name="connsiteY36" fmla="*/ 326982 h 558462"/>
              <a:gd name="connsiteX37" fmla="*/ 503438 w 602101"/>
              <a:gd name="connsiteY37" fmla="*/ 326982 h 558462"/>
              <a:gd name="connsiteX38" fmla="*/ 534429 w 602101"/>
              <a:gd name="connsiteY38" fmla="*/ 351015 h 558462"/>
              <a:gd name="connsiteX39" fmla="*/ 566684 w 602101"/>
              <a:gd name="connsiteY39" fmla="*/ 318760 h 558462"/>
              <a:gd name="connsiteX40" fmla="*/ 534429 w 602101"/>
              <a:gd name="connsiteY40" fmla="*/ 286504 h 558462"/>
              <a:gd name="connsiteX41" fmla="*/ 503438 w 602101"/>
              <a:gd name="connsiteY41" fmla="*/ 310538 h 558462"/>
              <a:gd name="connsiteX42" fmla="*/ 387066 w 602101"/>
              <a:gd name="connsiteY42" fmla="*/ 310538 h 558462"/>
              <a:gd name="connsiteX43" fmla="*/ 387066 w 602101"/>
              <a:gd name="connsiteY43" fmla="*/ 218199 h 558462"/>
              <a:gd name="connsiteX44" fmla="*/ 538856 w 602101"/>
              <a:gd name="connsiteY44" fmla="*/ 218199 h 558462"/>
              <a:gd name="connsiteX45" fmla="*/ 569847 w 602101"/>
              <a:gd name="connsiteY45" fmla="*/ 242232 h 558462"/>
              <a:gd name="connsiteX46" fmla="*/ 602102 w 602101"/>
              <a:gd name="connsiteY46" fmla="*/ 209977 h 558462"/>
              <a:gd name="connsiteX47" fmla="*/ 569847 w 602101"/>
              <a:gd name="connsiteY47" fmla="*/ 177721 h 558462"/>
              <a:gd name="connsiteX48" fmla="*/ 309273 w 602101"/>
              <a:gd name="connsiteY48" fmla="*/ 542018 h 558462"/>
              <a:gd name="connsiteX49" fmla="*/ 201755 w 602101"/>
              <a:gd name="connsiteY49" fmla="*/ 434500 h 558462"/>
              <a:gd name="connsiteX50" fmla="*/ 185943 w 602101"/>
              <a:gd name="connsiteY50" fmla="*/ 434500 h 558462"/>
              <a:gd name="connsiteX51" fmla="*/ 185943 w 602101"/>
              <a:gd name="connsiteY51" fmla="*/ 440825 h 558462"/>
              <a:gd name="connsiteX52" fmla="*/ 132817 w 602101"/>
              <a:gd name="connsiteY52" fmla="*/ 397185 h 558462"/>
              <a:gd name="connsiteX53" fmla="*/ 167602 w 602101"/>
              <a:gd name="connsiteY53" fmla="*/ 249189 h 558462"/>
              <a:gd name="connsiteX54" fmla="*/ 187208 w 602101"/>
              <a:gd name="connsiteY54" fmla="*/ 239702 h 558462"/>
              <a:gd name="connsiteX55" fmla="*/ 181516 w 602101"/>
              <a:gd name="connsiteY55" fmla="*/ 224523 h 558462"/>
              <a:gd name="connsiteX56" fmla="*/ 158747 w 602101"/>
              <a:gd name="connsiteY56" fmla="*/ 235275 h 558462"/>
              <a:gd name="connsiteX57" fmla="*/ 128389 w 602101"/>
              <a:gd name="connsiteY57" fmla="*/ 261838 h 558462"/>
              <a:gd name="connsiteX58" fmla="*/ 117005 w 602101"/>
              <a:gd name="connsiteY58" fmla="*/ 204285 h 558462"/>
              <a:gd name="connsiteX59" fmla="*/ 154953 w 602101"/>
              <a:gd name="connsiteY59" fmla="*/ 131552 h 558462"/>
              <a:gd name="connsiteX60" fmla="*/ 233378 w 602101"/>
              <a:gd name="connsiteY60" fmla="*/ 106886 h 558462"/>
              <a:gd name="connsiteX61" fmla="*/ 254881 w 602101"/>
              <a:gd name="connsiteY61" fmla="*/ 110680 h 558462"/>
              <a:gd name="connsiteX62" fmla="*/ 259309 w 602101"/>
              <a:gd name="connsiteY62" fmla="*/ 95501 h 558462"/>
              <a:gd name="connsiteX63" fmla="*/ 234643 w 602101"/>
              <a:gd name="connsiteY63" fmla="*/ 91074 h 558462"/>
              <a:gd name="connsiteX64" fmla="*/ 206182 w 602101"/>
              <a:gd name="connsiteY64" fmla="*/ 92339 h 558462"/>
              <a:gd name="connsiteX65" fmla="*/ 308640 w 602101"/>
              <a:gd name="connsiteY65" fmla="*/ 17076 h 558462"/>
              <a:gd name="connsiteX66" fmla="*/ 370622 w 602101"/>
              <a:gd name="connsiteY66" fmla="*/ 36683 h 558462"/>
              <a:gd name="connsiteX67" fmla="*/ 370622 w 602101"/>
              <a:gd name="connsiteY67" fmla="*/ 93604 h 558462"/>
              <a:gd name="connsiteX68" fmla="*/ 328247 w 602101"/>
              <a:gd name="connsiteY68" fmla="*/ 93604 h 558462"/>
              <a:gd name="connsiteX69" fmla="*/ 328247 w 602101"/>
              <a:gd name="connsiteY69" fmla="*/ 109416 h 558462"/>
              <a:gd name="connsiteX70" fmla="*/ 370622 w 602101"/>
              <a:gd name="connsiteY70" fmla="*/ 109416 h 558462"/>
              <a:gd name="connsiteX71" fmla="*/ 370622 w 602101"/>
              <a:gd name="connsiteY71" fmla="*/ 201755 h 558462"/>
              <a:gd name="connsiteX72" fmla="*/ 262471 w 602101"/>
              <a:gd name="connsiteY72" fmla="*/ 201755 h 558462"/>
              <a:gd name="connsiteX73" fmla="*/ 230215 w 602101"/>
              <a:gd name="connsiteY73" fmla="*/ 169499 h 558462"/>
              <a:gd name="connsiteX74" fmla="*/ 214404 w 602101"/>
              <a:gd name="connsiteY74" fmla="*/ 169499 h 558462"/>
              <a:gd name="connsiteX75" fmla="*/ 262471 w 602101"/>
              <a:gd name="connsiteY75" fmla="*/ 217566 h 558462"/>
              <a:gd name="connsiteX76" fmla="*/ 371254 w 602101"/>
              <a:gd name="connsiteY76" fmla="*/ 217566 h 558462"/>
              <a:gd name="connsiteX77" fmla="*/ 371254 w 602101"/>
              <a:gd name="connsiteY77" fmla="*/ 310538 h 558462"/>
              <a:gd name="connsiteX78" fmla="*/ 232745 w 602101"/>
              <a:gd name="connsiteY78" fmla="*/ 310538 h 558462"/>
              <a:gd name="connsiteX79" fmla="*/ 184678 w 602101"/>
              <a:gd name="connsiteY79" fmla="*/ 362400 h 558462"/>
              <a:gd name="connsiteX80" fmla="*/ 200490 w 602101"/>
              <a:gd name="connsiteY80" fmla="*/ 362400 h 558462"/>
              <a:gd name="connsiteX81" fmla="*/ 232745 w 602101"/>
              <a:gd name="connsiteY81" fmla="*/ 326349 h 558462"/>
              <a:gd name="connsiteX82" fmla="*/ 371254 w 602101"/>
              <a:gd name="connsiteY82" fmla="*/ 326349 h 558462"/>
              <a:gd name="connsiteX83" fmla="*/ 371254 w 602101"/>
              <a:gd name="connsiteY83" fmla="*/ 419953 h 558462"/>
              <a:gd name="connsiteX84" fmla="*/ 321290 w 602101"/>
              <a:gd name="connsiteY84" fmla="*/ 419953 h 558462"/>
              <a:gd name="connsiteX85" fmla="*/ 273223 w 602101"/>
              <a:gd name="connsiteY85" fmla="*/ 471815 h 558462"/>
              <a:gd name="connsiteX86" fmla="*/ 289034 w 602101"/>
              <a:gd name="connsiteY86" fmla="*/ 471815 h 558462"/>
              <a:gd name="connsiteX87" fmla="*/ 321290 w 602101"/>
              <a:gd name="connsiteY87" fmla="*/ 435765 h 558462"/>
              <a:gd name="connsiteX88" fmla="*/ 371254 w 602101"/>
              <a:gd name="connsiteY88" fmla="*/ 435765 h 558462"/>
              <a:gd name="connsiteX89" fmla="*/ 371254 w 602101"/>
              <a:gd name="connsiteY89" fmla="*/ 521147 h 558462"/>
              <a:gd name="connsiteX90" fmla="*/ 309273 w 602101"/>
              <a:gd name="connsiteY90" fmla="*/ 542018 h 558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2101" h="558462">
                <a:moveTo>
                  <a:pt x="569847" y="177721"/>
                </a:moveTo>
                <a:cubicBezTo>
                  <a:pt x="554667" y="177721"/>
                  <a:pt x="542651" y="187841"/>
                  <a:pt x="538856" y="201755"/>
                </a:cubicBezTo>
                <a:lnTo>
                  <a:pt x="387066" y="201755"/>
                </a:lnTo>
                <a:lnTo>
                  <a:pt x="387066" y="108783"/>
                </a:lnTo>
                <a:lnTo>
                  <a:pt x="474977" y="108783"/>
                </a:lnTo>
                <a:cubicBezTo>
                  <a:pt x="478772" y="122697"/>
                  <a:pt x="490789" y="132817"/>
                  <a:pt x="505968" y="132817"/>
                </a:cubicBezTo>
                <a:cubicBezTo>
                  <a:pt x="523677" y="132817"/>
                  <a:pt x="538224" y="118270"/>
                  <a:pt x="538224" y="100561"/>
                </a:cubicBezTo>
                <a:cubicBezTo>
                  <a:pt x="538224" y="82852"/>
                  <a:pt x="523677" y="68306"/>
                  <a:pt x="505968" y="68306"/>
                </a:cubicBezTo>
                <a:cubicBezTo>
                  <a:pt x="490789" y="68306"/>
                  <a:pt x="478772" y="78425"/>
                  <a:pt x="474977" y="92339"/>
                </a:cubicBezTo>
                <a:lnTo>
                  <a:pt x="387066" y="92339"/>
                </a:lnTo>
                <a:lnTo>
                  <a:pt x="387066" y="27828"/>
                </a:lnTo>
                <a:lnTo>
                  <a:pt x="383903" y="25298"/>
                </a:lnTo>
                <a:cubicBezTo>
                  <a:pt x="362400" y="8854"/>
                  <a:pt x="336469" y="0"/>
                  <a:pt x="309273" y="0"/>
                </a:cubicBezTo>
                <a:cubicBezTo>
                  <a:pt x="252352" y="0"/>
                  <a:pt x="202387" y="39845"/>
                  <a:pt x="189106" y="94869"/>
                </a:cubicBezTo>
                <a:cubicBezTo>
                  <a:pt x="173294" y="99929"/>
                  <a:pt x="158115" y="107518"/>
                  <a:pt x="144833" y="118902"/>
                </a:cubicBezTo>
                <a:cubicBezTo>
                  <a:pt x="119535" y="140406"/>
                  <a:pt x="104356" y="170132"/>
                  <a:pt x="101194" y="203020"/>
                </a:cubicBezTo>
                <a:cubicBezTo>
                  <a:pt x="99296" y="225788"/>
                  <a:pt x="103723" y="249189"/>
                  <a:pt x="114475" y="269428"/>
                </a:cubicBezTo>
                <a:lnTo>
                  <a:pt x="63246" y="269428"/>
                </a:lnTo>
                <a:cubicBezTo>
                  <a:pt x="59451" y="255514"/>
                  <a:pt x="47435" y="245394"/>
                  <a:pt x="32255" y="245394"/>
                </a:cubicBezTo>
                <a:cubicBezTo>
                  <a:pt x="14547" y="245394"/>
                  <a:pt x="0" y="259941"/>
                  <a:pt x="0" y="277650"/>
                </a:cubicBezTo>
                <a:cubicBezTo>
                  <a:pt x="0" y="295359"/>
                  <a:pt x="14547" y="309905"/>
                  <a:pt x="32255" y="309905"/>
                </a:cubicBezTo>
                <a:cubicBezTo>
                  <a:pt x="47435" y="309905"/>
                  <a:pt x="59451" y="299786"/>
                  <a:pt x="63246" y="285872"/>
                </a:cubicBezTo>
                <a:lnTo>
                  <a:pt x="113843" y="285872"/>
                </a:lnTo>
                <a:cubicBezTo>
                  <a:pt x="95501" y="323187"/>
                  <a:pt x="96134" y="368092"/>
                  <a:pt x="118902" y="406039"/>
                </a:cubicBezTo>
                <a:cubicBezTo>
                  <a:pt x="134714" y="431338"/>
                  <a:pt x="158747" y="450312"/>
                  <a:pt x="187208" y="459166"/>
                </a:cubicBezTo>
                <a:lnTo>
                  <a:pt x="187208" y="457901"/>
                </a:lnTo>
                <a:cubicBezTo>
                  <a:pt x="197960" y="515455"/>
                  <a:pt x="247924" y="558462"/>
                  <a:pt x="308640" y="558462"/>
                </a:cubicBezTo>
                <a:cubicBezTo>
                  <a:pt x="335836" y="558462"/>
                  <a:pt x="361767" y="549608"/>
                  <a:pt x="383271" y="533164"/>
                </a:cubicBezTo>
                <a:lnTo>
                  <a:pt x="386433" y="530634"/>
                </a:lnTo>
                <a:lnTo>
                  <a:pt x="386433" y="436397"/>
                </a:lnTo>
                <a:lnTo>
                  <a:pt x="434500" y="436397"/>
                </a:lnTo>
                <a:cubicBezTo>
                  <a:pt x="438295" y="450312"/>
                  <a:pt x="450312" y="460431"/>
                  <a:pt x="465491" y="460431"/>
                </a:cubicBezTo>
                <a:cubicBezTo>
                  <a:pt x="483199" y="460431"/>
                  <a:pt x="497746" y="445884"/>
                  <a:pt x="497746" y="428175"/>
                </a:cubicBezTo>
                <a:cubicBezTo>
                  <a:pt x="497746" y="410467"/>
                  <a:pt x="483199" y="395920"/>
                  <a:pt x="465491" y="395920"/>
                </a:cubicBezTo>
                <a:cubicBezTo>
                  <a:pt x="450312" y="395920"/>
                  <a:pt x="438295" y="406039"/>
                  <a:pt x="434500" y="419953"/>
                </a:cubicBezTo>
                <a:lnTo>
                  <a:pt x="386433" y="419953"/>
                </a:lnTo>
                <a:lnTo>
                  <a:pt x="386433" y="326982"/>
                </a:lnTo>
                <a:lnTo>
                  <a:pt x="503438" y="326982"/>
                </a:lnTo>
                <a:cubicBezTo>
                  <a:pt x="507233" y="340896"/>
                  <a:pt x="519250" y="351015"/>
                  <a:pt x="534429" y="351015"/>
                </a:cubicBezTo>
                <a:cubicBezTo>
                  <a:pt x="552138" y="351015"/>
                  <a:pt x="566684" y="336469"/>
                  <a:pt x="566684" y="318760"/>
                </a:cubicBezTo>
                <a:cubicBezTo>
                  <a:pt x="566684" y="301051"/>
                  <a:pt x="552138" y="286504"/>
                  <a:pt x="534429" y="286504"/>
                </a:cubicBezTo>
                <a:cubicBezTo>
                  <a:pt x="519250" y="286504"/>
                  <a:pt x="507233" y="296624"/>
                  <a:pt x="503438" y="310538"/>
                </a:cubicBezTo>
                <a:lnTo>
                  <a:pt x="387066" y="310538"/>
                </a:lnTo>
                <a:lnTo>
                  <a:pt x="387066" y="218199"/>
                </a:lnTo>
                <a:lnTo>
                  <a:pt x="538856" y="218199"/>
                </a:lnTo>
                <a:cubicBezTo>
                  <a:pt x="542651" y="232113"/>
                  <a:pt x="554667" y="242232"/>
                  <a:pt x="569847" y="242232"/>
                </a:cubicBezTo>
                <a:cubicBezTo>
                  <a:pt x="587555" y="242232"/>
                  <a:pt x="602102" y="227686"/>
                  <a:pt x="602102" y="209977"/>
                </a:cubicBezTo>
                <a:cubicBezTo>
                  <a:pt x="602102" y="192268"/>
                  <a:pt x="587555" y="177721"/>
                  <a:pt x="569847" y="177721"/>
                </a:cubicBezTo>
                <a:close/>
                <a:moveTo>
                  <a:pt x="309273" y="542018"/>
                </a:moveTo>
                <a:cubicBezTo>
                  <a:pt x="249822" y="542018"/>
                  <a:pt x="201755" y="493951"/>
                  <a:pt x="201755" y="434500"/>
                </a:cubicBezTo>
                <a:lnTo>
                  <a:pt x="185943" y="434500"/>
                </a:lnTo>
                <a:cubicBezTo>
                  <a:pt x="185943" y="436397"/>
                  <a:pt x="185943" y="438295"/>
                  <a:pt x="185943" y="440825"/>
                </a:cubicBezTo>
                <a:cubicBezTo>
                  <a:pt x="163807" y="432603"/>
                  <a:pt x="145466" y="417424"/>
                  <a:pt x="132817" y="397185"/>
                </a:cubicBezTo>
                <a:cubicBezTo>
                  <a:pt x="101826" y="346588"/>
                  <a:pt x="117005" y="280812"/>
                  <a:pt x="167602" y="249189"/>
                </a:cubicBezTo>
                <a:cubicBezTo>
                  <a:pt x="173927" y="245394"/>
                  <a:pt x="180251" y="242232"/>
                  <a:pt x="187208" y="239702"/>
                </a:cubicBezTo>
                <a:lnTo>
                  <a:pt x="181516" y="224523"/>
                </a:lnTo>
                <a:cubicBezTo>
                  <a:pt x="173927" y="227686"/>
                  <a:pt x="166337" y="230848"/>
                  <a:pt x="158747" y="235275"/>
                </a:cubicBezTo>
                <a:cubicBezTo>
                  <a:pt x="146731" y="242865"/>
                  <a:pt x="136611" y="251719"/>
                  <a:pt x="128389" y="261838"/>
                </a:cubicBezTo>
                <a:cubicBezTo>
                  <a:pt x="119535" y="244130"/>
                  <a:pt x="115108" y="223891"/>
                  <a:pt x="117005" y="204285"/>
                </a:cubicBezTo>
                <a:cubicBezTo>
                  <a:pt x="119535" y="175824"/>
                  <a:pt x="132817" y="149893"/>
                  <a:pt x="154953" y="131552"/>
                </a:cubicBezTo>
                <a:cubicBezTo>
                  <a:pt x="177089" y="113210"/>
                  <a:pt x="204917" y="104356"/>
                  <a:pt x="233378" y="106886"/>
                </a:cubicBezTo>
                <a:cubicBezTo>
                  <a:pt x="240335" y="107518"/>
                  <a:pt x="247924" y="108783"/>
                  <a:pt x="254881" y="110680"/>
                </a:cubicBezTo>
                <a:lnTo>
                  <a:pt x="259309" y="95501"/>
                </a:lnTo>
                <a:cubicBezTo>
                  <a:pt x="251087" y="92972"/>
                  <a:pt x="242865" y="91707"/>
                  <a:pt x="234643" y="91074"/>
                </a:cubicBezTo>
                <a:cubicBezTo>
                  <a:pt x="225156" y="90442"/>
                  <a:pt x="215669" y="90442"/>
                  <a:pt x="206182" y="92339"/>
                </a:cubicBezTo>
                <a:cubicBezTo>
                  <a:pt x="220096" y="48067"/>
                  <a:pt x="261206" y="17076"/>
                  <a:pt x="308640" y="17076"/>
                </a:cubicBezTo>
                <a:cubicBezTo>
                  <a:pt x="330777" y="17076"/>
                  <a:pt x="352280" y="24033"/>
                  <a:pt x="370622" y="36683"/>
                </a:cubicBezTo>
                <a:lnTo>
                  <a:pt x="370622" y="93604"/>
                </a:lnTo>
                <a:lnTo>
                  <a:pt x="328247" y="93604"/>
                </a:lnTo>
                <a:lnTo>
                  <a:pt x="328247" y="109416"/>
                </a:lnTo>
                <a:lnTo>
                  <a:pt x="370622" y="109416"/>
                </a:lnTo>
                <a:lnTo>
                  <a:pt x="370622" y="201755"/>
                </a:lnTo>
                <a:lnTo>
                  <a:pt x="262471" y="201755"/>
                </a:lnTo>
                <a:cubicBezTo>
                  <a:pt x="244762" y="201755"/>
                  <a:pt x="230215" y="187208"/>
                  <a:pt x="230215" y="169499"/>
                </a:cubicBezTo>
                <a:lnTo>
                  <a:pt x="214404" y="169499"/>
                </a:lnTo>
                <a:cubicBezTo>
                  <a:pt x="214404" y="196063"/>
                  <a:pt x="235908" y="217566"/>
                  <a:pt x="262471" y="217566"/>
                </a:cubicBezTo>
                <a:lnTo>
                  <a:pt x="371254" y="217566"/>
                </a:lnTo>
                <a:lnTo>
                  <a:pt x="371254" y="310538"/>
                </a:lnTo>
                <a:lnTo>
                  <a:pt x="232745" y="310538"/>
                </a:lnTo>
                <a:cubicBezTo>
                  <a:pt x="206182" y="310538"/>
                  <a:pt x="184678" y="333939"/>
                  <a:pt x="184678" y="362400"/>
                </a:cubicBezTo>
                <a:lnTo>
                  <a:pt x="200490" y="362400"/>
                </a:lnTo>
                <a:cubicBezTo>
                  <a:pt x="200490" y="342793"/>
                  <a:pt x="215036" y="326349"/>
                  <a:pt x="232745" y="326349"/>
                </a:cubicBezTo>
                <a:lnTo>
                  <a:pt x="371254" y="326349"/>
                </a:lnTo>
                <a:lnTo>
                  <a:pt x="371254" y="419953"/>
                </a:lnTo>
                <a:lnTo>
                  <a:pt x="321290" y="419953"/>
                </a:lnTo>
                <a:cubicBezTo>
                  <a:pt x="294726" y="419953"/>
                  <a:pt x="273223" y="443354"/>
                  <a:pt x="273223" y="471815"/>
                </a:cubicBezTo>
                <a:lnTo>
                  <a:pt x="289034" y="471815"/>
                </a:lnTo>
                <a:cubicBezTo>
                  <a:pt x="289034" y="452209"/>
                  <a:pt x="303581" y="435765"/>
                  <a:pt x="321290" y="435765"/>
                </a:cubicBezTo>
                <a:lnTo>
                  <a:pt x="371254" y="435765"/>
                </a:lnTo>
                <a:lnTo>
                  <a:pt x="371254" y="521147"/>
                </a:lnTo>
                <a:cubicBezTo>
                  <a:pt x="352913" y="535061"/>
                  <a:pt x="331409" y="542018"/>
                  <a:pt x="309273" y="542018"/>
                </a:cubicBezTo>
                <a:close/>
              </a:path>
            </a:pathLst>
          </a:custGeom>
          <a:solidFill>
            <a:schemeClr val="accent4"/>
          </a:solid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1" name="TextBox 30">
            <a:extLst>
              <a:ext uri="{FF2B5EF4-FFF2-40B4-BE49-F238E27FC236}">
                <a16:creationId xmlns:a16="http://schemas.microsoft.com/office/drawing/2014/main" id="{31D605C2-B2A9-BBA3-69C3-986B0687CFAB}"/>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33" name="Graphic 8">
            <a:extLst>
              <a:ext uri="{FF2B5EF4-FFF2-40B4-BE49-F238E27FC236}">
                <a16:creationId xmlns:a16="http://schemas.microsoft.com/office/drawing/2014/main" id="{4140B847-1351-6D2C-E8FC-B4748542F87A}"/>
              </a:ext>
            </a:extLst>
          </p:cNvPr>
          <p:cNvGrpSpPr/>
          <p:nvPr userDrawn="1"/>
        </p:nvGrpSpPr>
        <p:grpSpPr>
          <a:xfrm>
            <a:off x="265625" y="6323271"/>
            <a:ext cx="1249223" cy="369648"/>
            <a:chOff x="265625" y="6323271"/>
            <a:chExt cx="1249223" cy="369648"/>
          </a:xfrm>
          <a:solidFill>
            <a:srgbClr val="000000"/>
          </a:solidFill>
        </p:grpSpPr>
        <p:grpSp>
          <p:nvGrpSpPr>
            <p:cNvPr id="34" name="Graphic 8">
              <a:extLst>
                <a:ext uri="{FF2B5EF4-FFF2-40B4-BE49-F238E27FC236}">
                  <a16:creationId xmlns:a16="http://schemas.microsoft.com/office/drawing/2014/main" id="{2662E0BA-5338-F821-5B7A-EEF82B54A8AC}"/>
                </a:ext>
              </a:extLst>
            </p:cNvPr>
            <p:cNvGrpSpPr/>
            <p:nvPr/>
          </p:nvGrpSpPr>
          <p:grpSpPr>
            <a:xfrm>
              <a:off x="745455" y="6594444"/>
              <a:ext cx="722662" cy="98475"/>
              <a:chOff x="745455" y="6594444"/>
              <a:chExt cx="722662" cy="98475"/>
            </a:xfrm>
            <a:solidFill>
              <a:srgbClr val="000000"/>
            </a:solidFill>
          </p:grpSpPr>
          <p:sp>
            <p:nvSpPr>
              <p:cNvPr id="43" name="Freeform 19">
                <a:extLst>
                  <a:ext uri="{FF2B5EF4-FFF2-40B4-BE49-F238E27FC236}">
                    <a16:creationId xmlns:a16="http://schemas.microsoft.com/office/drawing/2014/main" id="{61003CDA-DAF1-038F-9A89-C221CD5633A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44" name="Freeform 20">
                <a:extLst>
                  <a:ext uri="{FF2B5EF4-FFF2-40B4-BE49-F238E27FC236}">
                    <a16:creationId xmlns:a16="http://schemas.microsoft.com/office/drawing/2014/main" id="{D7A3E0F4-986A-8803-166F-BD704C4A55D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45" name="Freeform 21">
                <a:extLst>
                  <a:ext uri="{FF2B5EF4-FFF2-40B4-BE49-F238E27FC236}">
                    <a16:creationId xmlns:a16="http://schemas.microsoft.com/office/drawing/2014/main" id="{1FC37E74-E709-5AB5-6A7C-A9ADC384D8D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46" name="Freeform 22">
                <a:extLst>
                  <a:ext uri="{FF2B5EF4-FFF2-40B4-BE49-F238E27FC236}">
                    <a16:creationId xmlns:a16="http://schemas.microsoft.com/office/drawing/2014/main" id="{C38D5A9A-EA7E-53D1-3277-EC0136F9E8E9}"/>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47" name="Freeform 23">
                <a:extLst>
                  <a:ext uri="{FF2B5EF4-FFF2-40B4-BE49-F238E27FC236}">
                    <a16:creationId xmlns:a16="http://schemas.microsoft.com/office/drawing/2014/main" id="{7CFFF5EB-100C-0340-A546-74B2410D0A50}"/>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8" name="Freeform 24">
                <a:extLst>
                  <a:ext uri="{FF2B5EF4-FFF2-40B4-BE49-F238E27FC236}">
                    <a16:creationId xmlns:a16="http://schemas.microsoft.com/office/drawing/2014/main" id="{EFBEACE8-6DDE-F5FE-CA0E-68DDAF66B83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49" name="Freeform 25">
                <a:extLst>
                  <a:ext uri="{FF2B5EF4-FFF2-40B4-BE49-F238E27FC236}">
                    <a16:creationId xmlns:a16="http://schemas.microsoft.com/office/drawing/2014/main" id="{628DE9C2-4952-D567-E51D-39E0E115561D}"/>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50" name="Freeform 26">
                <a:extLst>
                  <a:ext uri="{FF2B5EF4-FFF2-40B4-BE49-F238E27FC236}">
                    <a16:creationId xmlns:a16="http://schemas.microsoft.com/office/drawing/2014/main" id="{3E0F5CBD-4926-A4B5-1A16-1296DD6DFC1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51" name="Freeform 27">
                <a:extLst>
                  <a:ext uri="{FF2B5EF4-FFF2-40B4-BE49-F238E27FC236}">
                    <a16:creationId xmlns:a16="http://schemas.microsoft.com/office/drawing/2014/main" id="{40160548-6D70-E13A-BF7B-4F1AFF14EE89}"/>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52" name="Freeform 28">
                <a:extLst>
                  <a:ext uri="{FF2B5EF4-FFF2-40B4-BE49-F238E27FC236}">
                    <a16:creationId xmlns:a16="http://schemas.microsoft.com/office/drawing/2014/main" id="{C71BDB84-F96B-F8BA-606A-CA865B97F4E3}"/>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35" name="Graphic 8">
              <a:extLst>
                <a:ext uri="{FF2B5EF4-FFF2-40B4-BE49-F238E27FC236}">
                  <a16:creationId xmlns:a16="http://schemas.microsoft.com/office/drawing/2014/main" id="{410178EF-C59A-C3E2-4AA5-54038CACD20E}"/>
                </a:ext>
              </a:extLst>
            </p:cNvPr>
            <p:cNvGrpSpPr/>
            <p:nvPr/>
          </p:nvGrpSpPr>
          <p:grpSpPr>
            <a:xfrm>
              <a:off x="265625" y="6323271"/>
              <a:ext cx="1249223" cy="190348"/>
              <a:chOff x="265625" y="6323271"/>
              <a:chExt cx="1249223" cy="190348"/>
            </a:xfrm>
            <a:solidFill>
              <a:srgbClr val="000000"/>
            </a:solidFill>
          </p:grpSpPr>
          <p:sp>
            <p:nvSpPr>
              <p:cNvPr id="36" name="Freeform 10">
                <a:extLst>
                  <a:ext uri="{FF2B5EF4-FFF2-40B4-BE49-F238E27FC236}">
                    <a16:creationId xmlns:a16="http://schemas.microsoft.com/office/drawing/2014/main" id="{0B47B1D5-AEA5-3D63-B5D5-33FE936871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37" name="Freeform 11">
                <a:extLst>
                  <a:ext uri="{FF2B5EF4-FFF2-40B4-BE49-F238E27FC236}">
                    <a16:creationId xmlns:a16="http://schemas.microsoft.com/office/drawing/2014/main" id="{6F4F17AA-8E5A-3E61-AF81-E06E0EBE2E7F}"/>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38" name="Freeform 14">
                <a:extLst>
                  <a:ext uri="{FF2B5EF4-FFF2-40B4-BE49-F238E27FC236}">
                    <a16:creationId xmlns:a16="http://schemas.microsoft.com/office/drawing/2014/main" id="{CCB91B0B-A941-9840-E098-DA9CED50C89E}"/>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39" name="Freeform 15">
                <a:extLst>
                  <a:ext uri="{FF2B5EF4-FFF2-40B4-BE49-F238E27FC236}">
                    <a16:creationId xmlns:a16="http://schemas.microsoft.com/office/drawing/2014/main" id="{4F741117-4AE4-872D-7FDA-962E0569BCCA}"/>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40" name="Freeform 16">
                <a:extLst>
                  <a:ext uri="{FF2B5EF4-FFF2-40B4-BE49-F238E27FC236}">
                    <a16:creationId xmlns:a16="http://schemas.microsoft.com/office/drawing/2014/main" id="{961B0062-30D4-4F70-3AC6-CBD2710370E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41" name="Freeform 17">
                <a:extLst>
                  <a:ext uri="{FF2B5EF4-FFF2-40B4-BE49-F238E27FC236}">
                    <a16:creationId xmlns:a16="http://schemas.microsoft.com/office/drawing/2014/main" id="{D9CCED73-F84F-DD9B-4450-06769598FD7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42" name="Freeform 18">
                <a:extLst>
                  <a:ext uri="{FF2B5EF4-FFF2-40B4-BE49-F238E27FC236}">
                    <a16:creationId xmlns:a16="http://schemas.microsoft.com/office/drawing/2014/main" id="{53106FC1-E6C6-1255-7921-78947EEEDF62}"/>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32" name="TextBox 31">
            <a:extLst>
              <a:ext uri="{FF2B5EF4-FFF2-40B4-BE49-F238E27FC236}">
                <a16:creationId xmlns:a16="http://schemas.microsoft.com/office/drawing/2014/main" id="{F47AAEFE-7796-57E3-88AA-33BD897DB3A4}"/>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3323948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Section - Workload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3" name="Parallelogram 2">
            <a:extLst>
              <a:ext uri="{FF2B5EF4-FFF2-40B4-BE49-F238E27FC236}">
                <a16:creationId xmlns:a16="http://schemas.microsoft.com/office/drawing/2014/main" id="{D20B508B-2485-CEA2-02EC-9EF73F94C63B}"/>
              </a:ext>
            </a:extLst>
          </p:cNvPr>
          <p:cNvSpPr/>
          <p:nvPr userDrawn="1"/>
        </p:nvSpPr>
        <p:spPr>
          <a:xfrm>
            <a:off x="5406003" y="-1"/>
            <a:ext cx="14676689" cy="6858001"/>
          </a:xfrm>
          <a:prstGeom prst="parallelogram">
            <a:avLst>
              <a:gd name="adj" fmla="val 100124"/>
            </a:avLst>
          </a:prstGeom>
          <a:gradFill flip="none" rotWithShape="1">
            <a:gsLst>
              <a:gs pos="29000">
                <a:schemeClr val="accent3">
                  <a:lumMod val="75000"/>
                </a:schemeClr>
              </a:gs>
              <a:gs pos="100000">
                <a:schemeClr val="accent3"/>
              </a:gs>
            </a:gsLst>
            <a:lin ang="18900000" scaled="1"/>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rallelogram 3">
            <a:extLst>
              <a:ext uri="{FF2B5EF4-FFF2-40B4-BE49-F238E27FC236}">
                <a16:creationId xmlns:a16="http://schemas.microsoft.com/office/drawing/2014/main" id="{2FB26765-CA09-3A08-7425-BF28B4C66D58}"/>
              </a:ext>
            </a:extLst>
          </p:cNvPr>
          <p:cNvSpPr/>
          <p:nvPr userDrawn="1"/>
        </p:nvSpPr>
        <p:spPr>
          <a:xfrm>
            <a:off x="1840256" y="-1"/>
            <a:ext cx="12934077" cy="6470788"/>
          </a:xfrm>
          <a:prstGeom prst="parallelogram">
            <a:avLst>
              <a:gd name="adj" fmla="val 100124"/>
            </a:avLst>
          </a:prstGeom>
          <a:gradFill flip="none" rotWithShape="1">
            <a:gsLst>
              <a:gs pos="0">
                <a:schemeClr val="accent3">
                  <a:alpha val="28846"/>
                </a:schemeClr>
              </a:gs>
              <a:gs pos="97000">
                <a:schemeClr val="accent3">
                  <a:alpha val="0"/>
                </a:schemeClr>
              </a:gs>
            </a:gsLst>
            <a:lin ang="8100000" scaled="1"/>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 name="Graphic 143">
            <a:extLst>
              <a:ext uri="{FF2B5EF4-FFF2-40B4-BE49-F238E27FC236}">
                <a16:creationId xmlns:a16="http://schemas.microsoft.com/office/drawing/2014/main" id="{4A95738A-D27B-7397-A22D-FDFE6ECD1B33}"/>
              </a:ext>
            </a:extLst>
          </p:cNvPr>
          <p:cNvSpPr/>
          <p:nvPr userDrawn="1"/>
        </p:nvSpPr>
        <p:spPr>
          <a:xfrm>
            <a:off x="4130978" y="4499933"/>
            <a:ext cx="2421204" cy="666750"/>
          </a:xfrm>
          <a:custGeom>
            <a:avLst/>
            <a:gdLst>
              <a:gd name="connsiteX0" fmla="*/ 482061 w 600651"/>
              <a:gd name="connsiteY0" fmla="*/ 38962 h 165407"/>
              <a:gd name="connsiteX1" fmla="*/ 398886 w 600651"/>
              <a:gd name="connsiteY1" fmla="*/ 75298 h 165407"/>
              <a:gd name="connsiteX2" fmla="*/ 268849 w 600651"/>
              <a:gd name="connsiteY2" fmla="*/ 0 h 165407"/>
              <a:gd name="connsiteX3" fmla="*/ 118927 w 600651"/>
              <a:gd name="connsiteY3" fmla="*/ 122878 h 165407"/>
              <a:gd name="connsiteX4" fmla="*/ 66185 w 600651"/>
              <a:gd name="connsiteY4" fmla="*/ 94823 h 165407"/>
              <a:gd name="connsiteX5" fmla="*/ 0 w 600651"/>
              <a:gd name="connsiteY5" fmla="*/ 165408 h 165407"/>
              <a:gd name="connsiteX6" fmla="*/ 600652 w 600651"/>
              <a:gd name="connsiteY6" fmla="*/ 165408 h 165407"/>
              <a:gd name="connsiteX7" fmla="*/ 482061 w 600651"/>
              <a:gd name="connsiteY7" fmla="*/ 38939 h 16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651" h="165407">
                <a:moveTo>
                  <a:pt x="482061" y="38962"/>
                </a:moveTo>
                <a:cubicBezTo>
                  <a:pt x="449653" y="38962"/>
                  <a:pt x="420297" y="52832"/>
                  <a:pt x="398886" y="75298"/>
                </a:cubicBezTo>
                <a:cubicBezTo>
                  <a:pt x="371236" y="29984"/>
                  <a:pt x="323341" y="0"/>
                  <a:pt x="268849" y="0"/>
                </a:cubicBezTo>
                <a:cubicBezTo>
                  <a:pt x="196963" y="0"/>
                  <a:pt x="136523" y="52136"/>
                  <a:pt x="118927" y="122878"/>
                </a:cubicBezTo>
                <a:cubicBezTo>
                  <a:pt x="106853" y="105865"/>
                  <a:pt x="87754" y="94823"/>
                  <a:pt x="66185" y="94823"/>
                </a:cubicBezTo>
                <a:cubicBezTo>
                  <a:pt x="29625" y="94823"/>
                  <a:pt x="0" y="126446"/>
                  <a:pt x="0" y="165408"/>
                </a:cubicBezTo>
                <a:lnTo>
                  <a:pt x="600652" y="165408"/>
                </a:lnTo>
                <a:cubicBezTo>
                  <a:pt x="600652" y="95564"/>
                  <a:pt x="547551" y="38939"/>
                  <a:pt x="482061" y="38939"/>
                </a:cubicBezTo>
                <a:close/>
              </a:path>
            </a:pathLst>
          </a:custGeom>
          <a:solidFill>
            <a:schemeClr val="accent3">
              <a:alpha val="18000"/>
            </a:schemeClr>
          </a:soli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6" name="Graphic 5">
            <a:extLst>
              <a:ext uri="{FF2B5EF4-FFF2-40B4-BE49-F238E27FC236}">
                <a16:creationId xmlns:a16="http://schemas.microsoft.com/office/drawing/2014/main" id="{01C3016C-4124-9DEF-66EC-B8D545CF778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590092" y="3681343"/>
            <a:ext cx="3124591" cy="1207366"/>
          </a:xfrm>
          <a:prstGeom prst="rect">
            <a:avLst/>
          </a:prstGeom>
        </p:spPr>
      </p:pic>
      <p:grpSp>
        <p:nvGrpSpPr>
          <p:cNvPr id="7" name="Group 6">
            <a:extLst>
              <a:ext uri="{FF2B5EF4-FFF2-40B4-BE49-F238E27FC236}">
                <a16:creationId xmlns:a16="http://schemas.microsoft.com/office/drawing/2014/main" id="{C008A753-BA72-ACB3-82D3-416692BF9F12}"/>
              </a:ext>
            </a:extLst>
          </p:cNvPr>
          <p:cNvGrpSpPr/>
          <p:nvPr userDrawn="1"/>
        </p:nvGrpSpPr>
        <p:grpSpPr>
          <a:xfrm>
            <a:off x="9274356" y="594854"/>
            <a:ext cx="1685206" cy="686138"/>
            <a:chOff x="437672" y="1280130"/>
            <a:chExt cx="2910783" cy="1185138"/>
          </a:xfrm>
        </p:grpSpPr>
        <p:sp>
          <p:nvSpPr>
            <p:cNvPr id="8" name="Freeform: Shape 187">
              <a:extLst>
                <a:ext uri="{FF2B5EF4-FFF2-40B4-BE49-F238E27FC236}">
                  <a16:creationId xmlns:a16="http://schemas.microsoft.com/office/drawing/2014/main" id="{38081A5D-2B55-278D-2F4B-AAC5EE4830B5}"/>
                </a:ext>
              </a:extLst>
            </p:cNvPr>
            <p:cNvSpPr/>
            <p:nvPr/>
          </p:nvSpPr>
          <p:spPr>
            <a:xfrm>
              <a:off x="437672" y="1280130"/>
              <a:ext cx="2720832" cy="1110872"/>
            </a:xfrm>
            <a:custGeom>
              <a:avLst/>
              <a:gdLst>
                <a:gd name="connsiteX0" fmla="*/ 749249 w 907209"/>
                <a:gd name="connsiteY0" fmla="*/ 212440 h 370400"/>
                <a:gd name="connsiteX1" fmla="*/ 700014 w 907209"/>
                <a:gd name="connsiteY1" fmla="*/ 220306 h 370400"/>
                <a:gd name="connsiteX2" fmla="*/ 454537 w 907209"/>
                <a:gd name="connsiteY2" fmla="*/ 0 h 370400"/>
                <a:gd name="connsiteX3" fmla="*/ 213896 w 907209"/>
                <a:gd name="connsiteY3" fmla="*/ 191405 h 370400"/>
                <a:gd name="connsiteX4" fmla="*/ 178995 w 907209"/>
                <a:gd name="connsiteY4" fmla="*/ 191405 h 370400"/>
                <a:gd name="connsiteX5" fmla="*/ 0 w 907209"/>
                <a:gd name="connsiteY5" fmla="*/ 370400 h 370400"/>
                <a:gd name="connsiteX6" fmla="*/ 907209 w 907209"/>
                <a:gd name="connsiteY6" fmla="*/ 370400 h 370400"/>
                <a:gd name="connsiteX7" fmla="*/ 749249 w 907209"/>
                <a:gd name="connsiteY7" fmla="*/ 212440 h 37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7209" h="37040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9" name="Freeform: Shape 188">
              <a:extLst>
                <a:ext uri="{FF2B5EF4-FFF2-40B4-BE49-F238E27FC236}">
                  <a16:creationId xmlns:a16="http://schemas.microsoft.com/office/drawing/2014/main" id="{7017ABBE-74D5-8542-6DA3-C0889037986A}"/>
                </a:ext>
              </a:extLst>
            </p:cNvPr>
            <p:cNvSpPr/>
            <p:nvPr/>
          </p:nvSpPr>
          <p:spPr>
            <a:xfrm>
              <a:off x="1651302" y="1789783"/>
              <a:ext cx="1697153" cy="675485"/>
            </a:xfrm>
            <a:custGeom>
              <a:avLst/>
              <a:gdLst>
                <a:gd name="connsiteX0" fmla="*/ 154872 w 565884"/>
                <a:gd name="connsiteY0" fmla="*/ 70357 h 225229"/>
                <a:gd name="connsiteX1" fmla="*/ 0 w 565884"/>
                <a:gd name="connsiteY1" fmla="*/ 225229 h 225229"/>
                <a:gd name="connsiteX2" fmla="*/ 565884 w 565884"/>
                <a:gd name="connsiteY2" fmla="*/ 225229 h 225229"/>
                <a:gd name="connsiteX3" fmla="*/ 496023 w 565884"/>
                <a:gd name="connsiteY3" fmla="*/ 70357 h 225229"/>
                <a:gd name="connsiteX4" fmla="*/ 496023 w 565884"/>
                <a:gd name="connsiteY4" fmla="*/ 70357 h 225229"/>
                <a:gd name="connsiteX5" fmla="*/ 154872 w 565884"/>
                <a:gd name="connsiteY5" fmla="*/ 70357 h 225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5884" h="225229">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29000">
                  <a:srgbClr val="FFFFFF"/>
                </a:gs>
                <a:gs pos="48000">
                  <a:srgbClr val="F8FBFE"/>
                </a:gs>
                <a:gs pos="73000">
                  <a:srgbClr val="E7F3FB"/>
                </a:gs>
                <a:gs pos="100000">
                  <a:srgbClr val="CEE6F7"/>
                </a:gs>
              </a:gsLst>
              <a:lin ang="2700000" scaled="1"/>
            </a:gra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10" name="Graphic 133">
            <a:extLst>
              <a:ext uri="{FF2B5EF4-FFF2-40B4-BE49-F238E27FC236}">
                <a16:creationId xmlns:a16="http://schemas.microsoft.com/office/drawing/2014/main" id="{884A1986-A8FC-356C-21C7-E73C0999F517}"/>
              </a:ext>
            </a:extLst>
          </p:cNvPr>
          <p:cNvGrpSpPr/>
          <p:nvPr userDrawn="1"/>
        </p:nvGrpSpPr>
        <p:grpSpPr>
          <a:xfrm>
            <a:off x="7658062" y="759262"/>
            <a:ext cx="747561" cy="1467875"/>
            <a:chOff x="7819347" y="302010"/>
            <a:chExt cx="1311782" cy="2575749"/>
          </a:xfrm>
          <a:noFill/>
        </p:grpSpPr>
        <p:sp>
          <p:nvSpPr>
            <p:cNvPr id="11" name="Freeform: Shape 232">
              <a:extLst>
                <a:ext uri="{FF2B5EF4-FFF2-40B4-BE49-F238E27FC236}">
                  <a16:creationId xmlns:a16="http://schemas.microsoft.com/office/drawing/2014/main" id="{7BBBA99C-0B19-969D-4985-82790A55D3FB}"/>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 name="Freeform: Shape 233">
              <a:extLst>
                <a:ext uri="{FF2B5EF4-FFF2-40B4-BE49-F238E27FC236}">
                  <a16:creationId xmlns:a16="http://schemas.microsoft.com/office/drawing/2014/main" id="{953E530E-9271-2AFB-1EE8-D2803FDA8679}"/>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 name="Freeform: Shape 234">
              <a:extLst>
                <a:ext uri="{FF2B5EF4-FFF2-40B4-BE49-F238E27FC236}">
                  <a16:creationId xmlns:a16="http://schemas.microsoft.com/office/drawing/2014/main" id="{BB1A5A93-5415-4DAE-A148-BE065E113149}"/>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4" name="Freeform: Shape 235">
              <a:extLst>
                <a:ext uri="{FF2B5EF4-FFF2-40B4-BE49-F238E27FC236}">
                  <a16:creationId xmlns:a16="http://schemas.microsoft.com/office/drawing/2014/main" id="{2D512040-A52D-3AD2-0C3E-3D9AE33B3BC2}"/>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5" name="Freeform: Shape 236">
              <a:extLst>
                <a:ext uri="{FF2B5EF4-FFF2-40B4-BE49-F238E27FC236}">
                  <a16:creationId xmlns:a16="http://schemas.microsoft.com/office/drawing/2014/main" id="{38278814-E50C-EA27-75E7-6DFA29F26FE8}"/>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16" name="Graphic 133">
            <a:extLst>
              <a:ext uri="{FF2B5EF4-FFF2-40B4-BE49-F238E27FC236}">
                <a16:creationId xmlns:a16="http://schemas.microsoft.com/office/drawing/2014/main" id="{83DCBA45-6B7A-1486-8354-23D89A46ACFF}"/>
              </a:ext>
            </a:extLst>
          </p:cNvPr>
          <p:cNvGrpSpPr/>
          <p:nvPr userDrawn="1"/>
        </p:nvGrpSpPr>
        <p:grpSpPr>
          <a:xfrm>
            <a:off x="9686766" y="1690151"/>
            <a:ext cx="1219568" cy="1127081"/>
            <a:chOff x="10028194" y="3612804"/>
            <a:chExt cx="1409223" cy="1302353"/>
          </a:xfrm>
          <a:noFill/>
        </p:grpSpPr>
        <p:sp>
          <p:nvSpPr>
            <p:cNvPr id="17" name="Freeform: Shape 238">
              <a:extLst>
                <a:ext uri="{FF2B5EF4-FFF2-40B4-BE49-F238E27FC236}">
                  <a16:creationId xmlns:a16="http://schemas.microsoft.com/office/drawing/2014/main" id="{8BD98648-F7B1-CB60-E9E9-8C28F65BB1B2}"/>
                </a:ext>
              </a:extLst>
            </p:cNvPr>
            <p:cNvSpPr/>
            <p:nvPr/>
          </p:nvSpPr>
          <p:spPr>
            <a:xfrm>
              <a:off x="10091154" y="4203164"/>
              <a:ext cx="1007554" cy="711993"/>
            </a:xfrm>
            <a:custGeom>
              <a:avLst/>
              <a:gdLst>
                <a:gd name="connsiteX0" fmla="*/ 1007555 w 1007554"/>
                <a:gd name="connsiteY0" fmla="*/ 605980 h 711993"/>
                <a:gd name="connsiteX1" fmla="*/ 651224 w 1007554"/>
                <a:gd name="connsiteY1" fmla="*/ 711994 h 711993"/>
                <a:gd name="connsiteX2" fmla="*/ 0 w 1007554"/>
                <a:gd name="connsiteY2" fmla="*/ 60770 h 711993"/>
                <a:gd name="connsiteX3" fmla="*/ 2762 w 1007554"/>
                <a:gd name="connsiteY3" fmla="*/ 0 h 711993"/>
              </a:gdLst>
              <a:ahLst/>
              <a:cxnLst>
                <a:cxn ang="0">
                  <a:pos x="connsiteX0" y="connsiteY0"/>
                </a:cxn>
                <a:cxn ang="0">
                  <a:pos x="connsiteX1" y="connsiteY1"/>
                </a:cxn>
                <a:cxn ang="0">
                  <a:pos x="connsiteX2" y="connsiteY2"/>
                </a:cxn>
                <a:cxn ang="0">
                  <a:pos x="connsiteX3" y="connsiteY3"/>
                </a:cxn>
              </a:cxnLst>
              <a:rect l="l" t="t" r="r" b="b"/>
              <a:pathLst>
                <a:path w="1007554" h="711993">
                  <a:moveTo>
                    <a:pt x="1007555" y="605980"/>
                  </a:moveTo>
                  <a:cubicBezTo>
                    <a:pt x="905161" y="673037"/>
                    <a:pt x="782765" y="711994"/>
                    <a:pt x="651224" y="711994"/>
                  </a:cubicBezTo>
                  <a:cubicBezTo>
                    <a:pt x="291560" y="711994"/>
                    <a:pt x="0" y="420433"/>
                    <a:pt x="0" y="60770"/>
                  </a:cubicBezTo>
                  <a:cubicBezTo>
                    <a:pt x="0" y="40291"/>
                    <a:pt x="953" y="20003"/>
                    <a:pt x="2762" y="0"/>
                  </a:cubicBez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8" name="Freeform: Shape 239">
              <a:extLst>
                <a:ext uri="{FF2B5EF4-FFF2-40B4-BE49-F238E27FC236}">
                  <a16:creationId xmlns:a16="http://schemas.microsoft.com/office/drawing/2014/main" id="{1A81888F-9DF8-CF32-2694-9565C9B96263}"/>
                </a:ext>
              </a:extLst>
            </p:cNvPr>
            <p:cNvSpPr/>
            <p:nvPr/>
          </p:nvSpPr>
          <p:spPr>
            <a:xfrm>
              <a:off x="11191958" y="4393187"/>
              <a:ext cx="188880" cy="342042"/>
            </a:xfrm>
            <a:custGeom>
              <a:avLst/>
              <a:gdLst>
                <a:gd name="connsiteX0" fmla="*/ 188881 w 188880"/>
                <a:gd name="connsiteY0" fmla="*/ 0 h 342042"/>
                <a:gd name="connsiteX1" fmla="*/ 0 w 188880"/>
                <a:gd name="connsiteY1" fmla="*/ 342043 h 342042"/>
              </a:gdLst>
              <a:ahLst/>
              <a:cxnLst>
                <a:cxn ang="0">
                  <a:pos x="connsiteX0" y="connsiteY0"/>
                </a:cxn>
                <a:cxn ang="0">
                  <a:pos x="connsiteX1" y="connsiteY1"/>
                </a:cxn>
              </a:cxnLst>
              <a:rect l="l" t="t" r="r" b="b"/>
              <a:pathLst>
                <a:path w="188880" h="342042">
                  <a:moveTo>
                    <a:pt x="188881" y="0"/>
                  </a:moveTo>
                  <a:cubicBezTo>
                    <a:pt x="162116" y="133255"/>
                    <a:pt x="94583" y="251746"/>
                    <a:pt x="0" y="342043"/>
                  </a:cubicBez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9" name="Freeform: Shape 240">
              <a:extLst>
                <a:ext uri="{FF2B5EF4-FFF2-40B4-BE49-F238E27FC236}">
                  <a16:creationId xmlns:a16="http://schemas.microsoft.com/office/drawing/2014/main" id="{58EB731D-881F-E14C-68D3-32BFCF7FB1FC}"/>
                </a:ext>
              </a:extLst>
            </p:cNvPr>
            <p:cNvSpPr/>
            <p:nvPr/>
          </p:nvSpPr>
          <p:spPr>
            <a:xfrm>
              <a:off x="11147477" y="3754060"/>
              <a:ext cx="246125" cy="528351"/>
            </a:xfrm>
            <a:custGeom>
              <a:avLst/>
              <a:gdLst>
                <a:gd name="connsiteX0" fmla="*/ 0 w 246125"/>
                <a:gd name="connsiteY0" fmla="*/ 0 h 528351"/>
                <a:gd name="connsiteX1" fmla="*/ 246126 w 246125"/>
                <a:gd name="connsiteY1" fmla="*/ 509873 h 528351"/>
                <a:gd name="connsiteX2" fmla="*/ 245840 w 246125"/>
                <a:gd name="connsiteY2" fmla="*/ 528352 h 528351"/>
              </a:gdLst>
              <a:ahLst/>
              <a:cxnLst>
                <a:cxn ang="0">
                  <a:pos x="connsiteX0" y="connsiteY0"/>
                </a:cxn>
                <a:cxn ang="0">
                  <a:pos x="connsiteX1" y="connsiteY1"/>
                </a:cxn>
                <a:cxn ang="0">
                  <a:pos x="connsiteX2" y="connsiteY2"/>
                </a:cxn>
              </a:cxnLst>
              <a:rect l="l" t="t" r="r" b="b"/>
              <a:pathLst>
                <a:path w="246125" h="528351">
                  <a:moveTo>
                    <a:pt x="0" y="0"/>
                  </a:moveTo>
                  <a:cubicBezTo>
                    <a:pt x="150019" y="119348"/>
                    <a:pt x="246126" y="303371"/>
                    <a:pt x="246126" y="509873"/>
                  </a:cubicBezTo>
                  <a:cubicBezTo>
                    <a:pt x="246126" y="516064"/>
                    <a:pt x="246126" y="522160"/>
                    <a:pt x="245840" y="528352"/>
                  </a:cubicBez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0" name="Freeform: Shape 241">
              <a:extLst>
                <a:ext uri="{FF2B5EF4-FFF2-40B4-BE49-F238E27FC236}">
                  <a16:creationId xmlns:a16="http://schemas.microsoft.com/office/drawing/2014/main" id="{240B3D94-4AD2-56B7-4295-E1CF46D4EF04}"/>
                </a:ext>
              </a:extLst>
            </p:cNvPr>
            <p:cNvSpPr/>
            <p:nvPr/>
          </p:nvSpPr>
          <p:spPr>
            <a:xfrm>
              <a:off x="10114681" y="3612804"/>
              <a:ext cx="938212" cy="477488"/>
            </a:xfrm>
            <a:custGeom>
              <a:avLst/>
              <a:gdLst>
                <a:gd name="connsiteX0" fmla="*/ 0 w 938212"/>
                <a:gd name="connsiteY0" fmla="*/ 477488 h 477488"/>
                <a:gd name="connsiteX1" fmla="*/ 627793 w 938212"/>
                <a:gd name="connsiteY1" fmla="*/ 0 h 477488"/>
                <a:gd name="connsiteX2" fmla="*/ 938213 w 938212"/>
                <a:gd name="connsiteY2" fmla="*/ 78581 h 477488"/>
              </a:gdLst>
              <a:ahLst/>
              <a:cxnLst>
                <a:cxn ang="0">
                  <a:pos x="connsiteX0" y="connsiteY0"/>
                </a:cxn>
                <a:cxn ang="0">
                  <a:pos x="connsiteX1" y="connsiteY1"/>
                </a:cxn>
                <a:cxn ang="0">
                  <a:pos x="connsiteX2" y="connsiteY2"/>
                </a:cxn>
              </a:cxnLst>
              <a:rect l="l" t="t" r="r" b="b"/>
              <a:pathLst>
                <a:path w="938212" h="477488">
                  <a:moveTo>
                    <a:pt x="0" y="477488"/>
                  </a:moveTo>
                  <a:cubicBezTo>
                    <a:pt x="76010" y="202216"/>
                    <a:pt x="328327" y="0"/>
                    <a:pt x="627793" y="0"/>
                  </a:cubicBezTo>
                  <a:cubicBezTo>
                    <a:pt x="740188" y="0"/>
                    <a:pt x="845915" y="28480"/>
                    <a:pt x="938213" y="78581"/>
                  </a:cubicBez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1" name="Freeform: Shape 242">
              <a:extLst>
                <a:ext uri="{FF2B5EF4-FFF2-40B4-BE49-F238E27FC236}">
                  <a16:creationId xmlns:a16="http://schemas.microsoft.com/office/drawing/2014/main" id="{45AA716D-22BD-E8D3-EF6C-EC00EBAF84A8}"/>
                </a:ext>
              </a:extLst>
            </p:cNvPr>
            <p:cNvSpPr/>
            <p:nvPr/>
          </p:nvSpPr>
          <p:spPr>
            <a:xfrm>
              <a:off x="10141065" y="4182304"/>
              <a:ext cx="817530" cy="200406"/>
            </a:xfrm>
            <a:custGeom>
              <a:avLst/>
              <a:gdLst>
                <a:gd name="connsiteX0" fmla="*/ 0 w 817530"/>
                <a:gd name="connsiteY0" fmla="*/ 0 h 200406"/>
                <a:gd name="connsiteX1" fmla="*/ 817531 w 817530"/>
                <a:gd name="connsiteY1" fmla="*/ 200406 h 200406"/>
              </a:gdLst>
              <a:ahLst/>
              <a:cxnLst>
                <a:cxn ang="0">
                  <a:pos x="connsiteX0" y="connsiteY0"/>
                </a:cxn>
                <a:cxn ang="0">
                  <a:pos x="connsiteX1" y="connsiteY1"/>
                </a:cxn>
              </a:cxnLst>
              <a:rect l="l" t="t" r="r" b="b"/>
              <a:pathLst>
                <a:path w="817530" h="200406">
                  <a:moveTo>
                    <a:pt x="0" y="0"/>
                  </a:moveTo>
                  <a:cubicBezTo>
                    <a:pt x="95536" y="61055"/>
                    <a:pt x="360712" y="198120"/>
                    <a:pt x="817531" y="200406"/>
                  </a:cubicBez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2" name="Freeform: Shape 243">
              <a:extLst>
                <a:ext uri="{FF2B5EF4-FFF2-40B4-BE49-F238E27FC236}">
                  <a16:creationId xmlns:a16="http://schemas.microsoft.com/office/drawing/2014/main" id="{39F7BE27-0DA9-2522-6D06-0AE5775037C9}"/>
                </a:ext>
              </a:extLst>
            </p:cNvPr>
            <p:cNvSpPr/>
            <p:nvPr/>
          </p:nvSpPr>
          <p:spPr>
            <a:xfrm>
              <a:off x="10141065" y="4055812"/>
              <a:ext cx="249078" cy="56102"/>
            </a:xfrm>
            <a:custGeom>
              <a:avLst/>
              <a:gdLst>
                <a:gd name="connsiteX0" fmla="*/ 249079 w 249078"/>
                <a:gd name="connsiteY0" fmla="*/ 0 h 56102"/>
                <a:gd name="connsiteX1" fmla="*/ 0 w 249078"/>
                <a:gd name="connsiteY1" fmla="*/ 56102 h 56102"/>
              </a:gdLst>
              <a:ahLst/>
              <a:cxnLst>
                <a:cxn ang="0">
                  <a:pos x="connsiteX0" y="connsiteY0"/>
                </a:cxn>
                <a:cxn ang="0">
                  <a:pos x="connsiteX1" y="connsiteY1"/>
                </a:cxn>
              </a:cxnLst>
              <a:rect l="l" t="t" r="r" b="b"/>
              <a:pathLst>
                <a:path w="249078" h="56102">
                  <a:moveTo>
                    <a:pt x="249079" y="0"/>
                  </a:moveTo>
                  <a:cubicBezTo>
                    <a:pt x="190024" y="6191"/>
                    <a:pt x="84868" y="21431"/>
                    <a:pt x="0" y="56102"/>
                  </a:cubicBez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3" name="Freeform: Shape 244">
              <a:extLst>
                <a:ext uri="{FF2B5EF4-FFF2-40B4-BE49-F238E27FC236}">
                  <a16:creationId xmlns:a16="http://schemas.microsoft.com/office/drawing/2014/main" id="{FFD78FFD-CDB7-E2FA-496E-93C5A0D64FA1}"/>
                </a:ext>
              </a:extLst>
            </p:cNvPr>
            <p:cNvSpPr/>
            <p:nvPr/>
          </p:nvSpPr>
          <p:spPr>
            <a:xfrm>
              <a:off x="10549878" y="4421477"/>
              <a:ext cx="430053" cy="206692"/>
            </a:xfrm>
            <a:custGeom>
              <a:avLst/>
              <a:gdLst>
                <a:gd name="connsiteX0" fmla="*/ 430054 w 430053"/>
                <a:gd name="connsiteY0" fmla="*/ 0 h 206692"/>
                <a:gd name="connsiteX1" fmla="*/ 0 w 430053"/>
                <a:gd name="connsiteY1" fmla="*/ 206693 h 206692"/>
              </a:gdLst>
              <a:ahLst/>
              <a:cxnLst>
                <a:cxn ang="0">
                  <a:pos x="connsiteX0" y="connsiteY0"/>
                </a:cxn>
                <a:cxn ang="0">
                  <a:pos x="connsiteX1" y="connsiteY1"/>
                </a:cxn>
              </a:cxnLst>
              <a:rect l="l" t="t" r="r" b="b"/>
              <a:pathLst>
                <a:path w="430053" h="206692">
                  <a:moveTo>
                    <a:pt x="430054" y="0"/>
                  </a:moveTo>
                  <a:cubicBezTo>
                    <a:pt x="321183" y="117348"/>
                    <a:pt x="169545" y="194501"/>
                    <a:pt x="0" y="206693"/>
                  </a:cubicBez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 name="Freeform: Shape 245">
              <a:extLst>
                <a:ext uri="{FF2B5EF4-FFF2-40B4-BE49-F238E27FC236}">
                  <a16:creationId xmlns:a16="http://schemas.microsoft.com/office/drawing/2014/main" id="{DEB1512C-F257-A30A-31EE-349D21193831}"/>
                </a:ext>
              </a:extLst>
            </p:cNvPr>
            <p:cNvSpPr/>
            <p:nvPr/>
          </p:nvSpPr>
          <p:spPr>
            <a:xfrm>
              <a:off x="11044893" y="3768252"/>
              <a:ext cx="108775" cy="570833"/>
            </a:xfrm>
            <a:custGeom>
              <a:avLst/>
              <a:gdLst>
                <a:gd name="connsiteX0" fmla="*/ 74009 w 108775"/>
                <a:gd name="connsiteY0" fmla="*/ 0 h 570833"/>
                <a:gd name="connsiteX1" fmla="*/ 108775 w 108775"/>
                <a:gd name="connsiteY1" fmla="*/ 210407 h 570833"/>
                <a:gd name="connsiteX2" fmla="*/ 0 w 108775"/>
                <a:gd name="connsiteY2" fmla="*/ 570833 h 570833"/>
              </a:gdLst>
              <a:ahLst/>
              <a:cxnLst>
                <a:cxn ang="0">
                  <a:pos x="connsiteX0" y="connsiteY0"/>
                </a:cxn>
                <a:cxn ang="0">
                  <a:pos x="connsiteX1" y="connsiteY1"/>
                </a:cxn>
                <a:cxn ang="0">
                  <a:pos x="connsiteX2" y="connsiteY2"/>
                </a:cxn>
              </a:cxnLst>
              <a:rect l="l" t="t" r="r" b="b"/>
              <a:pathLst>
                <a:path w="108775" h="570833">
                  <a:moveTo>
                    <a:pt x="74009" y="0"/>
                  </a:moveTo>
                  <a:cubicBezTo>
                    <a:pt x="96488" y="66008"/>
                    <a:pt x="108775" y="136779"/>
                    <a:pt x="108775" y="210407"/>
                  </a:cubicBezTo>
                  <a:cubicBezTo>
                    <a:pt x="108775" y="343757"/>
                    <a:pt x="68675" y="467678"/>
                    <a:pt x="0" y="570833"/>
                  </a:cubicBez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 name="Freeform: Shape 246">
              <a:extLst>
                <a:ext uri="{FF2B5EF4-FFF2-40B4-BE49-F238E27FC236}">
                  <a16:creationId xmlns:a16="http://schemas.microsoft.com/office/drawing/2014/main" id="{A5DD1CE3-792F-150F-2D72-525E519721F7}"/>
                </a:ext>
              </a:extLst>
            </p:cNvPr>
            <p:cNvSpPr/>
            <p:nvPr/>
          </p:nvSpPr>
          <p:spPr>
            <a:xfrm>
              <a:off x="10622268" y="3612804"/>
              <a:ext cx="71437" cy="269843"/>
            </a:xfrm>
            <a:custGeom>
              <a:avLst/>
              <a:gdLst>
                <a:gd name="connsiteX0" fmla="*/ 0 w 71437"/>
                <a:gd name="connsiteY0" fmla="*/ 269843 h 269843"/>
                <a:gd name="connsiteX1" fmla="*/ 71438 w 71437"/>
                <a:gd name="connsiteY1" fmla="*/ 0 h 269843"/>
              </a:gdLst>
              <a:ahLst/>
              <a:cxnLst>
                <a:cxn ang="0">
                  <a:pos x="connsiteX0" y="connsiteY0"/>
                </a:cxn>
                <a:cxn ang="0">
                  <a:pos x="connsiteX1" y="connsiteY1"/>
                </a:cxn>
              </a:cxnLst>
              <a:rect l="l" t="t" r="r" b="b"/>
              <a:pathLst>
                <a:path w="71437" h="269843">
                  <a:moveTo>
                    <a:pt x="0" y="269843"/>
                  </a:moveTo>
                  <a:cubicBezTo>
                    <a:pt x="9049" y="178308"/>
                    <a:pt x="32576" y="87249"/>
                    <a:pt x="71438" y="0"/>
                  </a:cubicBez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6" name="Freeform: Shape 247">
              <a:extLst>
                <a:ext uri="{FF2B5EF4-FFF2-40B4-BE49-F238E27FC236}">
                  <a16:creationId xmlns:a16="http://schemas.microsoft.com/office/drawing/2014/main" id="{51870EF0-B8A3-FD6B-CAD9-2408A5815332}"/>
                </a:ext>
              </a:extLst>
            </p:cNvPr>
            <p:cNvSpPr/>
            <p:nvPr/>
          </p:nvSpPr>
          <p:spPr>
            <a:xfrm>
              <a:off x="10618077" y="3978660"/>
              <a:ext cx="483679" cy="775906"/>
            </a:xfrm>
            <a:custGeom>
              <a:avLst/>
              <a:gdLst>
                <a:gd name="connsiteX0" fmla="*/ 483680 w 483679"/>
                <a:gd name="connsiteY0" fmla="*/ 775906 h 775906"/>
                <a:gd name="connsiteX1" fmla="*/ 422529 w 483679"/>
                <a:gd name="connsiteY1" fmla="*/ 741997 h 775906"/>
                <a:gd name="connsiteX2" fmla="*/ 0 w 483679"/>
                <a:gd name="connsiteY2" fmla="*/ 0 h 775906"/>
              </a:gdLst>
              <a:ahLst/>
              <a:cxnLst>
                <a:cxn ang="0">
                  <a:pos x="connsiteX0" y="connsiteY0"/>
                </a:cxn>
                <a:cxn ang="0">
                  <a:pos x="connsiteX1" y="connsiteY1"/>
                </a:cxn>
                <a:cxn ang="0">
                  <a:pos x="connsiteX2" y="connsiteY2"/>
                </a:cxn>
              </a:cxnLst>
              <a:rect l="l" t="t" r="r" b="b"/>
              <a:pathLst>
                <a:path w="483679" h="775906">
                  <a:moveTo>
                    <a:pt x="483680" y="775906"/>
                  </a:moveTo>
                  <a:cubicBezTo>
                    <a:pt x="463010" y="765524"/>
                    <a:pt x="442627" y="754189"/>
                    <a:pt x="422529" y="741997"/>
                  </a:cubicBezTo>
                  <a:cubicBezTo>
                    <a:pt x="153353" y="578358"/>
                    <a:pt x="3334" y="293370"/>
                    <a:pt x="0" y="0"/>
                  </a:cubicBez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7" name="Freeform: Shape 248">
              <a:extLst>
                <a:ext uri="{FF2B5EF4-FFF2-40B4-BE49-F238E27FC236}">
                  <a16:creationId xmlns:a16="http://schemas.microsoft.com/office/drawing/2014/main" id="{3F23E025-B23D-7A0B-8CE1-48DFC0F5DF5D}"/>
                </a:ext>
              </a:extLst>
            </p:cNvPr>
            <p:cNvSpPr/>
            <p:nvPr/>
          </p:nvSpPr>
          <p:spPr>
            <a:xfrm>
              <a:off x="10667036" y="3930082"/>
              <a:ext cx="690181" cy="360425"/>
            </a:xfrm>
            <a:custGeom>
              <a:avLst/>
              <a:gdLst>
                <a:gd name="connsiteX0" fmla="*/ 0 w 690181"/>
                <a:gd name="connsiteY0" fmla="*/ 0 h 360425"/>
                <a:gd name="connsiteX1" fmla="*/ 334518 w 690181"/>
                <a:gd name="connsiteY1" fmla="*/ 74581 h 360425"/>
                <a:gd name="connsiteX2" fmla="*/ 690181 w 690181"/>
                <a:gd name="connsiteY2" fmla="*/ 360426 h 360425"/>
              </a:gdLst>
              <a:ahLst/>
              <a:cxnLst>
                <a:cxn ang="0">
                  <a:pos x="connsiteX0" y="connsiteY0"/>
                </a:cxn>
                <a:cxn ang="0">
                  <a:pos x="connsiteX1" y="connsiteY1"/>
                </a:cxn>
                <a:cxn ang="0">
                  <a:pos x="connsiteX2" y="connsiteY2"/>
                </a:cxn>
              </a:cxnLst>
              <a:rect l="l" t="t" r="r" b="b"/>
              <a:pathLst>
                <a:path w="690181" h="360425">
                  <a:moveTo>
                    <a:pt x="0" y="0"/>
                  </a:moveTo>
                  <a:cubicBezTo>
                    <a:pt x="112109" y="2477"/>
                    <a:pt x="225552" y="26575"/>
                    <a:pt x="334518" y="74581"/>
                  </a:cubicBezTo>
                  <a:cubicBezTo>
                    <a:pt x="481489" y="139255"/>
                    <a:pt x="601885" y="239363"/>
                    <a:pt x="690181" y="360426"/>
                  </a:cubicBez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8" name="Freeform: Shape 249">
              <a:extLst>
                <a:ext uri="{FF2B5EF4-FFF2-40B4-BE49-F238E27FC236}">
                  <a16:creationId xmlns:a16="http://schemas.microsoft.com/office/drawing/2014/main" id="{483BB38F-5E1D-BD24-6C19-69F655EC8395}"/>
                </a:ext>
              </a:extLst>
            </p:cNvPr>
            <p:cNvSpPr/>
            <p:nvPr/>
          </p:nvSpPr>
          <p:spPr>
            <a:xfrm>
              <a:off x="11125379" y="4603690"/>
              <a:ext cx="24669" cy="114776"/>
            </a:xfrm>
            <a:custGeom>
              <a:avLst/>
              <a:gdLst>
                <a:gd name="connsiteX0" fmla="*/ 0 w 24669"/>
                <a:gd name="connsiteY0" fmla="*/ 0 h 114776"/>
                <a:gd name="connsiteX1" fmla="*/ 24670 w 24669"/>
                <a:gd name="connsiteY1" fmla="*/ 114776 h 114776"/>
              </a:gdLst>
              <a:ahLst/>
              <a:cxnLst>
                <a:cxn ang="0">
                  <a:pos x="connsiteX0" y="connsiteY0"/>
                </a:cxn>
                <a:cxn ang="0">
                  <a:pos x="connsiteX1" y="connsiteY1"/>
                </a:cxn>
              </a:cxnLst>
              <a:rect l="l" t="t" r="r" b="b"/>
              <a:pathLst>
                <a:path w="24669" h="114776">
                  <a:moveTo>
                    <a:pt x="0" y="0"/>
                  </a:moveTo>
                  <a:cubicBezTo>
                    <a:pt x="7715" y="29242"/>
                    <a:pt x="17336" y="69913"/>
                    <a:pt x="24670" y="114776"/>
                  </a:cubicBez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9" name="Freeform: Shape 250">
              <a:extLst>
                <a:ext uri="{FF2B5EF4-FFF2-40B4-BE49-F238E27FC236}">
                  <a16:creationId xmlns:a16="http://schemas.microsoft.com/office/drawing/2014/main" id="{75AD5E31-E933-A93E-A1BD-E3737FEA2C8E}"/>
                </a:ext>
              </a:extLst>
            </p:cNvPr>
            <p:cNvSpPr/>
            <p:nvPr/>
          </p:nvSpPr>
          <p:spPr>
            <a:xfrm>
              <a:off x="11049941" y="3670716"/>
              <a:ext cx="97536" cy="97536"/>
            </a:xfrm>
            <a:custGeom>
              <a:avLst/>
              <a:gdLst>
                <a:gd name="connsiteX0" fmla="*/ 97536 w 97536"/>
                <a:gd name="connsiteY0" fmla="*/ 48768 h 97536"/>
                <a:gd name="connsiteX1" fmla="*/ 48768 w 97536"/>
                <a:gd name="connsiteY1" fmla="*/ 97536 h 97536"/>
                <a:gd name="connsiteX2" fmla="*/ 0 w 97536"/>
                <a:gd name="connsiteY2" fmla="*/ 48768 h 97536"/>
                <a:gd name="connsiteX3" fmla="*/ 48768 w 97536"/>
                <a:gd name="connsiteY3" fmla="*/ 0 h 97536"/>
                <a:gd name="connsiteX4" fmla="*/ 97536 w 97536"/>
                <a:gd name="connsiteY4" fmla="*/ 48768 h 975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536" h="97536">
                  <a:moveTo>
                    <a:pt x="97536" y="48768"/>
                  </a:moveTo>
                  <a:cubicBezTo>
                    <a:pt x="97536" y="75702"/>
                    <a:pt x="75702" y="97536"/>
                    <a:pt x="48768" y="97536"/>
                  </a:cubicBezTo>
                  <a:cubicBezTo>
                    <a:pt x="21834" y="97536"/>
                    <a:pt x="0" y="75702"/>
                    <a:pt x="0" y="48768"/>
                  </a:cubicBezTo>
                  <a:cubicBezTo>
                    <a:pt x="0" y="21834"/>
                    <a:pt x="21834" y="0"/>
                    <a:pt x="48768" y="0"/>
                  </a:cubicBezTo>
                  <a:cubicBezTo>
                    <a:pt x="75702" y="0"/>
                    <a:pt x="97536" y="21834"/>
                    <a:pt x="97536" y="48768"/>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0" name="Freeform: Shape 251">
              <a:extLst>
                <a:ext uri="{FF2B5EF4-FFF2-40B4-BE49-F238E27FC236}">
                  <a16:creationId xmlns:a16="http://schemas.microsoft.com/office/drawing/2014/main" id="{FFE02DED-EE84-748A-3752-368E2B1BDC1F}"/>
                </a:ext>
              </a:extLst>
            </p:cNvPr>
            <p:cNvSpPr/>
            <p:nvPr/>
          </p:nvSpPr>
          <p:spPr>
            <a:xfrm>
              <a:off x="10965645" y="4335466"/>
              <a:ext cx="89916" cy="89916"/>
            </a:xfrm>
            <a:custGeom>
              <a:avLst/>
              <a:gdLst>
                <a:gd name="connsiteX0" fmla="*/ 89916 w 89916"/>
                <a:gd name="connsiteY0" fmla="*/ 44958 h 89916"/>
                <a:gd name="connsiteX1" fmla="*/ 44958 w 89916"/>
                <a:gd name="connsiteY1" fmla="*/ 89916 h 89916"/>
                <a:gd name="connsiteX2" fmla="*/ 0 w 89916"/>
                <a:gd name="connsiteY2" fmla="*/ 44958 h 89916"/>
                <a:gd name="connsiteX3" fmla="*/ 44958 w 89916"/>
                <a:gd name="connsiteY3" fmla="*/ 0 h 89916"/>
                <a:gd name="connsiteX4" fmla="*/ 89916 w 89916"/>
                <a:gd name="connsiteY4" fmla="*/ 44958 h 89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16" h="89916">
                  <a:moveTo>
                    <a:pt x="89916" y="44958"/>
                  </a:moveTo>
                  <a:cubicBezTo>
                    <a:pt x="89916" y="69788"/>
                    <a:pt x="69788" y="89916"/>
                    <a:pt x="44958" y="89916"/>
                  </a:cubicBezTo>
                  <a:cubicBezTo>
                    <a:pt x="20128" y="89916"/>
                    <a:pt x="0" y="69788"/>
                    <a:pt x="0" y="44958"/>
                  </a:cubicBezTo>
                  <a:cubicBezTo>
                    <a:pt x="0" y="20128"/>
                    <a:pt x="20128" y="0"/>
                    <a:pt x="44958" y="0"/>
                  </a:cubicBezTo>
                  <a:cubicBezTo>
                    <a:pt x="69788" y="0"/>
                    <a:pt x="89916" y="20128"/>
                    <a:pt x="89916" y="44958"/>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1" name="Freeform: Shape 252">
              <a:extLst>
                <a:ext uri="{FF2B5EF4-FFF2-40B4-BE49-F238E27FC236}">
                  <a16:creationId xmlns:a16="http://schemas.microsoft.com/office/drawing/2014/main" id="{81560183-5E0E-6F03-7C5D-D1732D03E4A0}"/>
                </a:ext>
              </a:extLst>
            </p:cNvPr>
            <p:cNvSpPr/>
            <p:nvPr/>
          </p:nvSpPr>
          <p:spPr>
            <a:xfrm>
              <a:off x="10436055" y="4577496"/>
              <a:ext cx="100202" cy="100202"/>
            </a:xfrm>
            <a:custGeom>
              <a:avLst/>
              <a:gdLst>
                <a:gd name="connsiteX0" fmla="*/ 100203 w 100202"/>
                <a:gd name="connsiteY0" fmla="*/ 50102 h 100202"/>
                <a:gd name="connsiteX1" fmla="*/ 50101 w 100202"/>
                <a:gd name="connsiteY1" fmla="*/ 100203 h 100202"/>
                <a:gd name="connsiteX2" fmla="*/ 0 w 100202"/>
                <a:gd name="connsiteY2" fmla="*/ 50102 h 100202"/>
                <a:gd name="connsiteX3" fmla="*/ 50101 w 100202"/>
                <a:gd name="connsiteY3" fmla="*/ 0 h 100202"/>
                <a:gd name="connsiteX4" fmla="*/ 100203 w 100202"/>
                <a:gd name="connsiteY4" fmla="*/ 50102 h 100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02" h="100202">
                  <a:moveTo>
                    <a:pt x="100203" y="50102"/>
                  </a:moveTo>
                  <a:cubicBezTo>
                    <a:pt x="100203" y="77772"/>
                    <a:pt x="77772" y="100203"/>
                    <a:pt x="50101" y="100203"/>
                  </a:cubicBezTo>
                  <a:cubicBezTo>
                    <a:pt x="22431" y="100203"/>
                    <a:pt x="0" y="77772"/>
                    <a:pt x="0" y="50102"/>
                  </a:cubicBezTo>
                  <a:cubicBezTo>
                    <a:pt x="0" y="22431"/>
                    <a:pt x="22431" y="0"/>
                    <a:pt x="50101" y="0"/>
                  </a:cubicBezTo>
                  <a:cubicBezTo>
                    <a:pt x="77772" y="0"/>
                    <a:pt x="100203" y="22431"/>
                    <a:pt x="100203" y="50102"/>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2" name="Freeform: Shape 253">
              <a:extLst>
                <a:ext uri="{FF2B5EF4-FFF2-40B4-BE49-F238E27FC236}">
                  <a16:creationId xmlns:a16="http://schemas.microsoft.com/office/drawing/2014/main" id="{3C949242-1F61-374E-54A6-8E530AD88E84}"/>
                </a:ext>
              </a:extLst>
            </p:cNvPr>
            <p:cNvSpPr/>
            <p:nvPr/>
          </p:nvSpPr>
          <p:spPr>
            <a:xfrm>
              <a:off x="10559118" y="3882647"/>
              <a:ext cx="96012" cy="96012"/>
            </a:xfrm>
            <a:custGeom>
              <a:avLst/>
              <a:gdLst>
                <a:gd name="connsiteX0" fmla="*/ 96012 w 96012"/>
                <a:gd name="connsiteY0" fmla="*/ 48006 h 96012"/>
                <a:gd name="connsiteX1" fmla="*/ 48006 w 96012"/>
                <a:gd name="connsiteY1" fmla="*/ 96012 h 96012"/>
                <a:gd name="connsiteX2" fmla="*/ 0 w 96012"/>
                <a:gd name="connsiteY2" fmla="*/ 48006 h 96012"/>
                <a:gd name="connsiteX3" fmla="*/ 48006 w 96012"/>
                <a:gd name="connsiteY3" fmla="*/ 0 h 96012"/>
                <a:gd name="connsiteX4" fmla="*/ 96012 w 96012"/>
                <a:gd name="connsiteY4" fmla="*/ 48006 h 96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012" h="96012">
                  <a:moveTo>
                    <a:pt x="96012" y="48006"/>
                  </a:moveTo>
                  <a:cubicBezTo>
                    <a:pt x="96012" y="74519"/>
                    <a:pt x="74519" y="96012"/>
                    <a:pt x="48006" y="96012"/>
                  </a:cubicBezTo>
                  <a:cubicBezTo>
                    <a:pt x="21493" y="96012"/>
                    <a:pt x="0" y="74519"/>
                    <a:pt x="0" y="48006"/>
                  </a:cubicBezTo>
                  <a:cubicBezTo>
                    <a:pt x="0" y="21493"/>
                    <a:pt x="21493" y="0"/>
                    <a:pt x="48006" y="0"/>
                  </a:cubicBezTo>
                  <a:cubicBezTo>
                    <a:pt x="74519" y="0"/>
                    <a:pt x="96012" y="21493"/>
                    <a:pt x="96012" y="48006"/>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3" name="Freeform: Shape 254">
              <a:extLst>
                <a:ext uri="{FF2B5EF4-FFF2-40B4-BE49-F238E27FC236}">
                  <a16:creationId xmlns:a16="http://schemas.microsoft.com/office/drawing/2014/main" id="{1AC2BDDD-7BC5-273E-0616-9F6917C8B4C7}"/>
                </a:ext>
              </a:extLst>
            </p:cNvPr>
            <p:cNvSpPr/>
            <p:nvPr/>
          </p:nvSpPr>
          <p:spPr>
            <a:xfrm>
              <a:off x="11340072" y="4290508"/>
              <a:ext cx="97345" cy="97345"/>
            </a:xfrm>
            <a:custGeom>
              <a:avLst/>
              <a:gdLst>
                <a:gd name="connsiteX0" fmla="*/ 97346 w 97345"/>
                <a:gd name="connsiteY0" fmla="*/ 48673 h 97345"/>
                <a:gd name="connsiteX1" fmla="*/ 48673 w 97345"/>
                <a:gd name="connsiteY1" fmla="*/ 97345 h 97345"/>
                <a:gd name="connsiteX2" fmla="*/ 0 w 97345"/>
                <a:gd name="connsiteY2" fmla="*/ 48673 h 97345"/>
                <a:gd name="connsiteX3" fmla="*/ 48673 w 97345"/>
                <a:gd name="connsiteY3" fmla="*/ 0 h 97345"/>
                <a:gd name="connsiteX4" fmla="*/ 97346 w 97345"/>
                <a:gd name="connsiteY4" fmla="*/ 48673 h 973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45" h="97345">
                  <a:moveTo>
                    <a:pt x="97346" y="48673"/>
                  </a:moveTo>
                  <a:cubicBezTo>
                    <a:pt x="97346" y="75554"/>
                    <a:pt x="75554" y="97345"/>
                    <a:pt x="48673" y="97345"/>
                  </a:cubicBezTo>
                  <a:cubicBezTo>
                    <a:pt x="21792" y="97345"/>
                    <a:pt x="0" y="75554"/>
                    <a:pt x="0" y="48673"/>
                  </a:cubicBezTo>
                  <a:cubicBezTo>
                    <a:pt x="0" y="21792"/>
                    <a:pt x="21792" y="0"/>
                    <a:pt x="48673" y="0"/>
                  </a:cubicBezTo>
                  <a:cubicBezTo>
                    <a:pt x="75554" y="0"/>
                    <a:pt x="97346" y="21792"/>
                    <a:pt x="97346" y="48673"/>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4" name="Freeform: Shape 255">
              <a:extLst>
                <a:ext uri="{FF2B5EF4-FFF2-40B4-BE49-F238E27FC236}">
                  <a16:creationId xmlns:a16="http://schemas.microsoft.com/office/drawing/2014/main" id="{08B62EA0-57D0-1D0C-4655-3024F753D54A}"/>
                </a:ext>
              </a:extLst>
            </p:cNvPr>
            <p:cNvSpPr/>
            <p:nvPr/>
          </p:nvSpPr>
          <p:spPr>
            <a:xfrm>
              <a:off x="10028194" y="4083625"/>
              <a:ext cx="119634" cy="119633"/>
            </a:xfrm>
            <a:custGeom>
              <a:avLst/>
              <a:gdLst>
                <a:gd name="connsiteX0" fmla="*/ 119634 w 119634"/>
                <a:gd name="connsiteY0" fmla="*/ 59817 h 119633"/>
                <a:gd name="connsiteX1" fmla="*/ 59817 w 119634"/>
                <a:gd name="connsiteY1" fmla="*/ 119634 h 119633"/>
                <a:gd name="connsiteX2" fmla="*/ 0 w 119634"/>
                <a:gd name="connsiteY2" fmla="*/ 59817 h 119633"/>
                <a:gd name="connsiteX3" fmla="*/ 59817 w 119634"/>
                <a:gd name="connsiteY3" fmla="*/ 0 h 119633"/>
                <a:gd name="connsiteX4" fmla="*/ 119634 w 119634"/>
                <a:gd name="connsiteY4" fmla="*/ 59817 h 119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634" h="119633">
                  <a:moveTo>
                    <a:pt x="119634" y="59817"/>
                  </a:moveTo>
                  <a:cubicBezTo>
                    <a:pt x="119634" y="92853"/>
                    <a:pt x="92853" y="119634"/>
                    <a:pt x="59817" y="119634"/>
                  </a:cubicBezTo>
                  <a:cubicBezTo>
                    <a:pt x="26781" y="119634"/>
                    <a:pt x="0" y="92853"/>
                    <a:pt x="0" y="59817"/>
                  </a:cubicBezTo>
                  <a:cubicBezTo>
                    <a:pt x="0" y="26781"/>
                    <a:pt x="26781" y="0"/>
                    <a:pt x="59817" y="0"/>
                  </a:cubicBezTo>
                  <a:cubicBezTo>
                    <a:pt x="92853" y="0"/>
                    <a:pt x="119634" y="26781"/>
                    <a:pt x="119634" y="59817"/>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5" name="Freeform: Shape 256">
              <a:extLst>
                <a:ext uri="{FF2B5EF4-FFF2-40B4-BE49-F238E27FC236}">
                  <a16:creationId xmlns:a16="http://schemas.microsoft.com/office/drawing/2014/main" id="{B4FD8343-FC43-A742-667E-62589B01B842}"/>
                </a:ext>
              </a:extLst>
            </p:cNvPr>
            <p:cNvSpPr/>
            <p:nvPr/>
          </p:nvSpPr>
          <p:spPr>
            <a:xfrm>
              <a:off x="10397288" y="4013140"/>
              <a:ext cx="77533" cy="77533"/>
            </a:xfrm>
            <a:custGeom>
              <a:avLst/>
              <a:gdLst>
                <a:gd name="connsiteX0" fmla="*/ 77534 w 77533"/>
                <a:gd name="connsiteY0" fmla="*/ 38767 h 77533"/>
                <a:gd name="connsiteX1" fmla="*/ 38767 w 77533"/>
                <a:gd name="connsiteY1" fmla="*/ 77534 h 77533"/>
                <a:gd name="connsiteX2" fmla="*/ 0 w 77533"/>
                <a:gd name="connsiteY2" fmla="*/ 38767 h 77533"/>
                <a:gd name="connsiteX3" fmla="*/ 38767 w 77533"/>
                <a:gd name="connsiteY3" fmla="*/ 0 h 77533"/>
                <a:gd name="connsiteX4" fmla="*/ 77534 w 77533"/>
                <a:gd name="connsiteY4" fmla="*/ 38767 h 775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33" h="77533">
                  <a:moveTo>
                    <a:pt x="77534" y="38767"/>
                  </a:moveTo>
                  <a:cubicBezTo>
                    <a:pt x="77534" y="60177"/>
                    <a:pt x="60177" y="77534"/>
                    <a:pt x="38767" y="77534"/>
                  </a:cubicBezTo>
                  <a:cubicBezTo>
                    <a:pt x="17356" y="77534"/>
                    <a:pt x="0" y="60177"/>
                    <a:pt x="0" y="38767"/>
                  </a:cubicBezTo>
                  <a:cubicBezTo>
                    <a:pt x="0" y="17356"/>
                    <a:pt x="17356" y="0"/>
                    <a:pt x="38767" y="0"/>
                  </a:cubicBezTo>
                  <a:cubicBezTo>
                    <a:pt x="60177" y="0"/>
                    <a:pt x="77534" y="17356"/>
                    <a:pt x="77534" y="38767"/>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6" name="Freeform: Shape 257">
              <a:extLst>
                <a:ext uri="{FF2B5EF4-FFF2-40B4-BE49-F238E27FC236}">
                  <a16:creationId xmlns:a16="http://schemas.microsoft.com/office/drawing/2014/main" id="{FC4A927B-3DD1-477B-DF49-F9A7C80E58D4}"/>
                </a:ext>
              </a:extLst>
            </p:cNvPr>
            <p:cNvSpPr/>
            <p:nvPr/>
          </p:nvSpPr>
          <p:spPr>
            <a:xfrm>
              <a:off x="11073468" y="4519013"/>
              <a:ext cx="77533" cy="77533"/>
            </a:xfrm>
            <a:custGeom>
              <a:avLst/>
              <a:gdLst>
                <a:gd name="connsiteX0" fmla="*/ 77533 w 77533"/>
                <a:gd name="connsiteY0" fmla="*/ 38767 h 77533"/>
                <a:gd name="connsiteX1" fmla="*/ 38767 w 77533"/>
                <a:gd name="connsiteY1" fmla="*/ 77533 h 77533"/>
                <a:gd name="connsiteX2" fmla="*/ 0 w 77533"/>
                <a:gd name="connsiteY2" fmla="*/ 38767 h 77533"/>
                <a:gd name="connsiteX3" fmla="*/ 38767 w 77533"/>
                <a:gd name="connsiteY3" fmla="*/ 0 h 77533"/>
                <a:gd name="connsiteX4" fmla="*/ 77533 w 77533"/>
                <a:gd name="connsiteY4" fmla="*/ 38767 h 775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33" h="77533">
                  <a:moveTo>
                    <a:pt x="77533" y="38767"/>
                  </a:moveTo>
                  <a:cubicBezTo>
                    <a:pt x="77533" y="60177"/>
                    <a:pt x="60177" y="77533"/>
                    <a:pt x="38767" y="77533"/>
                  </a:cubicBezTo>
                  <a:cubicBezTo>
                    <a:pt x="17356" y="77533"/>
                    <a:pt x="0" y="60177"/>
                    <a:pt x="0" y="38767"/>
                  </a:cubicBezTo>
                  <a:cubicBezTo>
                    <a:pt x="0" y="17356"/>
                    <a:pt x="17356" y="0"/>
                    <a:pt x="38767" y="0"/>
                  </a:cubicBezTo>
                  <a:cubicBezTo>
                    <a:pt x="60177" y="0"/>
                    <a:pt x="77533" y="17356"/>
                    <a:pt x="77533" y="38767"/>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7" name="Freeform: Shape 258">
              <a:extLst>
                <a:ext uri="{FF2B5EF4-FFF2-40B4-BE49-F238E27FC236}">
                  <a16:creationId xmlns:a16="http://schemas.microsoft.com/office/drawing/2014/main" id="{1E6D80E8-7D3F-6E8E-9FDA-07C1A37CBE27}"/>
                </a:ext>
              </a:extLst>
            </p:cNvPr>
            <p:cNvSpPr/>
            <p:nvPr/>
          </p:nvSpPr>
          <p:spPr>
            <a:xfrm>
              <a:off x="11097756" y="4724372"/>
              <a:ext cx="99441" cy="99441"/>
            </a:xfrm>
            <a:custGeom>
              <a:avLst/>
              <a:gdLst>
                <a:gd name="connsiteX0" fmla="*/ 99441 w 99441"/>
                <a:gd name="connsiteY0" fmla="*/ 49721 h 99441"/>
                <a:gd name="connsiteX1" fmla="*/ 49721 w 99441"/>
                <a:gd name="connsiteY1" fmla="*/ 99441 h 99441"/>
                <a:gd name="connsiteX2" fmla="*/ 0 w 99441"/>
                <a:gd name="connsiteY2" fmla="*/ 49721 h 99441"/>
                <a:gd name="connsiteX3" fmla="*/ 49721 w 99441"/>
                <a:gd name="connsiteY3" fmla="*/ 0 h 99441"/>
                <a:gd name="connsiteX4" fmla="*/ 99441 w 99441"/>
                <a:gd name="connsiteY4" fmla="*/ 49721 h 99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41" h="99441">
                  <a:moveTo>
                    <a:pt x="99441" y="49721"/>
                  </a:moveTo>
                  <a:cubicBezTo>
                    <a:pt x="99441" y="77181"/>
                    <a:pt x="77180" y="99441"/>
                    <a:pt x="49721" y="99441"/>
                  </a:cubicBezTo>
                  <a:cubicBezTo>
                    <a:pt x="22261" y="99441"/>
                    <a:pt x="0" y="77181"/>
                    <a:pt x="0" y="49721"/>
                  </a:cubicBezTo>
                  <a:cubicBezTo>
                    <a:pt x="0" y="22261"/>
                    <a:pt x="22261" y="0"/>
                    <a:pt x="49721" y="0"/>
                  </a:cubicBezTo>
                  <a:cubicBezTo>
                    <a:pt x="77180" y="0"/>
                    <a:pt x="99441" y="22261"/>
                    <a:pt x="99441" y="49721"/>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38" name="Graphic 133">
            <a:extLst>
              <a:ext uri="{FF2B5EF4-FFF2-40B4-BE49-F238E27FC236}">
                <a16:creationId xmlns:a16="http://schemas.microsoft.com/office/drawing/2014/main" id="{A8855F58-6B8B-77E0-1B20-BF603AA3D491}"/>
              </a:ext>
            </a:extLst>
          </p:cNvPr>
          <p:cNvGrpSpPr/>
          <p:nvPr userDrawn="1"/>
        </p:nvGrpSpPr>
        <p:grpSpPr>
          <a:xfrm flipV="1">
            <a:off x="9134596" y="2819653"/>
            <a:ext cx="1402365" cy="926306"/>
            <a:chOff x="9582043" y="2686498"/>
            <a:chExt cx="1402365" cy="926306"/>
          </a:xfrm>
          <a:noFill/>
        </p:grpSpPr>
        <p:sp>
          <p:nvSpPr>
            <p:cNvPr id="39" name="Freeform: Shape 260">
              <a:extLst>
                <a:ext uri="{FF2B5EF4-FFF2-40B4-BE49-F238E27FC236}">
                  <a16:creationId xmlns:a16="http://schemas.microsoft.com/office/drawing/2014/main" id="{61A9CC5C-957B-0692-CD16-A2523EB4C128}"/>
                </a:ext>
              </a:extLst>
            </p:cNvPr>
            <p:cNvSpPr/>
            <p:nvPr/>
          </p:nvSpPr>
          <p:spPr>
            <a:xfrm>
              <a:off x="10526637" y="2686498"/>
              <a:ext cx="457771" cy="457771"/>
            </a:xfrm>
            <a:custGeom>
              <a:avLst/>
              <a:gdLst>
                <a:gd name="connsiteX0" fmla="*/ 457772 w 457771"/>
                <a:gd name="connsiteY0" fmla="*/ 228886 h 457771"/>
                <a:gd name="connsiteX1" fmla="*/ 228886 w 457771"/>
                <a:gd name="connsiteY1" fmla="*/ 457771 h 457771"/>
                <a:gd name="connsiteX2" fmla="*/ 0 w 457771"/>
                <a:gd name="connsiteY2" fmla="*/ 228886 h 457771"/>
                <a:gd name="connsiteX3" fmla="*/ 228886 w 457771"/>
                <a:gd name="connsiteY3" fmla="*/ 0 h 457771"/>
                <a:gd name="connsiteX4" fmla="*/ 457772 w 457771"/>
                <a:gd name="connsiteY4" fmla="*/ 228886 h 4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771" h="457771">
                  <a:moveTo>
                    <a:pt x="457772" y="228886"/>
                  </a:moveTo>
                  <a:cubicBezTo>
                    <a:pt x="457772" y="355296"/>
                    <a:pt x="355296" y="457771"/>
                    <a:pt x="228886" y="457771"/>
                  </a:cubicBezTo>
                  <a:cubicBezTo>
                    <a:pt x="102476" y="457771"/>
                    <a:pt x="0" y="355296"/>
                    <a:pt x="0" y="228886"/>
                  </a:cubicBezTo>
                  <a:cubicBezTo>
                    <a:pt x="0" y="102476"/>
                    <a:pt x="102476" y="0"/>
                    <a:pt x="228886" y="0"/>
                  </a:cubicBezTo>
                  <a:cubicBezTo>
                    <a:pt x="355296" y="0"/>
                    <a:pt x="457772" y="102476"/>
                    <a:pt x="457772" y="228886"/>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0" name="Freeform: Shape 261">
              <a:extLst>
                <a:ext uri="{FF2B5EF4-FFF2-40B4-BE49-F238E27FC236}">
                  <a16:creationId xmlns:a16="http://schemas.microsoft.com/office/drawing/2014/main" id="{8B7477D2-B944-CDC0-B6EA-24F94EC67E24}"/>
                </a:ext>
              </a:extLst>
            </p:cNvPr>
            <p:cNvSpPr/>
            <p:nvPr/>
          </p:nvSpPr>
          <p:spPr>
            <a:xfrm>
              <a:off x="9844552" y="2918146"/>
              <a:ext cx="779716" cy="9525"/>
            </a:xfrm>
            <a:custGeom>
              <a:avLst/>
              <a:gdLst>
                <a:gd name="connsiteX0" fmla="*/ 0 w 779716"/>
                <a:gd name="connsiteY0" fmla="*/ 0 h 9525"/>
                <a:gd name="connsiteX1" fmla="*/ 779717 w 779716"/>
                <a:gd name="connsiteY1" fmla="*/ 0 h 9525"/>
              </a:gdLst>
              <a:ahLst/>
              <a:cxnLst>
                <a:cxn ang="0">
                  <a:pos x="connsiteX0" y="connsiteY0"/>
                </a:cxn>
                <a:cxn ang="0">
                  <a:pos x="connsiteX1" y="connsiteY1"/>
                </a:cxn>
              </a:cxnLst>
              <a:rect l="l" t="t" r="r" b="b"/>
              <a:pathLst>
                <a:path w="779716" h="9525">
                  <a:moveTo>
                    <a:pt x="0" y="0"/>
                  </a:moveTo>
                  <a:lnTo>
                    <a:pt x="779717" y="0"/>
                  </a:lnTo>
                </a:path>
              </a:pathLst>
            </a:custGeom>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1" name="Freeform: Shape 262">
              <a:extLst>
                <a:ext uri="{FF2B5EF4-FFF2-40B4-BE49-F238E27FC236}">
                  <a16:creationId xmlns:a16="http://schemas.microsoft.com/office/drawing/2014/main" id="{435AA0E4-D6F9-FF97-6727-3854BFE726A4}"/>
                </a:ext>
              </a:extLst>
            </p:cNvPr>
            <p:cNvSpPr/>
            <p:nvPr/>
          </p:nvSpPr>
          <p:spPr>
            <a:xfrm>
              <a:off x="10624269" y="2786892"/>
              <a:ext cx="262508" cy="262508"/>
            </a:xfrm>
            <a:custGeom>
              <a:avLst/>
              <a:gdLst>
                <a:gd name="connsiteX0" fmla="*/ 262509 w 262508"/>
                <a:gd name="connsiteY0" fmla="*/ 131255 h 262508"/>
                <a:gd name="connsiteX1" fmla="*/ 131255 w 262508"/>
                <a:gd name="connsiteY1" fmla="*/ 262509 h 262508"/>
                <a:gd name="connsiteX2" fmla="*/ 0 w 262508"/>
                <a:gd name="connsiteY2" fmla="*/ 131255 h 262508"/>
                <a:gd name="connsiteX3" fmla="*/ 131255 w 262508"/>
                <a:gd name="connsiteY3" fmla="*/ 0 h 262508"/>
                <a:gd name="connsiteX4" fmla="*/ 262509 w 262508"/>
                <a:gd name="connsiteY4" fmla="*/ 131255 h 262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508" h="262508">
                  <a:moveTo>
                    <a:pt x="262509" y="131255"/>
                  </a:moveTo>
                  <a:cubicBezTo>
                    <a:pt x="262509" y="203744"/>
                    <a:pt x="203744" y="262509"/>
                    <a:pt x="131255" y="262509"/>
                  </a:cubicBezTo>
                  <a:cubicBezTo>
                    <a:pt x="58765" y="262509"/>
                    <a:pt x="0" y="203744"/>
                    <a:pt x="0" y="131255"/>
                  </a:cubicBezTo>
                  <a:cubicBezTo>
                    <a:pt x="0" y="58765"/>
                    <a:pt x="58765" y="0"/>
                    <a:pt x="131255" y="0"/>
                  </a:cubicBezTo>
                  <a:cubicBezTo>
                    <a:pt x="203744" y="0"/>
                    <a:pt x="262509" y="58765"/>
                    <a:pt x="262509" y="131255"/>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2" name="Freeform: Shape 263">
              <a:extLst>
                <a:ext uri="{FF2B5EF4-FFF2-40B4-BE49-F238E27FC236}">
                  <a16:creationId xmlns:a16="http://schemas.microsoft.com/office/drawing/2014/main" id="{1C380E53-AAFC-85BC-F6FF-D2D1E6399872}"/>
                </a:ext>
              </a:extLst>
            </p:cNvPr>
            <p:cNvSpPr/>
            <p:nvPr/>
          </p:nvSpPr>
          <p:spPr>
            <a:xfrm>
              <a:off x="9582043" y="2786892"/>
              <a:ext cx="262509" cy="262508"/>
            </a:xfrm>
            <a:custGeom>
              <a:avLst/>
              <a:gdLst>
                <a:gd name="connsiteX0" fmla="*/ 262509 w 262509"/>
                <a:gd name="connsiteY0" fmla="*/ 131255 h 262508"/>
                <a:gd name="connsiteX1" fmla="*/ 131254 w 262509"/>
                <a:gd name="connsiteY1" fmla="*/ 262509 h 262508"/>
                <a:gd name="connsiteX2" fmla="*/ 0 w 262509"/>
                <a:gd name="connsiteY2" fmla="*/ 131255 h 262508"/>
                <a:gd name="connsiteX3" fmla="*/ 131254 w 262509"/>
                <a:gd name="connsiteY3" fmla="*/ 0 h 262508"/>
                <a:gd name="connsiteX4" fmla="*/ 262509 w 262509"/>
                <a:gd name="connsiteY4" fmla="*/ 131255 h 262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509" h="262508">
                  <a:moveTo>
                    <a:pt x="262509" y="131255"/>
                  </a:moveTo>
                  <a:cubicBezTo>
                    <a:pt x="262509" y="203744"/>
                    <a:pt x="203744" y="262509"/>
                    <a:pt x="131254" y="262509"/>
                  </a:cubicBezTo>
                  <a:cubicBezTo>
                    <a:pt x="58765" y="262509"/>
                    <a:pt x="0" y="203744"/>
                    <a:pt x="0" y="131255"/>
                  </a:cubicBezTo>
                  <a:cubicBezTo>
                    <a:pt x="0" y="58765"/>
                    <a:pt x="58765" y="0"/>
                    <a:pt x="131254" y="0"/>
                  </a:cubicBezTo>
                  <a:cubicBezTo>
                    <a:pt x="203744" y="0"/>
                    <a:pt x="262509" y="58765"/>
                    <a:pt x="262509" y="131255"/>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3" name="Freeform: Shape 264">
              <a:extLst>
                <a:ext uri="{FF2B5EF4-FFF2-40B4-BE49-F238E27FC236}">
                  <a16:creationId xmlns:a16="http://schemas.microsoft.com/office/drawing/2014/main" id="{4DBDDBBA-958F-1277-4284-C44B084A6828}"/>
                </a:ext>
              </a:extLst>
            </p:cNvPr>
            <p:cNvSpPr/>
            <p:nvPr/>
          </p:nvSpPr>
          <p:spPr>
            <a:xfrm>
              <a:off x="10755523" y="3144270"/>
              <a:ext cx="9525" cy="468534"/>
            </a:xfrm>
            <a:custGeom>
              <a:avLst/>
              <a:gdLst>
                <a:gd name="connsiteX0" fmla="*/ 0 w 9525"/>
                <a:gd name="connsiteY0" fmla="*/ 0 h 468534"/>
                <a:gd name="connsiteX1" fmla="*/ 0 w 9525"/>
                <a:gd name="connsiteY1" fmla="*/ 468535 h 468534"/>
              </a:gdLst>
              <a:ahLst/>
              <a:cxnLst>
                <a:cxn ang="0">
                  <a:pos x="connsiteX0" y="connsiteY0"/>
                </a:cxn>
                <a:cxn ang="0">
                  <a:pos x="connsiteX1" y="connsiteY1"/>
                </a:cxn>
              </a:cxnLst>
              <a:rect l="l" t="t" r="r" b="b"/>
              <a:pathLst>
                <a:path w="9525" h="468534">
                  <a:moveTo>
                    <a:pt x="0" y="0"/>
                  </a:moveTo>
                  <a:lnTo>
                    <a:pt x="0" y="468535"/>
                  </a:lnTo>
                </a:path>
              </a:pathLst>
            </a:custGeom>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44" name="Freeform: Shape 265">
            <a:extLst>
              <a:ext uri="{FF2B5EF4-FFF2-40B4-BE49-F238E27FC236}">
                <a16:creationId xmlns:a16="http://schemas.microsoft.com/office/drawing/2014/main" id="{F7C6FD1A-B2B0-3267-885E-DCC53C98F330}"/>
              </a:ext>
            </a:extLst>
          </p:cNvPr>
          <p:cNvSpPr/>
          <p:nvPr userDrawn="1"/>
        </p:nvSpPr>
        <p:spPr>
          <a:xfrm>
            <a:off x="11185175" y="279296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5" name="Freeform: Shape 269">
            <a:extLst>
              <a:ext uri="{FF2B5EF4-FFF2-40B4-BE49-F238E27FC236}">
                <a16:creationId xmlns:a16="http://schemas.microsoft.com/office/drawing/2014/main" id="{745CFBED-5657-9FA2-871E-686AC9D005FF}"/>
              </a:ext>
            </a:extLst>
          </p:cNvPr>
          <p:cNvSpPr/>
          <p:nvPr userDrawn="1"/>
        </p:nvSpPr>
        <p:spPr>
          <a:xfrm>
            <a:off x="6195382" y="430769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6" name="Freeform: Shape 285">
            <a:extLst>
              <a:ext uri="{FF2B5EF4-FFF2-40B4-BE49-F238E27FC236}">
                <a16:creationId xmlns:a16="http://schemas.microsoft.com/office/drawing/2014/main" id="{8E7AAEEB-66C4-8582-DB55-605B78CEBBBF}"/>
              </a:ext>
            </a:extLst>
          </p:cNvPr>
          <p:cNvSpPr/>
          <p:nvPr userDrawn="1"/>
        </p:nvSpPr>
        <p:spPr>
          <a:xfrm>
            <a:off x="8709950" y="5303803"/>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7" name="Freeform: Shape 286">
            <a:extLst>
              <a:ext uri="{FF2B5EF4-FFF2-40B4-BE49-F238E27FC236}">
                <a16:creationId xmlns:a16="http://schemas.microsoft.com/office/drawing/2014/main" id="{7B07BE64-0FEB-105B-532C-B451305DD39A}"/>
              </a:ext>
            </a:extLst>
          </p:cNvPr>
          <p:cNvSpPr/>
          <p:nvPr userDrawn="1"/>
        </p:nvSpPr>
        <p:spPr>
          <a:xfrm>
            <a:off x="9116688" y="50100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48" name="Graphic 133">
            <a:extLst>
              <a:ext uri="{FF2B5EF4-FFF2-40B4-BE49-F238E27FC236}">
                <a16:creationId xmlns:a16="http://schemas.microsoft.com/office/drawing/2014/main" id="{225D3D06-0410-493F-2044-18F7C16802B1}"/>
              </a:ext>
            </a:extLst>
          </p:cNvPr>
          <p:cNvGrpSpPr/>
          <p:nvPr userDrawn="1"/>
        </p:nvGrpSpPr>
        <p:grpSpPr>
          <a:xfrm rot="15300000">
            <a:off x="4917142" y="1961725"/>
            <a:ext cx="1311782" cy="2575749"/>
            <a:chOff x="7819347" y="302010"/>
            <a:chExt cx="1311782" cy="2575749"/>
          </a:xfrm>
          <a:noFill/>
        </p:grpSpPr>
        <p:sp>
          <p:nvSpPr>
            <p:cNvPr id="49" name="Freeform: Shape 288">
              <a:extLst>
                <a:ext uri="{FF2B5EF4-FFF2-40B4-BE49-F238E27FC236}">
                  <a16:creationId xmlns:a16="http://schemas.microsoft.com/office/drawing/2014/main" id="{A8C9B2D1-0AB0-6540-2833-A5CF9CD906E8}"/>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0" name="Freeform: Shape 289">
              <a:extLst>
                <a:ext uri="{FF2B5EF4-FFF2-40B4-BE49-F238E27FC236}">
                  <a16:creationId xmlns:a16="http://schemas.microsoft.com/office/drawing/2014/main" id="{A9B7C5DE-688A-13E5-BF40-6F0FE7716B40}"/>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1" name="Freeform: Shape 290">
              <a:extLst>
                <a:ext uri="{FF2B5EF4-FFF2-40B4-BE49-F238E27FC236}">
                  <a16:creationId xmlns:a16="http://schemas.microsoft.com/office/drawing/2014/main" id="{D572A5D7-1308-8161-C560-67A731CF15C3}"/>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2" name="Freeform: Shape 291">
              <a:extLst>
                <a:ext uri="{FF2B5EF4-FFF2-40B4-BE49-F238E27FC236}">
                  <a16:creationId xmlns:a16="http://schemas.microsoft.com/office/drawing/2014/main" id="{A4DEFCCC-D6B3-5F8E-42BB-A396201F7253}"/>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3" name="Freeform: Shape 292">
              <a:extLst>
                <a:ext uri="{FF2B5EF4-FFF2-40B4-BE49-F238E27FC236}">
                  <a16:creationId xmlns:a16="http://schemas.microsoft.com/office/drawing/2014/main" id="{D1366F4B-2384-29DA-7E67-92B9B0C81293}"/>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54" name="Oval 53">
            <a:extLst>
              <a:ext uri="{FF2B5EF4-FFF2-40B4-BE49-F238E27FC236}">
                <a16:creationId xmlns:a16="http://schemas.microsoft.com/office/drawing/2014/main" id="{F158BDAF-D49A-D3E9-26E2-23DBF9A1D917}"/>
              </a:ext>
            </a:extLst>
          </p:cNvPr>
          <p:cNvSpPr/>
          <p:nvPr userDrawn="1"/>
        </p:nvSpPr>
        <p:spPr>
          <a:xfrm flipV="1">
            <a:off x="6354876" y="1852997"/>
            <a:ext cx="3152006" cy="3152006"/>
          </a:xfrm>
          <a:prstGeom prst="ellipse">
            <a:avLst/>
          </a:prstGeom>
          <a:solidFill>
            <a:schemeClr val="bg1"/>
          </a:solidFill>
          <a:ln w="508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55" name="Freeform: Shape 298">
            <a:extLst>
              <a:ext uri="{FF2B5EF4-FFF2-40B4-BE49-F238E27FC236}">
                <a16:creationId xmlns:a16="http://schemas.microsoft.com/office/drawing/2014/main" id="{066CAEBB-AF92-6D05-D9F3-42BB57093F1E}"/>
              </a:ext>
            </a:extLst>
          </p:cNvPr>
          <p:cNvSpPr/>
          <p:nvPr userDrawn="1"/>
        </p:nvSpPr>
        <p:spPr>
          <a:xfrm>
            <a:off x="5406003" y="4429286"/>
            <a:ext cx="2921280" cy="1192670"/>
          </a:xfrm>
          <a:custGeom>
            <a:avLst/>
            <a:gdLst>
              <a:gd name="connsiteX0" fmla="*/ 2797989 w 3387980"/>
              <a:gd name="connsiteY0" fmla="*/ 793219 h 1383210"/>
              <a:gd name="connsiteX1" fmla="*/ 2614092 w 3387980"/>
              <a:gd name="connsiteY1" fmla="*/ 822614 h 1383210"/>
              <a:gd name="connsiteX2" fmla="*/ 1697357 w 3387980"/>
              <a:gd name="connsiteY2" fmla="*/ 0 h 1383210"/>
              <a:gd name="connsiteX3" fmla="*/ 798795 w 3387980"/>
              <a:gd name="connsiteY3" fmla="*/ 714810 h 1383210"/>
              <a:gd name="connsiteX4" fmla="*/ 668546 w 3387980"/>
              <a:gd name="connsiteY4" fmla="*/ 714665 h 1383210"/>
              <a:gd name="connsiteX5" fmla="*/ 0 w 3387980"/>
              <a:gd name="connsiteY5" fmla="*/ 1383211 h 1383210"/>
              <a:gd name="connsiteX6" fmla="*/ 3387981 w 3387980"/>
              <a:gd name="connsiteY6" fmla="*/ 1383211 h 1383210"/>
              <a:gd name="connsiteX7" fmla="*/ 2797989 w 3387980"/>
              <a:gd name="connsiteY7" fmla="*/ 793219 h 138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7980" h="1383210">
                <a:moveTo>
                  <a:pt x="2797989" y="793219"/>
                </a:moveTo>
                <a:cubicBezTo>
                  <a:pt x="2733770" y="793219"/>
                  <a:pt x="2671940" y="803573"/>
                  <a:pt x="2614092" y="822614"/>
                </a:cubicBezTo>
                <a:cubicBezTo>
                  <a:pt x="2564425" y="360192"/>
                  <a:pt x="2172956" y="0"/>
                  <a:pt x="1697357" y="0"/>
                </a:cubicBezTo>
                <a:cubicBezTo>
                  <a:pt x="1259406" y="0"/>
                  <a:pt x="892915" y="305385"/>
                  <a:pt x="798795" y="714810"/>
                </a:cubicBezTo>
                <a:lnTo>
                  <a:pt x="668546" y="714665"/>
                </a:lnTo>
                <a:cubicBezTo>
                  <a:pt x="299304" y="714737"/>
                  <a:pt x="0" y="1014041"/>
                  <a:pt x="0" y="1383211"/>
                </a:cubicBezTo>
                <a:lnTo>
                  <a:pt x="3387981" y="1383211"/>
                </a:lnTo>
                <a:cubicBezTo>
                  <a:pt x="3387981" y="1057336"/>
                  <a:pt x="3123864" y="793219"/>
                  <a:pt x="2797989" y="793219"/>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56" name="Graphic 133">
            <a:extLst>
              <a:ext uri="{FF2B5EF4-FFF2-40B4-BE49-F238E27FC236}">
                <a16:creationId xmlns:a16="http://schemas.microsoft.com/office/drawing/2014/main" id="{9FF65BFA-580C-DCA7-C668-2CA14DE5BBE7}"/>
              </a:ext>
            </a:extLst>
          </p:cNvPr>
          <p:cNvGrpSpPr/>
          <p:nvPr userDrawn="1"/>
        </p:nvGrpSpPr>
        <p:grpSpPr>
          <a:xfrm>
            <a:off x="6411279" y="5443017"/>
            <a:ext cx="492164" cy="535997"/>
            <a:chOff x="8799755" y="943899"/>
            <a:chExt cx="839533" cy="914304"/>
          </a:xfrm>
          <a:noFill/>
        </p:grpSpPr>
        <p:sp>
          <p:nvSpPr>
            <p:cNvPr id="57" name="Freeform: Shape 300">
              <a:extLst>
                <a:ext uri="{FF2B5EF4-FFF2-40B4-BE49-F238E27FC236}">
                  <a16:creationId xmlns:a16="http://schemas.microsoft.com/office/drawing/2014/main" id="{52100AD9-54F6-7550-022D-1B629B339DB5}"/>
                </a:ext>
              </a:extLst>
            </p:cNvPr>
            <p:cNvSpPr/>
            <p:nvPr/>
          </p:nvSpPr>
          <p:spPr>
            <a:xfrm>
              <a:off x="8799755" y="943899"/>
              <a:ext cx="839533" cy="914304"/>
            </a:xfrm>
            <a:custGeom>
              <a:avLst/>
              <a:gdLst>
                <a:gd name="connsiteX0" fmla="*/ 419767 w 839533"/>
                <a:gd name="connsiteY0" fmla="*/ 914305 h 914304"/>
                <a:gd name="connsiteX1" fmla="*/ 415576 w 839533"/>
                <a:gd name="connsiteY1" fmla="*/ 913638 h 914304"/>
                <a:gd name="connsiteX2" fmla="*/ 0 w 839533"/>
                <a:gd name="connsiteY2" fmla="*/ 345281 h 914304"/>
                <a:gd name="connsiteX3" fmla="*/ 0 w 839533"/>
                <a:gd name="connsiteY3" fmla="*/ 13906 h 914304"/>
                <a:gd name="connsiteX4" fmla="*/ 13906 w 839533"/>
                <a:gd name="connsiteY4" fmla="*/ 0 h 914304"/>
                <a:gd name="connsiteX5" fmla="*/ 825627 w 839533"/>
                <a:gd name="connsiteY5" fmla="*/ 0 h 914304"/>
                <a:gd name="connsiteX6" fmla="*/ 839534 w 839533"/>
                <a:gd name="connsiteY6" fmla="*/ 13906 h 914304"/>
                <a:gd name="connsiteX7" fmla="*/ 839534 w 839533"/>
                <a:gd name="connsiteY7" fmla="*/ 345281 h 914304"/>
                <a:gd name="connsiteX8" fmla="*/ 424053 w 839533"/>
                <a:gd name="connsiteY8" fmla="*/ 913638 h 914304"/>
                <a:gd name="connsiteX9" fmla="*/ 419862 w 839533"/>
                <a:gd name="connsiteY9" fmla="*/ 914305 h 91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9533" h="914304">
                  <a:moveTo>
                    <a:pt x="419767" y="914305"/>
                  </a:moveTo>
                  <a:cubicBezTo>
                    <a:pt x="418338" y="914305"/>
                    <a:pt x="416909" y="914114"/>
                    <a:pt x="415576" y="913638"/>
                  </a:cubicBezTo>
                  <a:cubicBezTo>
                    <a:pt x="167069" y="834676"/>
                    <a:pt x="0" y="606266"/>
                    <a:pt x="0" y="345281"/>
                  </a:cubicBezTo>
                  <a:lnTo>
                    <a:pt x="0" y="13906"/>
                  </a:lnTo>
                  <a:cubicBezTo>
                    <a:pt x="0" y="6191"/>
                    <a:pt x="6191" y="0"/>
                    <a:pt x="13906" y="0"/>
                  </a:cubicBezTo>
                  <a:lnTo>
                    <a:pt x="825627" y="0"/>
                  </a:lnTo>
                  <a:cubicBezTo>
                    <a:pt x="833342" y="0"/>
                    <a:pt x="839534" y="6191"/>
                    <a:pt x="839534" y="13906"/>
                  </a:cubicBezTo>
                  <a:lnTo>
                    <a:pt x="839534" y="345281"/>
                  </a:lnTo>
                  <a:cubicBezTo>
                    <a:pt x="839534" y="606266"/>
                    <a:pt x="672560" y="834676"/>
                    <a:pt x="424053" y="913638"/>
                  </a:cubicBezTo>
                  <a:cubicBezTo>
                    <a:pt x="422624" y="914114"/>
                    <a:pt x="421195" y="914305"/>
                    <a:pt x="419862" y="914305"/>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8" name="Freeform: Shape 301">
              <a:extLst>
                <a:ext uri="{FF2B5EF4-FFF2-40B4-BE49-F238E27FC236}">
                  <a16:creationId xmlns:a16="http://schemas.microsoft.com/office/drawing/2014/main" id="{524B3441-3CEB-FBF9-6A62-068A8B44C403}"/>
                </a:ext>
              </a:extLst>
            </p:cNvPr>
            <p:cNvSpPr/>
            <p:nvPr/>
          </p:nvSpPr>
          <p:spPr>
            <a:xfrm>
              <a:off x="9223713" y="943899"/>
              <a:ext cx="9525" cy="913638"/>
            </a:xfrm>
            <a:custGeom>
              <a:avLst/>
              <a:gdLst>
                <a:gd name="connsiteX0" fmla="*/ 0 w 9525"/>
                <a:gd name="connsiteY0" fmla="*/ 913638 h 913638"/>
                <a:gd name="connsiteX1" fmla="*/ 0 w 9525"/>
                <a:gd name="connsiteY1" fmla="*/ 0 h 913638"/>
              </a:gdLst>
              <a:ahLst/>
              <a:cxnLst>
                <a:cxn ang="0">
                  <a:pos x="connsiteX0" y="connsiteY0"/>
                </a:cxn>
                <a:cxn ang="0">
                  <a:pos x="connsiteX1" y="connsiteY1"/>
                </a:cxn>
              </a:cxnLst>
              <a:rect l="l" t="t" r="r" b="b"/>
              <a:pathLst>
                <a:path w="9525" h="913638">
                  <a:moveTo>
                    <a:pt x="0" y="913638"/>
                  </a:moveTo>
                  <a:lnTo>
                    <a:pt x="0" y="0"/>
                  </a:ln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59" name="Group 58" descr="Container&#10;">
            <a:extLst>
              <a:ext uri="{FF2B5EF4-FFF2-40B4-BE49-F238E27FC236}">
                <a16:creationId xmlns:a16="http://schemas.microsoft.com/office/drawing/2014/main" id="{7B897225-91E1-F8AA-70B8-7827D2A9126D}"/>
              </a:ext>
            </a:extLst>
          </p:cNvPr>
          <p:cNvGrpSpPr>
            <a:grpSpLocks noChangeAspect="1"/>
          </p:cNvGrpSpPr>
          <p:nvPr userDrawn="1"/>
        </p:nvGrpSpPr>
        <p:grpSpPr>
          <a:xfrm>
            <a:off x="7105553" y="2627829"/>
            <a:ext cx="1645920" cy="1645920"/>
            <a:chOff x="530529" y="4420064"/>
            <a:chExt cx="600837" cy="600837"/>
          </a:xfrm>
          <a:solidFill>
            <a:schemeClr val="accent3"/>
          </a:solidFill>
        </p:grpSpPr>
        <p:sp>
          <p:nvSpPr>
            <p:cNvPr id="60" name="Picture Placeholder 113">
              <a:extLst>
                <a:ext uri="{FF2B5EF4-FFF2-40B4-BE49-F238E27FC236}">
                  <a16:creationId xmlns:a16="http://schemas.microsoft.com/office/drawing/2014/main" id="{0B233153-F204-3DB6-5C03-EDABB51A8042}"/>
                </a:ext>
              </a:extLst>
            </p:cNvPr>
            <p:cNvSpPr/>
            <p:nvPr/>
          </p:nvSpPr>
          <p:spPr>
            <a:xfrm>
              <a:off x="530529" y="4420064"/>
              <a:ext cx="600837" cy="600837"/>
            </a:xfrm>
            <a:custGeom>
              <a:avLst/>
              <a:gdLst>
                <a:gd name="connsiteX0" fmla="*/ 554920 w 600837"/>
                <a:gd name="connsiteY0" fmla="*/ 15938 h 600837"/>
                <a:gd name="connsiteX1" fmla="*/ 585026 w 600837"/>
                <a:gd name="connsiteY1" fmla="*/ 46043 h 600837"/>
                <a:gd name="connsiteX2" fmla="*/ 585026 w 600837"/>
                <a:gd name="connsiteY2" fmla="*/ 555110 h 600837"/>
                <a:gd name="connsiteX3" fmla="*/ 554920 w 600837"/>
                <a:gd name="connsiteY3" fmla="*/ 585152 h 600837"/>
                <a:gd name="connsiteX4" fmla="*/ 45917 w 600837"/>
                <a:gd name="connsiteY4" fmla="*/ 585152 h 600837"/>
                <a:gd name="connsiteX5" fmla="*/ 15812 w 600837"/>
                <a:gd name="connsiteY5" fmla="*/ 555110 h 600837"/>
                <a:gd name="connsiteX6" fmla="*/ 15812 w 600837"/>
                <a:gd name="connsiteY6" fmla="*/ 45917 h 600837"/>
                <a:gd name="connsiteX7" fmla="*/ 45917 w 600837"/>
                <a:gd name="connsiteY7" fmla="*/ 15938 h 600837"/>
                <a:gd name="connsiteX8" fmla="*/ 554920 w 600837"/>
                <a:gd name="connsiteY8" fmla="*/ 15938 h 600837"/>
                <a:gd name="connsiteX9" fmla="*/ 554920 w 600837"/>
                <a:gd name="connsiteY9" fmla="*/ 126 h 600837"/>
                <a:gd name="connsiteX10" fmla="*/ 45917 w 600837"/>
                <a:gd name="connsiteY10" fmla="*/ 126 h 600837"/>
                <a:gd name="connsiteX11" fmla="*/ 0 w 600837"/>
                <a:gd name="connsiteY11" fmla="*/ 45917 h 600837"/>
                <a:gd name="connsiteX12" fmla="*/ 0 w 600837"/>
                <a:gd name="connsiteY12" fmla="*/ 554984 h 600837"/>
                <a:gd name="connsiteX13" fmla="*/ 45917 w 600837"/>
                <a:gd name="connsiteY13" fmla="*/ 600837 h 600837"/>
                <a:gd name="connsiteX14" fmla="*/ 554920 w 600837"/>
                <a:gd name="connsiteY14" fmla="*/ 600837 h 600837"/>
                <a:gd name="connsiteX15" fmla="*/ 600837 w 600837"/>
                <a:gd name="connsiteY15" fmla="*/ 554984 h 600837"/>
                <a:gd name="connsiteX16" fmla="*/ 600837 w 600837"/>
                <a:gd name="connsiteY16" fmla="*/ 45917 h 600837"/>
                <a:gd name="connsiteX17" fmla="*/ 554920 w 600837"/>
                <a:gd name="connsiteY17" fmla="*/ 0 h 600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0837" h="600837">
                  <a:moveTo>
                    <a:pt x="554920" y="15938"/>
                  </a:moveTo>
                  <a:cubicBezTo>
                    <a:pt x="571548" y="15938"/>
                    <a:pt x="585026" y="29416"/>
                    <a:pt x="585026" y="46043"/>
                  </a:cubicBezTo>
                  <a:lnTo>
                    <a:pt x="585026" y="555110"/>
                  </a:lnTo>
                  <a:cubicBezTo>
                    <a:pt x="584988" y="571712"/>
                    <a:pt x="571522" y="585152"/>
                    <a:pt x="554920" y="585152"/>
                  </a:cubicBezTo>
                  <a:lnTo>
                    <a:pt x="45917" y="585152"/>
                  </a:lnTo>
                  <a:cubicBezTo>
                    <a:pt x="29315" y="585152"/>
                    <a:pt x="15846" y="571712"/>
                    <a:pt x="15812" y="555110"/>
                  </a:cubicBezTo>
                  <a:lnTo>
                    <a:pt x="15812" y="45917"/>
                  </a:lnTo>
                  <a:cubicBezTo>
                    <a:pt x="15881" y="29339"/>
                    <a:pt x="29339" y="15938"/>
                    <a:pt x="45917" y="15938"/>
                  </a:cubicBezTo>
                  <a:lnTo>
                    <a:pt x="554920" y="15938"/>
                  </a:lnTo>
                  <a:moveTo>
                    <a:pt x="554920" y="126"/>
                  </a:moveTo>
                  <a:lnTo>
                    <a:pt x="45917" y="126"/>
                  </a:lnTo>
                  <a:cubicBezTo>
                    <a:pt x="20607" y="126"/>
                    <a:pt x="70" y="20607"/>
                    <a:pt x="0" y="45917"/>
                  </a:cubicBezTo>
                  <a:lnTo>
                    <a:pt x="0" y="554984"/>
                  </a:lnTo>
                  <a:cubicBezTo>
                    <a:pt x="35" y="580320"/>
                    <a:pt x="20582" y="600837"/>
                    <a:pt x="45917" y="600837"/>
                  </a:cubicBezTo>
                  <a:lnTo>
                    <a:pt x="554920" y="600837"/>
                  </a:lnTo>
                  <a:cubicBezTo>
                    <a:pt x="580257" y="600837"/>
                    <a:pt x="600799" y="580320"/>
                    <a:pt x="600837" y="554984"/>
                  </a:cubicBezTo>
                  <a:lnTo>
                    <a:pt x="600837" y="45917"/>
                  </a:lnTo>
                  <a:cubicBezTo>
                    <a:pt x="600837" y="20557"/>
                    <a:pt x="580282" y="0"/>
                    <a:pt x="554920"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61" name="Picture Placeholder 113">
              <a:extLst>
                <a:ext uri="{FF2B5EF4-FFF2-40B4-BE49-F238E27FC236}">
                  <a16:creationId xmlns:a16="http://schemas.microsoft.com/office/drawing/2014/main" id="{1555F2BD-E3F8-19AB-3761-B86DD375DDEE}"/>
                </a:ext>
              </a:extLst>
            </p:cNvPr>
            <p:cNvSpPr/>
            <p:nvPr/>
          </p:nvSpPr>
          <p:spPr>
            <a:xfrm>
              <a:off x="768207" y="4826672"/>
              <a:ext cx="126808" cy="126492"/>
            </a:xfrm>
            <a:custGeom>
              <a:avLst/>
              <a:gdLst>
                <a:gd name="connsiteX0" fmla="*/ 110870 w 126808"/>
                <a:gd name="connsiteY0" fmla="*/ 15812 h 126492"/>
                <a:gd name="connsiteX1" fmla="*/ 110870 w 126808"/>
                <a:gd name="connsiteY1" fmla="*/ 110681 h 126492"/>
                <a:gd name="connsiteX2" fmla="*/ 16001 w 126808"/>
                <a:gd name="connsiteY2" fmla="*/ 110681 h 126492"/>
                <a:gd name="connsiteX3" fmla="*/ 16001 w 126808"/>
                <a:gd name="connsiteY3" fmla="*/ 15812 h 126492"/>
                <a:gd name="connsiteX4" fmla="*/ 110870 w 126808"/>
                <a:gd name="connsiteY4" fmla="*/ 15812 h 126492"/>
                <a:gd name="connsiteX5" fmla="*/ 117195 w 126808"/>
                <a:gd name="connsiteY5" fmla="*/ 0 h 126492"/>
                <a:gd name="connsiteX6" fmla="*/ 9677 w 126808"/>
                <a:gd name="connsiteY6" fmla="*/ 0 h 126492"/>
                <a:gd name="connsiteX7" fmla="*/ 0 w 126808"/>
                <a:gd name="connsiteY7" fmla="*/ 9613 h 126492"/>
                <a:gd name="connsiteX8" fmla="*/ 0 w 126808"/>
                <a:gd name="connsiteY8" fmla="*/ 116815 h 126492"/>
                <a:gd name="connsiteX9" fmla="*/ 9677 w 126808"/>
                <a:gd name="connsiteY9" fmla="*/ 126492 h 126492"/>
                <a:gd name="connsiteX10" fmla="*/ 117195 w 126808"/>
                <a:gd name="connsiteY10" fmla="*/ 126492 h 126492"/>
                <a:gd name="connsiteX11" fmla="*/ 126808 w 126808"/>
                <a:gd name="connsiteY11" fmla="*/ 116815 h 126492"/>
                <a:gd name="connsiteX12" fmla="*/ 126808 w 126808"/>
                <a:gd name="connsiteY12" fmla="*/ 9613 h 126492"/>
                <a:gd name="connsiteX13" fmla="*/ 117195 w 126808"/>
                <a:gd name="connsiteY13" fmla="*/ 0 h 126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808" h="126492">
                  <a:moveTo>
                    <a:pt x="110870" y="15812"/>
                  </a:moveTo>
                  <a:lnTo>
                    <a:pt x="110870" y="110681"/>
                  </a:lnTo>
                  <a:lnTo>
                    <a:pt x="16001" y="110681"/>
                  </a:lnTo>
                  <a:lnTo>
                    <a:pt x="16001" y="15812"/>
                  </a:lnTo>
                  <a:lnTo>
                    <a:pt x="110870" y="15812"/>
                  </a:lnTo>
                  <a:moveTo>
                    <a:pt x="117195" y="0"/>
                  </a:moveTo>
                  <a:lnTo>
                    <a:pt x="9677" y="0"/>
                  </a:lnTo>
                  <a:cubicBezTo>
                    <a:pt x="4357" y="0"/>
                    <a:pt x="35" y="4294"/>
                    <a:pt x="0" y="9613"/>
                  </a:cubicBezTo>
                  <a:lnTo>
                    <a:pt x="0" y="116815"/>
                  </a:lnTo>
                  <a:cubicBezTo>
                    <a:pt x="35" y="122145"/>
                    <a:pt x="4347" y="126457"/>
                    <a:pt x="9677" y="126492"/>
                  </a:cubicBezTo>
                  <a:lnTo>
                    <a:pt x="117195" y="126492"/>
                  </a:lnTo>
                  <a:cubicBezTo>
                    <a:pt x="122514" y="126457"/>
                    <a:pt x="126808" y="122135"/>
                    <a:pt x="126808" y="116815"/>
                  </a:cubicBezTo>
                  <a:lnTo>
                    <a:pt x="126808" y="9613"/>
                  </a:lnTo>
                  <a:cubicBezTo>
                    <a:pt x="126808" y="4304"/>
                    <a:pt x="122504" y="0"/>
                    <a:pt x="117195"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62" name="Picture Placeholder 113">
              <a:extLst>
                <a:ext uri="{FF2B5EF4-FFF2-40B4-BE49-F238E27FC236}">
                  <a16:creationId xmlns:a16="http://schemas.microsoft.com/office/drawing/2014/main" id="{7826D8A7-BBCA-4296-C714-6692F52E032D}"/>
                </a:ext>
              </a:extLst>
            </p:cNvPr>
            <p:cNvSpPr/>
            <p:nvPr/>
          </p:nvSpPr>
          <p:spPr>
            <a:xfrm>
              <a:off x="807926" y="4866201"/>
              <a:ext cx="47434" cy="47434"/>
            </a:xfrm>
            <a:custGeom>
              <a:avLst/>
              <a:gdLst>
                <a:gd name="connsiteX0" fmla="*/ 43829 w 47434"/>
                <a:gd name="connsiteY0" fmla="*/ 0 h 47434"/>
                <a:gd name="connsiteX1" fmla="*/ 47435 w 47434"/>
                <a:gd name="connsiteY1" fmla="*/ 0 h 47434"/>
                <a:gd name="connsiteX2" fmla="*/ 47435 w 47434"/>
                <a:gd name="connsiteY2" fmla="*/ 47434 h 47434"/>
                <a:gd name="connsiteX3" fmla="*/ 43829 w 47434"/>
                <a:gd name="connsiteY3" fmla="*/ 47434 h 47434"/>
                <a:gd name="connsiteX4" fmla="*/ 3605 w 47434"/>
                <a:gd name="connsiteY4" fmla="*/ 47434 h 47434"/>
                <a:gd name="connsiteX5" fmla="*/ 0 w 47434"/>
                <a:gd name="connsiteY5" fmla="*/ 47434 h 47434"/>
                <a:gd name="connsiteX6" fmla="*/ 0 w 47434"/>
                <a:gd name="connsiteY6" fmla="*/ 0 h 47434"/>
                <a:gd name="connsiteX7" fmla="*/ 3605 w 47434"/>
                <a:gd name="connsiteY7" fmla="*/ 0 h 4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34" h="47434">
                  <a:moveTo>
                    <a:pt x="43829" y="0"/>
                  </a:moveTo>
                  <a:cubicBezTo>
                    <a:pt x="45820" y="0"/>
                    <a:pt x="47435" y="0"/>
                    <a:pt x="47435" y="0"/>
                  </a:cubicBezTo>
                  <a:lnTo>
                    <a:pt x="47435" y="47434"/>
                  </a:lnTo>
                  <a:cubicBezTo>
                    <a:pt x="47435" y="47434"/>
                    <a:pt x="45820" y="47434"/>
                    <a:pt x="43829" y="47434"/>
                  </a:cubicBezTo>
                  <a:lnTo>
                    <a:pt x="3605" y="47434"/>
                  </a:lnTo>
                  <a:cubicBezTo>
                    <a:pt x="1614" y="47434"/>
                    <a:pt x="0" y="47434"/>
                    <a:pt x="0" y="47434"/>
                  </a:cubicBezTo>
                  <a:lnTo>
                    <a:pt x="0" y="0"/>
                  </a:lnTo>
                  <a:cubicBezTo>
                    <a:pt x="0" y="0"/>
                    <a:pt x="1614" y="0"/>
                    <a:pt x="3605"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63" name="Picture Placeholder 113">
              <a:extLst>
                <a:ext uri="{FF2B5EF4-FFF2-40B4-BE49-F238E27FC236}">
                  <a16:creationId xmlns:a16="http://schemas.microsoft.com/office/drawing/2014/main" id="{E523FC37-9285-BD96-3DED-5D92CD07E316}"/>
                </a:ext>
              </a:extLst>
            </p:cNvPr>
            <p:cNvSpPr/>
            <p:nvPr/>
          </p:nvSpPr>
          <p:spPr>
            <a:xfrm>
              <a:off x="768207" y="4492480"/>
              <a:ext cx="126808" cy="126492"/>
            </a:xfrm>
            <a:custGeom>
              <a:avLst/>
              <a:gdLst>
                <a:gd name="connsiteX0" fmla="*/ 110870 w 126808"/>
                <a:gd name="connsiteY0" fmla="*/ 15812 h 126492"/>
                <a:gd name="connsiteX1" fmla="*/ 110870 w 126808"/>
                <a:gd name="connsiteY1" fmla="*/ 110681 h 126492"/>
                <a:gd name="connsiteX2" fmla="*/ 16001 w 126808"/>
                <a:gd name="connsiteY2" fmla="*/ 110681 h 126492"/>
                <a:gd name="connsiteX3" fmla="*/ 16001 w 126808"/>
                <a:gd name="connsiteY3" fmla="*/ 15812 h 126492"/>
                <a:gd name="connsiteX4" fmla="*/ 110870 w 126808"/>
                <a:gd name="connsiteY4" fmla="*/ 15812 h 126492"/>
                <a:gd name="connsiteX5" fmla="*/ 117195 w 126808"/>
                <a:gd name="connsiteY5" fmla="*/ 0 h 126492"/>
                <a:gd name="connsiteX6" fmla="*/ 9677 w 126808"/>
                <a:gd name="connsiteY6" fmla="*/ 0 h 126492"/>
                <a:gd name="connsiteX7" fmla="*/ 0 w 126808"/>
                <a:gd name="connsiteY7" fmla="*/ 9677 h 126492"/>
                <a:gd name="connsiteX8" fmla="*/ 0 w 126808"/>
                <a:gd name="connsiteY8" fmla="*/ 116815 h 126492"/>
                <a:gd name="connsiteX9" fmla="*/ 9677 w 126808"/>
                <a:gd name="connsiteY9" fmla="*/ 126492 h 126492"/>
                <a:gd name="connsiteX10" fmla="*/ 117195 w 126808"/>
                <a:gd name="connsiteY10" fmla="*/ 126492 h 126492"/>
                <a:gd name="connsiteX11" fmla="*/ 126808 w 126808"/>
                <a:gd name="connsiteY11" fmla="*/ 116879 h 126492"/>
                <a:gd name="connsiteX12" fmla="*/ 126808 w 126808"/>
                <a:gd name="connsiteY12" fmla="*/ 116815 h 126492"/>
                <a:gd name="connsiteX13" fmla="*/ 126808 w 126808"/>
                <a:gd name="connsiteY13" fmla="*/ 9677 h 126492"/>
                <a:gd name="connsiteX14" fmla="*/ 117258 w 126808"/>
                <a:gd name="connsiteY14" fmla="*/ 0 h 126492"/>
                <a:gd name="connsiteX15" fmla="*/ 117195 w 126808"/>
                <a:gd name="connsiteY15" fmla="*/ 0 h 126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6808" h="126492">
                  <a:moveTo>
                    <a:pt x="110870" y="15812"/>
                  </a:moveTo>
                  <a:lnTo>
                    <a:pt x="110870" y="110681"/>
                  </a:lnTo>
                  <a:lnTo>
                    <a:pt x="16001" y="110681"/>
                  </a:lnTo>
                  <a:lnTo>
                    <a:pt x="16001" y="15812"/>
                  </a:lnTo>
                  <a:lnTo>
                    <a:pt x="110870" y="15812"/>
                  </a:lnTo>
                  <a:moveTo>
                    <a:pt x="117195" y="0"/>
                  </a:moveTo>
                  <a:lnTo>
                    <a:pt x="9677" y="0"/>
                  </a:lnTo>
                  <a:cubicBezTo>
                    <a:pt x="4332" y="0"/>
                    <a:pt x="0" y="4332"/>
                    <a:pt x="0" y="9677"/>
                  </a:cubicBezTo>
                  <a:lnTo>
                    <a:pt x="0" y="116815"/>
                  </a:lnTo>
                  <a:cubicBezTo>
                    <a:pt x="0" y="122160"/>
                    <a:pt x="4332" y="126492"/>
                    <a:pt x="9677" y="126492"/>
                  </a:cubicBezTo>
                  <a:lnTo>
                    <a:pt x="117195" y="126492"/>
                  </a:lnTo>
                  <a:cubicBezTo>
                    <a:pt x="122504" y="126492"/>
                    <a:pt x="126808" y="122188"/>
                    <a:pt x="126808" y="116879"/>
                  </a:cubicBezTo>
                  <a:cubicBezTo>
                    <a:pt x="126808" y="116858"/>
                    <a:pt x="126808" y="116836"/>
                    <a:pt x="126808" y="116815"/>
                  </a:cubicBezTo>
                  <a:lnTo>
                    <a:pt x="126808" y="9677"/>
                  </a:lnTo>
                  <a:cubicBezTo>
                    <a:pt x="126843" y="4367"/>
                    <a:pt x="122568" y="35"/>
                    <a:pt x="117258" y="0"/>
                  </a:cubicBezTo>
                  <a:cubicBezTo>
                    <a:pt x="117237" y="0"/>
                    <a:pt x="117216" y="0"/>
                    <a:pt x="117195"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9" name="Picture Placeholder 113">
              <a:extLst>
                <a:ext uri="{FF2B5EF4-FFF2-40B4-BE49-F238E27FC236}">
                  <a16:creationId xmlns:a16="http://schemas.microsoft.com/office/drawing/2014/main" id="{8F26385B-159B-3E56-B2D4-E33C6D10046D}"/>
                </a:ext>
              </a:extLst>
            </p:cNvPr>
            <p:cNvSpPr/>
            <p:nvPr/>
          </p:nvSpPr>
          <p:spPr>
            <a:xfrm>
              <a:off x="942829" y="4828127"/>
              <a:ext cx="126492" cy="126492"/>
            </a:xfrm>
            <a:custGeom>
              <a:avLst/>
              <a:gdLst>
                <a:gd name="connsiteX0" fmla="*/ 110681 w 126492"/>
                <a:gd name="connsiteY0" fmla="*/ 15938 h 126492"/>
                <a:gd name="connsiteX1" fmla="*/ 110681 w 126492"/>
                <a:gd name="connsiteY1" fmla="*/ 110807 h 126492"/>
                <a:gd name="connsiteX2" fmla="*/ 15812 w 126492"/>
                <a:gd name="connsiteY2" fmla="*/ 110807 h 126492"/>
                <a:gd name="connsiteX3" fmla="*/ 15812 w 126492"/>
                <a:gd name="connsiteY3" fmla="*/ 15938 h 126492"/>
                <a:gd name="connsiteX4" fmla="*/ 110681 w 126492"/>
                <a:gd name="connsiteY4" fmla="*/ 15938 h 126492"/>
                <a:gd name="connsiteX5" fmla="*/ 117005 w 126492"/>
                <a:gd name="connsiteY5" fmla="*/ 126 h 126492"/>
                <a:gd name="connsiteX6" fmla="*/ 9677 w 126492"/>
                <a:gd name="connsiteY6" fmla="*/ 126 h 126492"/>
                <a:gd name="connsiteX7" fmla="*/ 0 w 126492"/>
                <a:gd name="connsiteY7" fmla="*/ 9676 h 126492"/>
                <a:gd name="connsiteX8" fmla="*/ 0 w 126492"/>
                <a:gd name="connsiteY8" fmla="*/ 9803 h 126492"/>
                <a:gd name="connsiteX9" fmla="*/ 0 w 126492"/>
                <a:gd name="connsiteY9" fmla="*/ 116942 h 126492"/>
                <a:gd name="connsiteX10" fmla="*/ 9676 w 126492"/>
                <a:gd name="connsiteY10" fmla="*/ 126492 h 126492"/>
                <a:gd name="connsiteX11" fmla="*/ 9677 w 126492"/>
                <a:gd name="connsiteY11" fmla="*/ 126492 h 126492"/>
                <a:gd name="connsiteX12" fmla="*/ 116815 w 126492"/>
                <a:gd name="connsiteY12" fmla="*/ 126492 h 126492"/>
                <a:gd name="connsiteX13" fmla="*/ 126492 w 126492"/>
                <a:gd name="connsiteY13" fmla="*/ 116815 h 126492"/>
                <a:gd name="connsiteX14" fmla="*/ 126492 w 126492"/>
                <a:gd name="connsiteY14" fmla="*/ 9803 h 126492"/>
                <a:gd name="connsiteX15" fmla="*/ 116942 w 126492"/>
                <a:gd name="connsiteY15" fmla="*/ 1 h 126492"/>
                <a:gd name="connsiteX16" fmla="*/ 116815 w 126492"/>
                <a:gd name="connsiteY16" fmla="*/ 0 h 126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6492" h="126492">
                  <a:moveTo>
                    <a:pt x="110681" y="15938"/>
                  </a:moveTo>
                  <a:lnTo>
                    <a:pt x="110681" y="110807"/>
                  </a:lnTo>
                  <a:lnTo>
                    <a:pt x="15812" y="110807"/>
                  </a:lnTo>
                  <a:lnTo>
                    <a:pt x="15812" y="15938"/>
                  </a:lnTo>
                  <a:lnTo>
                    <a:pt x="110681" y="15938"/>
                  </a:lnTo>
                  <a:moveTo>
                    <a:pt x="117005" y="126"/>
                  </a:moveTo>
                  <a:lnTo>
                    <a:pt x="9677" y="126"/>
                  </a:lnTo>
                  <a:cubicBezTo>
                    <a:pt x="4367" y="92"/>
                    <a:pt x="35" y="4367"/>
                    <a:pt x="0" y="9676"/>
                  </a:cubicBezTo>
                  <a:cubicBezTo>
                    <a:pt x="0" y="9718"/>
                    <a:pt x="0" y="9761"/>
                    <a:pt x="0" y="9803"/>
                  </a:cubicBezTo>
                  <a:lnTo>
                    <a:pt x="0" y="116942"/>
                  </a:lnTo>
                  <a:cubicBezTo>
                    <a:pt x="35" y="122251"/>
                    <a:pt x="4367" y="126527"/>
                    <a:pt x="9676" y="126492"/>
                  </a:cubicBezTo>
                  <a:cubicBezTo>
                    <a:pt x="9677" y="126492"/>
                    <a:pt x="9677" y="126492"/>
                    <a:pt x="9677" y="126492"/>
                  </a:cubicBezTo>
                  <a:lnTo>
                    <a:pt x="116815" y="126492"/>
                  </a:lnTo>
                  <a:cubicBezTo>
                    <a:pt x="122160" y="126492"/>
                    <a:pt x="126492" y="122160"/>
                    <a:pt x="126492" y="116815"/>
                  </a:cubicBezTo>
                  <a:lnTo>
                    <a:pt x="126492" y="9803"/>
                  </a:lnTo>
                  <a:cubicBezTo>
                    <a:pt x="126562" y="4459"/>
                    <a:pt x="122287" y="71"/>
                    <a:pt x="116942" y="1"/>
                  </a:cubicBezTo>
                  <a:cubicBezTo>
                    <a:pt x="116900" y="1"/>
                    <a:pt x="116858" y="0"/>
                    <a:pt x="116815"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0" name="Picture Placeholder 113">
              <a:extLst>
                <a:ext uri="{FF2B5EF4-FFF2-40B4-BE49-F238E27FC236}">
                  <a16:creationId xmlns:a16="http://schemas.microsoft.com/office/drawing/2014/main" id="{6222FD66-1D4F-F45A-6E26-DE89D6A24891}"/>
                </a:ext>
              </a:extLst>
            </p:cNvPr>
            <p:cNvSpPr/>
            <p:nvPr/>
          </p:nvSpPr>
          <p:spPr>
            <a:xfrm>
              <a:off x="942795" y="4657995"/>
              <a:ext cx="126496" cy="126816"/>
            </a:xfrm>
            <a:custGeom>
              <a:avLst/>
              <a:gdLst>
                <a:gd name="connsiteX0" fmla="*/ 63280 w 126496"/>
                <a:gd name="connsiteY0" fmla="*/ 19290 h 126816"/>
                <a:gd name="connsiteX1" fmla="*/ 107552 w 126496"/>
                <a:gd name="connsiteY1" fmla="*/ 63562 h 126816"/>
                <a:gd name="connsiteX2" fmla="*/ 63280 w 126496"/>
                <a:gd name="connsiteY2" fmla="*/ 107518 h 126816"/>
                <a:gd name="connsiteX3" fmla="*/ 19008 w 126496"/>
                <a:gd name="connsiteY3" fmla="*/ 63562 h 126816"/>
                <a:gd name="connsiteX4" fmla="*/ 63280 w 126496"/>
                <a:gd name="connsiteY4" fmla="*/ 19290 h 126816"/>
                <a:gd name="connsiteX5" fmla="*/ 63280 w 126496"/>
                <a:gd name="connsiteY5" fmla="*/ 316 h 126816"/>
                <a:gd name="connsiteX6" fmla="*/ 58031 w 126496"/>
                <a:gd name="connsiteY6" fmla="*/ 2467 h 126816"/>
                <a:gd name="connsiteX7" fmla="*/ 2184 w 126496"/>
                <a:gd name="connsiteY7" fmla="*/ 58313 h 126816"/>
                <a:gd name="connsiteX8" fmla="*/ 2150 w 126496"/>
                <a:gd name="connsiteY8" fmla="*/ 68778 h 126816"/>
                <a:gd name="connsiteX9" fmla="*/ 2184 w 126496"/>
                <a:gd name="connsiteY9" fmla="*/ 68812 h 126816"/>
                <a:gd name="connsiteX10" fmla="*/ 58031 w 126496"/>
                <a:gd name="connsiteY10" fmla="*/ 124658 h 126816"/>
                <a:gd name="connsiteX11" fmla="*/ 68529 w 126496"/>
                <a:gd name="connsiteY11" fmla="*/ 124658 h 126816"/>
                <a:gd name="connsiteX12" fmla="*/ 124312 w 126496"/>
                <a:gd name="connsiteY12" fmla="*/ 68812 h 126816"/>
                <a:gd name="connsiteX13" fmla="*/ 124347 w 126496"/>
                <a:gd name="connsiteY13" fmla="*/ 58347 h 126816"/>
                <a:gd name="connsiteX14" fmla="*/ 124312 w 126496"/>
                <a:gd name="connsiteY14" fmla="*/ 58313 h 126816"/>
                <a:gd name="connsiteX15" fmla="*/ 68403 w 126496"/>
                <a:gd name="connsiteY15" fmla="*/ 2151 h 126816"/>
                <a:gd name="connsiteX16" fmla="*/ 63154 w 126496"/>
                <a:gd name="connsiteY16" fmla="*/ 0 h 126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6496" h="126816">
                  <a:moveTo>
                    <a:pt x="63280" y="19290"/>
                  </a:moveTo>
                  <a:lnTo>
                    <a:pt x="107552" y="63562"/>
                  </a:lnTo>
                  <a:lnTo>
                    <a:pt x="63280" y="107518"/>
                  </a:lnTo>
                  <a:lnTo>
                    <a:pt x="19008" y="63562"/>
                  </a:lnTo>
                  <a:lnTo>
                    <a:pt x="63280" y="19290"/>
                  </a:lnTo>
                  <a:moveTo>
                    <a:pt x="63280" y="316"/>
                  </a:moveTo>
                  <a:cubicBezTo>
                    <a:pt x="61312" y="301"/>
                    <a:pt x="59421" y="1075"/>
                    <a:pt x="58031" y="2467"/>
                  </a:cubicBezTo>
                  <a:lnTo>
                    <a:pt x="2184" y="58313"/>
                  </a:lnTo>
                  <a:cubicBezTo>
                    <a:pt x="-715" y="61193"/>
                    <a:pt x="-730" y="65879"/>
                    <a:pt x="2150" y="68778"/>
                  </a:cubicBezTo>
                  <a:cubicBezTo>
                    <a:pt x="2162" y="68789"/>
                    <a:pt x="2173" y="68801"/>
                    <a:pt x="2184" y="68812"/>
                  </a:cubicBezTo>
                  <a:lnTo>
                    <a:pt x="58031" y="124658"/>
                  </a:lnTo>
                  <a:cubicBezTo>
                    <a:pt x="60939" y="127536"/>
                    <a:pt x="65621" y="127536"/>
                    <a:pt x="68529" y="124658"/>
                  </a:cubicBezTo>
                  <a:lnTo>
                    <a:pt x="124312" y="68812"/>
                  </a:lnTo>
                  <a:cubicBezTo>
                    <a:pt x="127212" y="65932"/>
                    <a:pt x="127227" y="61246"/>
                    <a:pt x="124347" y="58347"/>
                  </a:cubicBezTo>
                  <a:cubicBezTo>
                    <a:pt x="124335" y="58336"/>
                    <a:pt x="124324" y="58324"/>
                    <a:pt x="124312" y="58313"/>
                  </a:cubicBezTo>
                  <a:lnTo>
                    <a:pt x="68403" y="2151"/>
                  </a:lnTo>
                  <a:cubicBezTo>
                    <a:pt x="67012" y="759"/>
                    <a:pt x="65121" y="-16"/>
                    <a:pt x="63154"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1" name="Picture Placeholder 113">
              <a:extLst>
                <a:ext uri="{FF2B5EF4-FFF2-40B4-BE49-F238E27FC236}">
                  <a16:creationId xmlns:a16="http://schemas.microsoft.com/office/drawing/2014/main" id="{DF245A4A-605D-B354-C5D8-A0ADB53E7EA9}"/>
                </a:ext>
              </a:extLst>
            </p:cNvPr>
            <p:cNvSpPr/>
            <p:nvPr/>
          </p:nvSpPr>
          <p:spPr>
            <a:xfrm>
              <a:off x="592383" y="4663814"/>
              <a:ext cx="126491" cy="126491"/>
            </a:xfrm>
            <a:custGeom>
              <a:avLst/>
              <a:gdLst>
                <a:gd name="connsiteX0" fmla="*/ 63246 w 126491"/>
                <a:gd name="connsiteY0" fmla="*/ 15812 h 126491"/>
                <a:gd name="connsiteX1" fmla="*/ 110680 w 126491"/>
                <a:gd name="connsiteY1" fmla="*/ 63246 h 126491"/>
                <a:gd name="connsiteX2" fmla="*/ 63246 w 126491"/>
                <a:gd name="connsiteY2" fmla="*/ 110680 h 126491"/>
                <a:gd name="connsiteX3" fmla="*/ 15812 w 126491"/>
                <a:gd name="connsiteY3" fmla="*/ 63246 h 126491"/>
                <a:gd name="connsiteX4" fmla="*/ 63246 w 126491"/>
                <a:gd name="connsiteY4" fmla="*/ 15812 h 126491"/>
                <a:gd name="connsiteX5" fmla="*/ 63246 w 126491"/>
                <a:gd name="connsiteY5" fmla="*/ 0 h 126491"/>
                <a:gd name="connsiteX6" fmla="*/ 0 w 126491"/>
                <a:gd name="connsiteY6" fmla="*/ 63246 h 126491"/>
                <a:gd name="connsiteX7" fmla="*/ 63246 w 126491"/>
                <a:gd name="connsiteY7" fmla="*/ 126492 h 126491"/>
                <a:gd name="connsiteX8" fmla="*/ 126492 w 126491"/>
                <a:gd name="connsiteY8" fmla="*/ 63246 h 126491"/>
                <a:gd name="connsiteX9" fmla="*/ 63246 w 126491"/>
                <a:gd name="connsiteY9" fmla="*/ 0 h 126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6491" h="126491">
                  <a:moveTo>
                    <a:pt x="63246" y="15812"/>
                  </a:moveTo>
                  <a:cubicBezTo>
                    <a:pt x="89443" y="15812"/>
                    <a:pt x="110680" y="37049"/>
                    <a:pt x="110680" y="63246"/>
                  </a:cubicBezTo>
                  <a:cubicBezTo>
                    <a:pt x="110680" y="89443"/>
                    <a:pt x="89443" y="110680"/>
                    <a:pt x="63246" y="110680"/>
                  </a:cubicBezTo>
                  <a:cubicBezTo>
                    <a:pt x="37049" y="110680"/>
                    <a:pt x="15812" y="89443"/>
                    <a:pt x="15812" y="63246"/>
                  </a:cubicBezTo>
                  <a:cubicBezTo>
                    <a:pt x="15881" y="37077"/>
                    <a:pt x="37077" y="15881"/>
                    <a:pt x="63246" y="15812"/>
                  </a:cubicBezTo>
                  <a:moveTo>
                    <a:pt x="63246" y="0"/>
                  </a:moveTo>
                  <a:cubicBezTo>
                    <a:pt x="28316" y="0"/>
                    <a:pt x="0" y="28316"/>
                    <a:pt x="0" y="63246"/>
                  </a:cubicBezTo>
                  <a:cubicBezTo>
                    <a:pt x="0" y="98176"/>
                    <a:pt x="28316" y="126492"/>
                    <a:pt x="63246" y="126492"/>
                  </a:cubicBezTo>
                  <a:cubicBezTo>
                    <a:pt x="98175" y="126492"/>
                    <a:pt x="126492" y="98176"/>
                    <a:pt x="126492" y="63246"/>
                  </a:cubicBezTo>
                  <a:cubicBezTo>
                    <a:pt x="126492" y="28316"/>
                    <a:pt x="98175" y="0"/>
                    <a:pt x="63246"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2" name="Picture Placeholder 113">
              <a:extLst>
                <a:ext uri="{FF2B5EF4-FFF2-40B4-BE49-F238E27FC236}">
                  <a16:creationId xmlns:a16="http://schemas.microsoft.com/office/drawing/2014/main" id="{8B687F50-50B6-7E2C-550C-D8757D8ECCDA}"/>
                </a:ext>
              </a:extLst>
            </p:cNvPr>
            <p:cNvSpPr/>
            <p:nvPr/>
          </p:nvSpPr>
          <p:spPr>
            <a:xfrm>
              <a:off x="942450" y="4492480"/>
              <a:ext cx="126492" cy="126492"/>
            </a:xfrm>
            <a:custGeom>
              <a:avLst/>
              <a:gdLst>
                <a:gd name="connsiteX0" fmla="*/ 63246 w 126492"/>
                <a:gd name="connsiteY0" fmla="*/ 15812 h 126492"/>
                <a:gd name="connsiteX1" fmla="*/ 110681 w 126492"/>
                <a:gd name="connsiteY1" fmla="*/ 63246 h 126492"/>
                <a:gd name="connsiteX2" fmla="*/ 63246 w 126492"/>
                <a:gd name="connsiteY2" fmla="*/ 110681 h 126492"/>
                <a:gd name="connsiteX3" fmla="*/ 15812 w 126492"/>
                <a:gd name="connsiteY3" fmla="*/ 63246 h 126492"/>
                <a:gd name="connsiteX4" fmla="*/ 63246 w 126492"/>
                <a:gd name="connsiteY4" fmla="*/ 15812 h 126492"/>
                <a:gd name="connsiteX5" fmla="*/ 63246 w 126492"/>
                <a:gd name="connsiteY5" fmla="*/ 0 h 126492"/>
                <a:gd name="connsiteX6" fmla="*/ 0 w 126492"/>
                <a:gd name="connsiteY6" fmla="*/ 63246 h 126492"/>
                <a:gd name="connsiteX7" fmla="*/ 63246 w 126492"/>
                <a:gd name="connsiteY7" fmla="*/ 126492 h 126492"/>
                <a:gd name="connsiteX8" fmla="*/ 126492 w 126492"/>
                <a:gd name="connsiteY8" fmla="*/ 63246 h 126492"/>
                <a:gd name="connsiteX9" fmla="*/ 63246 w 126492"/>
                <a:gd name="connsiteY9" fmla="*/ 0 h 126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6492" h="126492">
                  <a:moveTo>
                    <a:pt x="63246" y="15812"/>
                  </a:moveTo>
                  <a:cubicBezTo>
                    <a:pt x="89443" y="15812"/>
                    <a:pt x="110681" y="37049"/>
                    <a:pt x="110681" y="63246"/>
                  </a:cubicBezTo>
                  <a:cubicBezTo>
                    <a:pt x="110681" y="89443"/>
                    <a:pt x="89443" y="110681"/>
                    <a:pt x="63246" y="110681"/>
                  </a:cubicBezTo>
                  <a:cubicBezTo>
                    <a:pt x="37049" y="110681"/>
                    <a:pt x="15812" y="89443"/>
                    <a:pt x="15812" y="63246"/>
                  </a:cubicBezTo>
                  <a:cubicBezTo>
                    <a:pt x="15812" y="37049"/>
                    <a:pt x="37049" y="15812"/>
                    <a:pt x="63246" y="15812"/>
                  </a:cubicBezTo>
                  <a:moveTo>
                    <a:pt x="63246" y="0"/>
                  </a:moveTo>
                  <a:cubicBezTo>
                    <a:pt x="28316" y="0"/>
                    <a:pt x="0" y="28316"/>
                    <a:pt x="0" y="63246"/>
                  </a:cubicBezTo>
                  <a:cubicBezTo>
                    <a:pt x="0" y="98176"/>
                    <a:pt x="28316" y="126492"/>
                    <a:pt x="63246" y="126492"/>
                  </a:cubicBezTo>
                  <a:cubicBezTo>
                    <a:pt x="98176" y="126492"/>
                    <a:pt x="126492" y="98176"/>
                    <a:pt x="126492" y="63246"/>
                  </a:cubicBezTo>
                  <a:cubicBezTo>
                    <a:pt x="126492" y="28316"/>
                    <a:pt x="98176" y="0"/>
                    <a:pt x="63246"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3" name="Picture Placeholder 113">
              <a:extLst>
                <a:ext uri="{FF2B5EF4-FFF2-40B4-BE49-F238E27FC236}">
                  <a16:creationId xmlns:a16="http://schemas.microsoft.com/office/drawing/2014/main" id="{7D134840-66EE-C3DB-0FFD-3484455755DF}"/>
                </a:ext>
              </a:extLst>
            </p:cNvPr>
            <p:cNvSpPr/>
            <p:nvPr/>
          </p:nvSpPr>
          <p:spPr>
            <a:xfrm>
              <a:off x="974073" y="4524103"/>
              <a:ext cx="63246" cy="63246"/>
            </a:xfrm>
            <a:custGeom>
              <a:avLst/>
              <a:gdLst>
                <a:gd name="connsiteX0" fmla="*/ 31623 w 63246"/>
                <a:gd name="connsiteY0" fmla="*/ 15812 h 63246"/>
                <a:gd name="connsiteX1" fmla="*/ 47435 w 63246"/>
                <a:gd name="connsiteY1" fmla="*/ 31623 h 63246"/>
                <a:gd name="connsiteX2" fmla="*/ 31623 w 63246"/>
                <a:gd name="connsiteY2" fmla="*/ 47435 h 63246"/>
                <a:gd name="connsiteX3" fmla="*/ 15812 w 63246"/>
                <a:gd name="connsiteY3" fmla="*/ 31623 h 63246"/>
                <a:gd name="connsiteX4" fmla="*/ 31623 w 63246"/>
                <a:gd name="connsiteY4" fmla="*/ 15812 h 63246"/>
                <a:gd name="connsiteX5" fmla="*/ 31623 w 63246"/>
                <a:gd name="connsiteY5" fmla="*/ 0 h 63246"/>
                <a:gd name="connsiteX6" fmla="*/ 0 w 63246"/>
                <a:gd name="connsiteY6" fmla="*/ 31623 h 63246"/>
                <a:gd name="connsiteX7" fmla="*/ 31623 w 63246"/>
                <a:gd name="connsiteY7" fmla="*/ 63246 h 63246"/>
                <a:gd name="connsiteX8" fmla="*/ 63246 w 63246"/>
                <a:gd name="connsiteY8" fmla="*/ 31623 h 63246"/>
                <a:gd name="connsiteX9" fmla="*/ 31623 w 63246"/>
                <a:gd name="connsiteY9" fmla="*/ 0 h 6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246" h="63246">
                  <a:moveTo>
                    <a:pt x="31623" y="15812"/>
                  </a:moveTo>
                  <a:cubicBezTo>
                    <a:pt x="40355" y="15812"/>
                    <a:pt x="47435" y="22891"/>
                    <a:pt x="47435" y="31623"/>
                  </a:cubicBezTo>
                  <a:cubicBezTo>
                    <a:pt x="47435" y="40355"/>
                    <a:pt x="40355" y="47435"/>
                    <a:pt x="31623" y="47435"/>
                  </a:cubicBezTo>
                  <a:cubicBezTo>
                    <a:pt x="22891" y="47435"/>
                    <a:pt x="15812" y="40355"/>
                    <a:pt x="15812" y="31623"/>
                  </a:cubicBezTo>
                  <a:cubicBezTo>
                    <a:pt x="15812" y="22891"/>
                    <a:pt x="22891" y="15812"/>
                    <a:pt x="31623" y="15812"/>
                  </a:cubicBezTo>
                  <a:moveTo>
                    <a:pt x="31623" y="0"/>
                  </a:moveTo>
                  <a:cubicBezTo>
                    <a:pt x="14158" y="0"/>
                    <a:pt x="0" y="14158"/>
                    <a:pt x="0" y="31623"/>
                  </a:cubicBezTo>
                  <a:cubicBezTo>
                    <a:pt x="0" y="49088"/>
                    <a:pt x="14158" y="63246"/>
                    <a:pt x="31623" y="63246"/>
                  </a:cubicBezTo>
                  <a:cubicBezTo>
                    <a:pt x="49088" y="63246"/>
                    <a:pt x="63246" y="49088"/>
                    <a:pt x="63246" y="31623"/>
                  </a:cubicBezTo>
                  <a:cubicBezTo>
                    <a:pt x="63246" y="14158"/>
                    <a:pt x="49088" y="0"/>
                    <a:pt x="31623"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4" name="Picture Placeholder 113">
              <a:extLst>
                <a:ext uri="{FF2B5EF4-FFF2-40B4-BE49-F238E27FC236}">
                  <a16:creationId xmlns:a16="http://schemas.microsoft.com/office/drawing/2014/main" id="{FC86B001-2811-A376-6007-23BCEBA471A0}"/>
                </a:ext>
              </a:extLst>
            </p:cNvPr>
            <p:cNvSpPr/>
            <p:nvPr/>
          </p:nvSpPr>
          <p:spPr>
            <a:xfrm>
              <a:off x="976224" y="4858798"/>
              <a:ext cx="63254" cy="63248"/>
            </a:xfrm>
            <a:custGeom>
              <a:avLst/>
              <a:gdLst>
                <a:gd name="connsiteX0" fmla="*/ 31685 w 63254"/>
                <a:gd name="connsiteY0" fmla="*/ 63249 h 63248"/>
                <a:gd name="connsiteX1" fmla="*/ 27764 w 63254"/>
                <a:gd name="connsiteY1" fmla="*/ 63249 h 63248"/>
                <a:gd name="connsiteX2" fmla="*/ 20693 w 63254"/>
                <a:gd name="connsiteY2" fmla="*/ 54588 h 63248"/>
                <a:gd name="connsiteX3" fmla="*/ 29353 w 63254"/>
                <a:gd name="connsiteY3" fmla="*/ 47518 h 63248"/>
                <a:gd name="connsiteX4" fmla="*/ 29725 w 63254"/>
                <a:gd name="connsiteY4" fmla="*/ 47564 h 63248"/>
                <a:gd name="connsiteX5" fmla="*/ 47339 w 63254"/>
                <a:gd name="connsiteY5" fmla="*/ 33645 h 63248"/>
                <a:gd name="connsiteX6" fmla="*/ 46928 w 63254"/>
                <a:gd name="connsiteY6" fmla="*/ 27768 h 63248"/>
                <a:gd name="connsiteX7" fmla="*/ 39528 w 63254"/>
                <a:gd name="connsiteY7" fmla="*/ 18154 h 63248"/>
                <a:gd name="connsiteX8" fmla="*/ 17998 w 63254"/>
                <a:gd name="connsiteY8" fmla="*/ 23852 h 63248"/>
                <a:gd name="connsiteX9" fmla="*/ 16000 w 63254"/>
                <a:gd name="connsiteY9" fmla="*/ 33839 h 63248"/>
                <a:gd name="connsiteX10" fmla="*/ 9265 w 63254"/>
                <a:gd name="connsiteY10" fmla="*/ 42789 h 63248"/>
                <a:gd name="connsiteX11" fmla="*/ 315 w 63254"/>
                <a:gd name="connsiteY11" fmla="*/ 36053 h 63248"/>
                <a:gd name="connsiteX12" fmla="*/ 27201 w 63254"/>
                <a:gd name="connsiteY12" fmla="*/ 315 h 63248"/>
                <a:gd name="connsiteX13" fmla="*/ 62939 w 63254"/>
                <a:gd name="connsiteY13" fmla="*/ 27202 h 63248"/>
                <a:gd name="connsiteX14" fmla="*/ 36052 w 63254"/>
                <a:gd name="connsiteY14" fmla="*/ 62939 h 63248"/>
                <a:gd name="connsiteX15" fmla="*/ 31938 w 63254"/>
                <a:gd name="connsiteY15" fmla="*/ 63249 h 6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3254" h="63248">
                  <a:moveTo>
                    <a:pt x="31685" y="63249"/>
                  </a:moveTo>
                  <a:cubicBezTo>
                    <a:pt x="30357" y="63249"/>
                    <a:pt x="29092" y="63249"/>
                    <a:pt x="27764" y="63249"/>
                  </a:cubicBezTo>
                  <a:cubicBezTo>
                    <a:pt x="23420" y="62810"/>
                    <a:pt x="20254" y="58932"/>
                    <a:pt x="20693" y="54588"/>
                  </a:cubicBezTo>
                  <a:cubicBezTo>
                    <a:pt x="21132" y="50244"/>
                    <a:pt x="25009" y="47079"/>
                    <a:pt x="29353" y="47518"/>
                  </a:cubicBezTo>
                  <a:cubicBezTo>
                    <a:pt x="29477" y="47530"/>
                    <a:pt x="29601" y="47545"/>
                    <a:pt x="29725" y="47564"/>
                  </a:cubicBezTo>
                  <a:cubicBezTo>
                    <a:pt x="38432" y="48584"/>
                    <a:pt x="46319" y="42353"/>
                    <a:pt x="47339" y="33645"/>
                  </a:cubicBezTo>
                  <a:cubicBezTo>
                    <a:pt x="47570" y="31678"/>
                    <a:pt x="47430" y="29684"/>
                    <a:pt x="46928" y="27768"/>
                  </a:cubicBezTo>
                  <a:cubicBezTo>
                    <a:pt x="45863" y="23694"/>
                    <a:pt x="43194" y="20226"/>
                    <a:pt x="39528" y="18154"/>
                  </a:cubicBezTo>
                  <a:cubicBezTo>
                    <a:pt x="32009" y="13782"/>
                    <a:pt x="22370" y="16333"/>
                    <a:pt x="17998" y="23852"/>
                  </a:cubicBezTo>
                  <a:cubicBezTo>
                    <a:pt x="16244" y="26868"/>
                    <a:pt x="15542" y="30381"/>
                    <a:pt x="16000" y="33839"/>
                  </a:cubicBezTo>
                  <a:cubicBezTo>
                    <a:pt x="16611" y="38170"/>
                    <a:pt x="13596" y="42177"/>
                    <a:pt x="9265" y="42789"/>
                  </a:cubicBezTo>
                  <a:cubicBezTo>
                    <a:pt x="4933" y="43400"/>
                    <a:pt x="926" y="40384"/>
                    <a:pt x="315" y="36053"/>
                  </a:cubicBezTo>
                  <a:cubicBezTo>
                    <a:pt x="-2129" y="18760"/>
                    <a:pt x="9908" y="2760"/>
                    <a:pt x="27201" y="315"/>
                  </a:cubicBezTo>
                  <a:cubicBezTo>
                    <a:pt x="44495" y="-2129"/>
                    <a:pt x="60494" y="9908"/>
                    <a:pt x="62939" y="27202"/>
                  </a:cubicBezTo>
                  <a:cubicBezTo>
                    <a:pt x="65383" y="44494"/>
                    <a:pt x="53346" y="60495"/>
                    <a:pt x="36052" y="62939"/>
                  </a:cubicBezTo>
                  <a:cubicBezTo>
                    <a:pt x="34689" y="63132"/>
                    <a:pt x="33315" y="63235"/>
                    <a:pt x="31938" y="6324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5" name="Picture Placeholder 113">
              <a:extLst>
                <a:ext uri="{FF2B5EF4-FFF2-40B4-BE49-F238E27FC236}">
                  <a16:creationId xmlns:a16="http://schemas.microsoft.com/office/drawing/2014/main" id="{08B81653-4B9C-4459-EAD7-ADE39B5D2B9E}"/>
                </a:ext>
              </a:extLst>
            </p:cNvPr>
            <p:cNvSpPr/>
            <p:nvPr/>
          </p:nvSpPr>
          <p:spPr>
            <a:xfrm>
              <a:off x="592383" y="4492475"/>
              <a:ext cx="126808" cy="126497"/>
            </a:xfrm>
            <a:custGeom>
              <a:avLst/>
              <a:gdLst>
                <a:gd name="connsiteX0" fmla="*/ 116816 w 126808"/>
                <a:gd name="connsiteY0" fmla="*/ 5 h 126497"/>
                <a:gd name="connsiteX1" fmla="*/ 9614 w 126808"/>
                <a:gd name="connsiteY1" fmla="*/ 5 h 126497"/>
                <a:gd name="connsiteX2" fmla="*/ 0 w 126808"/>
                <a:gd name="connsiteY2" fmla="*/ 9618 h 126497"/>
                <a:gd name="connsiteX3" fmla="*/ 0 w 126808"/>
                <a:gd name="connsiteY3" fmla="*/ 9682 h 126497"/>
                <a:gd name="connsiteX4" fmla="*/ 0 w 126808"/>
                <a:gd name="connsiteY4" fmla="*/ 116820 h 126497"/>
                <a:gd name="connsiteX5" fmla="*/ 9550 w 126808"/>
                <a:gd name="connsiteY5" fmla="*/ 126497 h 126497"/>
                <a:gd name="connsiteX6" fmla="*/ 9614 w 126808"/>
                <a:gd name="connsiteY6" fmla="*/ 126497 h 126497"/>
                <a:gd name="connsiteX7" fmla="*/ 117132 w 126808"/>
                <a:gd name="connsiteY7" fmla="*/ 126497 h 126497"/>
                <a:gd name="connsiteX8" fmla="*/ 126808 w 126808"/>
                <a:gd name="connsiteY8" fmla="*/ 116820 h 126497"/>
                <a:gd name="connsiteX9" fmla="*/ 126808 w 126808"/>
                <a:gd name="connsiteY9" fmla="*/ 9682 h 126497"/>
                <a:gd name="connsiteX10" fmla="*/ 117137 w 126808"/>
                <a:gd name="connsiteY10" fmla="*/ 0 h 126497"/>
                <a:gd name="connsiteX11" fmla="*/ 116816 w 126808"/>
                <a:gd name="connsiteY11" fmla="*/ 5 h 126497"/>
                <a:gd name="connsiteX12" fmla="*/ 70140 w 126808"/>
                <a:gd name="connsiteY12" fmla="*/ 110686 h 126497"/>
                <a:gd name="connsiteX13" fmla="*/ 70140 w 126808"/>
                <a:gd name="connsiteY13" fmla="*/ 82225 h 126497"/>
                <a:gd name="connsiteX14" fmla="*/ 54329 w 126808"/>
                <a:gd name="connsiteY14" fmla="*/ 82225 h 126497"/>
                <a:gd name="connsiteX15" fmla="*/ 54329 w 126808"/>
                <a:gd name="connsiteY15" fmla="*/ 110686 h 126497"/>
                <a:gd name="connsiteX16" fmla="*/ 15812 w 126808"/>
                <a:gd name="connsiteY16" fmla="*/ 110686 h 126497"/>
                <a:gd name="connsiteX17" fmla="*/ 15812 w 126808"/>
                <a:gd name="connsiteY17" fmla="*/ 15817 h 126497"/>
                <a:gd name="connsiteX18" fmla="*/ 54329 w 126808"/>
                <a:gd name="connsiteY18" fmla="*/ 15817 h 126497"/>
                <a:gd name="connsiteX19" fmla="*/ 54329 w 126808"/>
                <a:gd name="connsiteY19" fmla="*/ 46048 h 126497"/>
                <a:gd name="connsiteX20" fmla="*/ 70140 w 126808"/>
                <a:gd name="connsiteY20" fmla="*/ 46048 h 126497"/>
                <a:gd name="connsiteX21" fmla="*/ 70140 w 126808"/>
                <a:gd name="connsiteY21" fmla="*/ 15817 h 126497"/>
                <a:gd name="connsiteX22" fmla="*/ 110681 w 126808"/>
                <a:gd name="connsiteY22" fmla="*/ 15817 h 126497"/>
                <a:gd name="connsiteX23" fmla="*/ 110681 w 126808"/>
                <a:gd name="connsiteY23" fmla="*/ 55915 h 126497"/>
                <a:gd name="connsiteX24" fmla="*/ 16571 w 126808"/>
                <a:gd name="connsiteY24" fmla="*/ 55915 h 126497"/>
                <a:gd name="connsiteX25" fmla="*/ 16571 w 126808"/>
                <a:gd name="connsiteY25" fmla="*/ 71726 h 126497"/>
                <a:gd name="connsiteX26" fmla="*/ 110681 w 126808"/>
                <a:gd name="connsiteY26" fmla="*/ 71726 h 126497"/>
                <a:gd name="connsiteX27" fmla="*/ 110681 w 126808"/>
                <a:gd name="connsiteY27" fmla="*/ 110686 h 126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6808" h="126497">
                  <a:moveTo>
                    <a:pt x="116816" y="5"/>
                  </a:moveTo>
                  <a:lnTo>
                    <a:pt x="9614" y="5"/>
                  </a:lnTo>
                  <a:cubicBezTo>
                    <a:pt x="4304" y="5"/>
                    <a:pt x="0" y="4309"/>
                    <a:pt x="0" y="9618"/>
                  </a:cubicBezTo>
                  <a:cubicBezTo>
                    <a:pt x="0" y="9639"/>
                    <a:pt x="0" y="9661"/>
                    <a:pt x="0" y="9682"/>
                  </a:cubicBezTo>
                  <a:lnTo>
                    <a:pt x="0" y="116820"/>
                  </a:lnTo>
                  <a:cubicBezTo>
                    <a:pt x="-35" y="122130"/>
                    <a:pt x="4241" y="126462"/>
                    <a:pt x="9550" y="126497"/>
                  </a:cubicBezTo>
                  <a:cubicBezTo>
                    <a:pt x="9571" y="126497"/>
                    <a:pt x="9593" y="126497"/>
                    <a:pt x="9614" y="126497"/>
                  </a:cubicBezTo>
                  <a:lnTo>
                    <a:pt x="117132" y="126497"/>
                  </a:lnTo>
                  <a:cubicBezTo>
                    <a:pt x="122476" y="126497"/>
                    <a:pt x="126808" y="122165"/>
                    <a:pt x="126808" y="116820"/>
                  </a:cubicBezTo>
                  <a:lnTo>
                    <a:pt x="126808" y="9682"/>
                  </a:lnTo>
                  <a:cubicBezTo>
                    <a:pt x="126812" y="4337"/>
                    <a:pt x="122481" y="3"/>
                    <a:pt x="117137" y="0"/>
                  </a:cubicBezTo>
                  <a:cubicBezTo>
                    <a:pt x="117030" y="0"/>
                    <a:pt x="116922" y="1"/>
                    <a:pt x="116816" y="5"/>
                  </a:cubicBezTo>
                  <a:close/>
                  <a:moveTo>
                    <a:pt x="70140" y="110686"/>
                  </a:moveTo>
                  <a:lnTo>
                    <a:pt x="70140" y="82225"/>
                  </a:lnTo>
                  <a:lnTo>
                    <a:pt x="54329" y="82225"/>
                  </a:lnTo>
                  <a:lnTo>
                    <a:pt x="54329" y="110686"/>
                  </a:lnTo>
                  <a:lnTo>
                    <a:pt x="15812" y="110686"/>
                  </a:lnTo>
                  <a:lnTo>
                    <a:pt x="15812" y="15817"/>
                  </a:lnTo>
                  <a:lnTo>
                    <a:pt x="54329" y="15817"/>
                  </a:lnTo>
                  <a:lnTo>
                    <a:pt x="54329" y="46048"/>
                  </a:lnTo>
                  <a:lnTo>
                    <a:pt x="70140" y="46048"/>
                  </a:lnTo>
                  <a:lnTo>
                    <a:pt x="70140" y="15817"/>
                  </a:lnTo>
                  <a:lnTo>
                    <a:pt x="110681" y="15817"/>
                  </a:lnTo>
                  <a:lnTo>
                    <a:pt x="110681" y="55915"/>
                  </a:lnTo>
                  <a:lnTo>
                    <a:pt x="16571" y="55915"/>
                  </a:lnTo>
                  <a:lnTo>
                    <a:pt x="16571" y="71726"/>
                  </a:lnTo>
                  <a:lnTo>
                    <a:pt x="110681" y="71726"/>
                  </a:lnTo>
                  <a:lnTo>
                    <a:pt x="110681" y="110686"/>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6" name="Picture Placeholder 113">
              <a:extLst>
                <a:ext uri="{FF2B5EF4-FFF2-40B4-BE49-F238E27FC236}">
                  <a16:creationId xmlns:a16="http://schemas.microsoft.com/office/drawing/2014/main" id="{2285A649-3A2E-0EBE-0C04-76E74B369F6A}"/>
                </a:ext>
              </a:extLst>
            </p:cNvPr>
            <p:cNvSpPr/>
            <p:nvPr/>
          </p:nvSpPr>
          <p:spPr>
            <a:xfrm>
              <a:off x="768081" y="4659323"/>
              <a:ext cx="126808" cy="126808"/>
            </a:xfrm>
            <a:custGeom>
              <a:avLst/>
              <a:gdLst>
                <a:gd name="connsiteX0" fmla="*/ 117195 w 126808"/>
                <a:gd name="connsiteY0" fmla="*/ 0 h 126808"/>
                <a:gd name="connsiteX1" fmla="*/ 9677 w 126808"/>
                <a:gd name="connsiteY1" fmla="*/ 0 h 126808"/>
                <a:gd name="connsiteX2" fmla="*/ 0 w 126808"/>
                <a:gd name="connsiteY2" fmla="*/ 9613 h 126808"/>
                <a:gd name="connsiteX3" fmla="*/ 0 w 126808"/>
                <a:gd name="connsiteY3" fmla="*/ 117132 h 126808"/>
                <a:gd name="connsiteX4" fmla="*/ 9677 w 126808"/>
                <a:gd name="connsiteY4" fmla="*/ 126808 h 126808"/>
                <a:gd name="connsiteX5" fmla="*/ 117195 w 126808"/>
                <a:gd name="connsiteY5" fmla="*/ 126808 h 126808"/>
                <a:gd name="connsiteX6" fmla="*/ 126808 w 126808"/>
                <a:gd name="connsiteY6" fmla="*/ 117132 h 126808"/>
                <a:gd name="connsiteX7" fmla="*/ 126808 w 126808"/>
                <a:gd name="connsiteY7" fmla="*/ 9613 h 126808"/>
                <a:gd name="connsiteX8" fmla="*/ 117195 w 126808"/>
                <a:gd name="connsiteY8" fmla="*/ 0 h 126808"/>
                <a:gd name="connsiteX9" fmla="*/ 16001 w 126808"/>
                <a:gd name="connsiteY9" fmla="*/ 110680 h 126808"/>
                <a:gd name="connsiteX10" fmla="*/ 16001 w 126808"/>
                <a:gd name="connsiteY10" fmla="*/ 15812 h 126808"/>
                <a:gd name="connsiteX11" fmla="*/ 103217 w 126808"/>
                <a:gd name="connsiteY11" fmla="*/ 15812 h 126808"/>
                <a:gd name="connsiteX12" fmla="*/ 29915 w 126808"/>
                <a:gd name="connsiteY12" fmla="*/ 82093 h 126808"/>
                <a:gd name="connsiteX13" fmla="*/ 29294 w 126808"/>
                <a:gd name="connsiteY13" fmla="*/ 93167 h 126808"/>
                <a:gd name="connsiteX14" fmla="*/ 29346 w 126808"/>
                <a:gd name="connsiteY14" fmla="*/ 93225 h 126808"/>
                <a:gd name="connsiteX15" fmla="*/ 35228 w 126808"/>
                <a:gd name="connsiteY15" fmla="*/ 95881 h 126808"/>
                <a:gd name="connsiteX16" fmla="*/ 40477 w 126808"/>
                <a:gd name="connsiteY16" fmla="*/ 93794 h 126808"/>
                <a:gd name="connsiteX17" fmla="*/ 110997 w 126808"/>
                <a:gd name="connsiteY17" fmla="*/ 30042 h 126808"/>
                <a:gd name="connsiteX18" fmla="*/ 110997 w 126808"/>
                <a:gd name="connsiteY18" fmla="*/ 110680 h 126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6808" h="126808">
                  <a:moveTo>
                    <a:pt x="117195" y="0"/>
                  </a:moveTo>
                  <a:lnTo>
                    <a:pt x="9677" y="0"/>
                  </a:lnTo>
                  <a:cubicBezTo>
                    <a:pt x="4357" y="0"/>
                    <a:pt x="35" y="4294"/>
                    <a:pt x="0" y="9613"/>
                  </a:cubicBezTo>
                  <a:lnTo>
                    <a:pt x="0" y="117132"/>
                  </a:lnTo>
                  <a:cubicBezTo>
                    <a:pt x="35" y="122461"/>
                    <a:pt x="4347" y="126773"/>
                    <a:pt x="9677" y="126808"/>
                  </a:cubicBezTo>
                  <a:lnTo>
                    <a:pt x="117195" y="126808"/>
                  </a:lnTo>
                  <a:cubicBezTo>
                    <a:pt x="122514" y="126773"/>
                    <a:pt x="126808" y="122451"/>
                    <a:pt x="126808" y="117132"/>
                  </a:cubicBezTo>
                  <a:lnTo>
                    <a:pt x="126808" y="9613"/>
                  </a:lnTo>
                  <a:cubicBezTo>
                    <a:pt x="126808" y="4304"/>
                    <a:pt x="122504" y="0"/>
                    <a:pt x="117195" y="0"/>
                  </a:cubicBezTo>
                  <a:close/>
                  <a:moveTo>
                    <a:pt x="16001" y="110680"/>
                  </a:moveTo>
                  <a:lnTo>
                    <a:pt x="16001" y="15812"/>
                  </a:lnTo>
                  <a:lnTo>
                    <a:pt x="103217" y="15812"/>
                  </a:lnTo>
                  <a:lnTo>
                    <a:pt x="29915" y="82093"/>
                  </a:lnTo>
                  <a:cubicBezTo>
                    <a:pt x="26686" y="84980"/>
                    <a:pt x="26408" y="89938"/>
                    <a:pt x="29294" y="93167"/>
                  </a:cubicBezTo>
                  <a:cubicBezTo>
                    <a:pt x="29311" y="93186"/>
                    <a:pt x="29328" y="93206"/>
                    <a:pt x="29346" y="93225"/>
                  </a:cubicBezTo>
                  <a:cubicBezTo>
                    <a:pt x="30819" y="94934"/>
                    <a:pt x="32971" y="95906"/>
                    <a:pt x="35228" y="95881"/>
                  </a:cubicBezTo>
                  <a:cubicBezTo>
                    <a:pt x="37177" y="95868"/>
                    <a:pt x="39051" y="95123"/>
                    <a:pt x="40477" y="93794"/>
                  </a:cubicBezTo>
                  <a:lnTo>
                    <a:pt x="110997" y="30042"/>
                  </a:lnTo>
                  <a:lnTo>
                    <a:pt x="110997" y="11068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7" name="Picture Placeholder 113">
              <a:extLst>
                <a:ext uri="{FF2B5EF4-FFF2-40B4-BE49-F238E27FC236}">
                  <a16:creationId xmlns:a16="http://schemas.microsoft.com/office/drawing/2014/main" id="{E346D427-4683-2CD2-30C0-D69E4021B3E5}"/>
                </a:ext>
              </a:extLst>
            </p:cNvPr>
            <p:cNvSpPr/>
            <p:nvPr/>
          </p:nvSpPr>
          <p:spPr>
            <a:xfrm>
              <a:off x="592383" y="4828121"/>
              <a:ext cx="126809" cy="126497"/>
            </a:xfrm>
            <a:custGeom>
              <a:avLst/>
              <a:gdLst>
                <a:gd name="connsiteX0" fmla="*/ 116815 w 126809"/>
                <a:gd name="connsiteY0" fmla="*/ 5 h 126497"/>
                <a:gd name="connsiteX1" fmla="*/ 9613 w 126809"/>
                <a:gd name="connsiteY1" fmla="*/ 5 h 126497"/>
                <a:gd name="connsiteX2" fmla="*/ 0 w 126809"/>
                <a:gd name="connsiteY2" fmla="*/ 9619 h 126497"/>
                <a:gd name="connsiteX3" fmla="*/ 0 w 126809"/>
                <a:gd name="connsiteY3" fmla="*/ 9682 h 126497"/>
                <a:gd name="connsiteX4" fmla="*/ 0 w 126809"/>
                <a:gd name="connsiteY4" fmla="*/ 116947 h 126497"/>
                <a:gd name="connsiteX5" fmla="*/ 9613 w 126809"/>
                <a:gd name="connsiteY5" fmla="*/ 126497 h 126497"/>
                <a:gd name="connsiteX6" fmla="*/ 117132 w 126809"/>
                <a:gd name="connsiteY6" fmla="*/ 126497 h 126497"/>
                <a:gd name="connsiteX7" fmla="*/ 126808 w 126809"/>
                <a:gd name="connsiteY7" fmla="*/ 116821 h 126497"/>
                <a:gd name="connsiteX8" fmla="*/ 126808 w 126809"/>
                <a:gd name="connsiteY8" fmla="*/ 9808 h 126497"/>
                <a:gd name="connsiteX9" fmla="*/ 117264 w 126809"/>
                <a:gd name="connsiteY9" fmla="*/ 1 h 126497"/>
                <a:gd name="connsiteX10" fmla="*/ 116815 w 126809"/>
                <a:gd name="connsiteY10" fmla="*/ 5 h 126497"/>
                <a:gd name="connsiteX11" fmla="*/ 15622 w 126809"/>
                <a:gd name="connsiteY11" fmla="*/ 75268 h 126497"/>
                <a:gd name="connsiteX12" fmla="*/ 47751 w 126809"/>
                <a:gd name="connsiteY12" fmla="*/ 75268 h 126497"/>
                <a:gd name="connsiteX13" fmla="*/ 47751 w 126809"/>
                <a:gd name="connsiteY13" fmla="*/ 110686 h 126497"/>
                <a:gd name="connsiteX14" fmla="*/ 15812 w 126809"/>
                <a:gd name="connsiteY14" fmla="*/ 110686 h 126497"/>
                <a:gd name="connsiteX15" fmla="*/ 110491 w 126809"/>
                <a:gd name="connsiteY15" fmla="*/ 110686 h 126497"/>
                <a:gd name="connsiteX16" fmla="*/ 63752 w 126809"/>
                <a:gd name="connsiteY16" fmla="*/ 110686 h 126497"/>
                <a:gd name="connsiteX17" fmla="*/ 63752 w 126809"/>
                <a:gd name="connsiteY17" fmla="*/ 67489 h 126497"/>
                <a:gd name="connsiteX18" fmla="*/ 55846 w 126809"/>
                <a:gd name="connsiteY18" fmla="*/ 59583 h 126497"/>
                <a:gd name="connsiteX19" fmla="*/ 15812 w 126809"/>
                <a:gd name="connsiteY19" fmla="*/ 59583 h 126497"/>
                <a:gd name="connsiteX20" fmla="*/ 15812 w 126809"/>
                <a:gd name="connsiteY20" fmla="*/ 15943 h 126497"/>
                <a:gd name="connsiteX21" fmla="*/ 110680 w 126809"/>
                <a:gd name="connsiteY21" fmla="*/ 15943 h 126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6809" h="126497">
                  <a:moveTo>
                    <a:pt x="116815" y="5"/>
                  </a:moveTo>
                  <a:lnTo>
                    <a:pt x="9613" y="5"/>
                  </a:lnTo>
                  <a:cubicBezTo>
                    <a:pt x="4304" y="5"/>
                    <a:pt x="0" y="4309"/>
                    <a:pt x="0" y="9619"/>
                  </a:cubicBezTo>
                  <a:cubicBezTo>
                    <a:pt x="0" y="9640"/>
                    <a:pt x="0" y="9661"/>
                    <a:pt x="0" y="9682"/>
                  </a:cubicBezTo>
                  <a:lnTo>
                    <a:pt x="0" y="116947"/>
                  </a:lnTo>
                  <a:cubicBezTo>
                    <a:pt x="35" y="122232"/>
                    <a:pt x="4329" y="126497"/>
                    <a:pt x="9613" y="126497"/>
                  </a:cubicBezTo>
                  <a:lnTo>
                    <a:pt x="117132" y="126497"/>
                  </a:lnTo>
                  <a:cubicBezTo>
                    <a:pt x="122476" y="126497"/>
                    <a:pt x="126808" y="122165"/>
                    <a:pt x="126808" y="116821"/>
                  </a:cubicBezTo>
                  <a:lnTo>
                    <a:pt x="126808" y="9808"/>
                  </a:lnTo>
                  <a:cubicBezTo>
                    <a:pt x="126881" y="4465"/>
                    <a:pt x="122608" y="74"/>
                    <a:pt x="117264" y="1"/>
                  </a:cubicBezTo>
                  <a:cubicBezTo>
                    <a:pt x="117115" y="-1"/>
                    <a:pt x="116965" y="0"/>
                    <a:pt x="116815" y="5"/>
                  </a:cubicBezTo>
                  <a:close/>
                  <a:moveTo>
                    <a:pt x="15622" y="75268"/>
                  </a:moveTo>
                  <a:lnTo>
                    <a:pt x="47751" y="75268"/>
                  </a:lnTo>
                  <a:lnTo>
                    <a:pt x="47751" y="110686"/>
                  </a:lnTo>
                  <a:lnTo>
                    <a:pt x="15812" y="110686"/>
                  </a:lnTo>
                  <a:close/>
                  <a:moveTo>
                    <a:pt x="110491" y="110686"/>
                  </a:moveTo>
                  <a:lnTo>
                    <a:pt x="63752" y="110686"/>
                  </a:lnTo>
                  <a:lnTo>
                    <a:pt x="63752" y="67489"/>
                  </a:lnTo>
                  <a:cubicBezTo>
                    <a:pt x="63752" y="63122"/>
                    <a:pt x="60213" y="59583"/>
                    <a:pt x="55846" y="59583"/>
                  </a:cubicBezTo>
                  <a:lnTo>
                    <a:pt x="15812" y="59583"/>
                  </a:lnTo>
                  <a:lnTo>
                    <a:pt x="15812" y="15943"/>
                  </a:lnTo>
                  <a:lnTo>
                    <a:pt x="110680" y="1594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138" name="TextBox 137">
            <a:extLst>
              <a:ext uri="{FF2B5EF4-FFF2-40B4-BE49-F238E27FC236}">
                <a16:creationId xmlns:a16="http://schemas.microsoft.com/office/drawing/2014/main" id="{385543AF-0B72-99A7-1507-AAF2AB855DAA}"/>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140" name="Graphic 8">
            <a:extLst>
              <a:ext uri="{FF2B5EF4-FFF2-40B4-BE49-F238E27FC236}">
                <a16:creationId xmlns:a16="http://schemas.microsoft.com/office/drawing/2014/main" id="{FCD63A0E-0608-2836-F404-491E8C1D3CE7}"/>
              </a:ext>
            </a:extLst>
          </p:cNvPr>
          <p:cNvGrpSpPr/>
          <p:nvPr userDrawn="1"/>
        </p:nvGrpSpPr>
        <p:grpSpPr>
          <a:xfrm>
            <a:off x="265625" y="6323271"/>
            <a:ext cx="1249223" cy="369648"/>
            <a:chOff x="265625" y="6323271"/>
            <a:chExt cx="1249223" cy="369648"/>
          </a:xfrm>
          <a:solidFill>
            <a:srgbClr val="000000"/>
          </a:solidFill>
        </p:grpSpPr>
        <p:grpSp>
          <p:nvGrpSpPr>
            <p:cNvPr id="141" name="Graphic 8">
              <a:extLst>
                <a:ext uri="{FF2B5EF4-FFF2-40B4-BE49-F238E27FC236}">
                  <a16:creationId xmlns:a16="http://schemas.microsoft.com/office/drawing/2014/main" id="{6BC2395B-D8CB-C63C-F0D8-2737A8B21A75}"/>
                </a:ext>
              </a:extLst>
            </p:cNvPr>
            <p:cNvGrpSpPr/>
            <p:nvPr/>
          </p:nvGrpSpPr>
          <p:grpSpPr>
            <a:xfrm>
              <a:off x="745455" y="6594444"/>
              <a:ext cx="722662" cy="98475"/>
              <a:chOff x="745455" y="6594444"/>
              <a:chExt cx="722662" cy="98475"/>
            </a:xfrm>
            <a:solidFill>
              <a:srgbClr val="000000"/>
            </a:solidFill>
          </p:grpSpPr>
          <p:sp>
            <p:nvSpPr>
              <p:cNvPr id="150" name="Freeform 19">
                <a:extLst>
                  <a:ext uri="{FF2B5EF4-FFF2-40B4-BE49-F238E27FC236}">
                    <a16:creationId xmlns:a16="http://schemas.microsoft.com/office/drawing/2014/main" id="{056F31B8-2026-36E0-067E-7DCE03ADF92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151" name="Freeform 20">
                <a:extLst>
                  <a:ext uri="{FF2B5EF4-FFF2-40B4-BE49-F238E27FC236}">
                    <a16:creationId xmlns:a16="http://schemas.microsoft.com/office/drawing/2014/main" id="{BBAA5AE4-B41E-001B-45A2-1D84200AE27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152" name="Freeform 21">
                <a:extLst>
                  <a:ext uri="{FF2B5EF4-FFF2-40B4-BE49-F238E27FC236}">
                    <a16:creationId xmlns:a16="http://schemas.microsoft.com/office/drawing/2014/main" id="{B2219A1E-A71F-7F3E-A0BF-5DC43B01064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153" name="Freeform 22">
                <a:extLst>
                  <a:ext uri="{FF2B5EF4-FFF2-40B4-BE49-F238E27FC236}">
                    <a16:creationId xmlns:a16="http://schemas.microsoft.com/office/drawing/2014/main" id="{10BD39B3-96C7-40BB-A9CC-FFB8919DC31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154" name="Freeform 23">
                <a:extLst>
                  <a:ext uri="{FF2B5EF4-FFF2-40B4-BE49-F238E27FC236}">
                    <a16:creationId xmlns:a16="http://schemas.microsoft.com/office/drawing/2014/main" id="{5407F7BB-02E4-02F9-82BC-0249B3665C0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55" name="Freeform 24">
                <a:extLst>
                  <a:ext uri="{FF2B5EF4-FFF2-40B4-BE49-F238E27FC236}">
                    <a16:creationId xmlns:a16="http://schemas.microsoft.com/office/drawing/2014/main" id="{2CCC3231-F265-0AC9-61C8-8506B76932D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156" name="Freeform 25">
                <a:extLst>
                  <a:ext uri="{FF2B5EF4-FFF2-40B4-BE49-F238E27FC236}">
                    <a16:creationId xmlns:a16="http://schemas.microsoft.com/office/drawing/2014/main" id="{C3E22B66-9239-A1D9-2138-8799BA49E150}"/>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157" name="Freeform 26">
                <a:extLst>
                  <a:ext uri="{FF2B5EF4-FFF2-40B4-BE49-F238E27FC236}">
                    <a16:creationId xmlns:a16="http://schemas.microsoft.com/office/drawing/2014/main" id="{3B7EC8AA-42AB-FC77-7993-B6262AA8476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158" name="Freeform 27">
                <a:extLst>
                  <a:ext uri="{FF2B5EF4-FFF2-40B4-BE49-F238E27FC236}">
                    <a16:creationId xmlns:a16="http://schemas.microsoft.com/office/drawing/2014/main" id="{86A23895-10CB-9BF4-188C-3C96E759AD60}"/>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59" name="Freeform 28">
                <a:extLst>
                  <a:ext uri="{FF2B5EF4-FFF2-40B4-BE49-F238E27FC236}">
                    <a16:creationId xmlns:a16="http://schemas.microsoft.com/office/drawing/2014/main" id="{DB58AE0D-D3F2-054A-4FA2-21B58E8AB98B}"/>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42" name="Graphic 8">
              <a:extLst>
                <a:ext uri="{FF2B5EF4-FFF2-40B4-BE49-F238E27FC236}">
                  <a16:creationId xmlns:a16="http://schemas.microsoft.com/office/drawing/2014/main" id="{C504C83F-FB06-B1AE-C934-A9AE145BE860}"/>
                </a:ext>
              </a:extLst>
            </p:cNvPr>
            <p:cNvGrpSpPr/>
            <p:nvPr/>
          </p:nvGrpSpPr>
          <p:grpSpPr>
            <a:xfrm>
              <a:off x="265625" y="6323271"/>
              <a:ext cx="1249223" cy="190348"/>
              <a:chOff x="265625" y="6323271"/>
              <a:chExt cx="1249223" cy="190348"/>
            </a:xfrm>
            <a:solidFill>
              <a:srgbClr val="000000"/>
            </a:solidFill>
          </p:grpSpPr>
          <p:sp>
            <p:nvSpPr>
              <p:cNvPr id="143" name="Freeform 10">
                <a:extLst>
                  <a:ext uri="{FF2B5EF4-FFF2-40B4-BE49-F238E27FC236}">
                    <a16:creationId xmlns:a16="http://schemas.microsoft.com/office/drawing/2014/main" id="{DD539EF3-7A7B-08F8-0012-5265977942F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44" name="Freeform 11">
                <a:extLst>
                  <a:ext uri="{FF2B5EF4-FFF2-40B4-BE49-F238E27FC236}">
                    <a16:creationId xmlns:a16="http://schemas.microsoft.com/office/drawing/2014/main" id="{DC1B0333-47E1-966B-5D76-FD55467ED12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5" name="Freeform 14">
                <a:extLst>
                  <a:ext uri="{FF2B5EF4-FFF2-40B4-BE49-F238E27FC236}">
                    <a16:creationId xmlns:a16="http://schemas.microsoft.com/office/drawing/2014/main" id="{E834E1A1-F4D2-B256-FD76-7354C4CF0F12}"/>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46" name="Freeform 15">
                <a:extLst>
                  <a:ext uri="{FF2B5EF4-FFF2-40B4-BE49-F238E27FC236}">
                    <a16:creationId xmlns:a16="http://schemas.microsoft.com/office/drawing/2014/main" id="{4E75AC14-FF7B-1FA0-3924-389C26DA18B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47" name="Freeform 16">
                <a:extLst>
                  <a:ext uri="{FF2B5EF4-FFF2-40B4-BE49-F238E27FC236}">
                    <a16:creationId xmlns:a16="http://schemas.microsoft.com/office/drawing/2014/main" id="{04B7186C-ADAD-8B6C-E5C0-8E169ECA903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48" name="Freeform 17">
                <a:extLst>
                  <a:ext uri="{FF2B5EF4-FFF2-40B4-BE49-F238E27FC236}">
                    <a16:creationId xmlns:a16="http://schemas.microsoft.com/office/drawing/2014/main" id="{E4D02732-A2AF-EB37-3B02-A21E9922B4AD}"/>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49" name="Freeform 18">
                <a:extLst>
                  <a:ext uri="{FF2B5EF4-FFF2-40B4-BE49-F238E27FC236}">
                    <a16:creationId xmlns:a16="http://schemas.microsoft.com/office/drawing/2014/main" id="{94E58605-51E3-C712-381C-825E567BC8F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139" name="TextBox 138">
            <a:extLst>
              <a:ext uri="{FF2B5EF4-FFF2-40B4-BE49-F238E27FC236}">
                <a16:creationId xmlns:a16="http://schemas.microsoft.com/office/drawing/2014/main" id="{06C391E6-D3A2-4DDE-7F6F-BBEFD44B6F67}"/>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4140406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Section - Resource Mgm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3" name="Parallelogram 2">
            <a:extLst>
              <a:ext uri="{FF2B5EF4-FFF2-40B4-BE49-F238E27FC236}">
                <a16:creationId xmlns:a16="http://schemas.microsoft.com/office/drawing/2014/main" id="{89094CD1-4612-BDDC-53AB-48D233DA5E91}"/>
              </a:ext>
            </a:extLst>
          </p:cNvPr>
          <p:cNvSpPr/>
          <p:nvPr userDrawn="1"/>
        </p:nvSpPr>
        <p:spPr>
          <a:xfrm>
            <a:off x="5406003" y="-1"/>
            <a:ext cx="14676689" cy="6858001"/>
          </a:xfrm>
          <a:prstGeom prst="parallelogram">
            <a:avLst>
              <a:gd name="adj" fmla="val 100124"/>
            </a:avLst>
          </a:prstGeom>
          <a:gradFill flip="none" rotWithShape="1">
            <a:gsLst>
              <a:gs pos="24000">
                <a:schemeClr val="accent5"/>
              </a:gs>
              <a:gs pos="100000">
                <a:schemeClr val="accent5">
                  <a:lumMod val="60000"/>
                  <a:lumOff val="40000"/>
                </a:schemeClr>
              </a:gs>
            </a:gsLst>
            <a:lin ang="18900000" scaled="1"/>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rallelogram 3">
            <a:extLst>
              <a:ext uri="{FF2B5EF4-FFF2-40B4-BE49-F238E27FC236}">
                <a16:creationId xmlns:a16="http://schemas.microsoft.com/office/drawing/2014/main" id="{17E42CF3-5F91-08E5-A5FC-6BC4CD78FFA2}"/>
              </a:ext>
            </a:extLst>
          </p:cNvPr>
          <p:cNvSpPr/>
          <p:nvPr userDrawn="1"/>
        </p:nvSpPr>
        <p:spPr>
          <a:xfrm>
            <a:off x="1840256" y="-1"/>
            <a:ext cx="12934077" cy="6470788"/>
          </a:xfrm>
          <a:prstGeom prst="parallelogram">
            <a:avLst>
              <a:gd name="adj" fmla="val 100124"/>
            </a:avLst>
          </a:prstGeom>
          <a:gradFill flip="none" rotWithShape="1">
            <a:gsLst>
              <a:gs pos="0">
                <a:schemeClr val="accent5">
                  <a:alpha val="33000"/>
                </a:schemeClr>
              </a:gs>
              <a:gs pos="97000">
                <a:schemeClr val="accent5">
                  <a:alpha val="0"/>
                </a:schemeClr>
              </a:gs>
            </a:gsLst>
            <a:lin ang="8100000" scaled="1"/>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 name="Graphic 143">
            <a:extLst>
              <a:ext uri="{FF2B5EF4-FFF2-40B4-BE49-F238E27FC236}">
                <a16:creationId xmlns:a16="http://schemas.microsoft.com/office/drawing/2014/main" id="{1FF80852-0FFA-B3DA-921C-6BE23778037A}"/>
              </a:ext>
            </a:extLst>
          </p:cNvPr>
          <p:cNvSpPr/>
          <p:nvPr userDrawn="1"/>
        </p:nvSpPr>
        <p:spPr>
          <a:xfrm>
            <a:off x="4130978" y="4499933"/>
            <a:ext cx="2421204" cy="666750"/>
          </a:xfrm>
          <a:custGeom>
            <a:avLst/>
            <a:gdLst>
              <a:gd name="connsiteX0" fmla="*/ 482061 w 600651"/>
              <a:gd name="connsiteY0" fmla="*/ 38962 h 165407"/>
              <a:gd name="connsiteX1" fmla="*/ 398886 w 600651"/>
              <a:gd name="connsiteY1" fmla="*/ 75298 h 165407"/>
              <a:gd name="connsiteX2" fmla="*/ 268849 w 600651"/>
              <a:gd name="connsiteY2" fmla="*/ 0 h 165407"/>
              <a:gd name="connsiteX3" fmla="*/ 118927 w 600651"/>
              <a:gd name="connsiteY3" fmla="*/ 122878 h 165407"/>
              <a:gd name="connsiteX4" fmla="*/ 66185 w 600651"/>
              <a:gd name="connsiteY4" fmla="*/ 94823 h 165407"/>
              <a:gd name="connsiteX5" fmla="*/ 0 w 600651"/>
              <a:gd name="connsiteY5" fmla="*/ 165408 h 165407"/>
              <a:gd name="connsiteX6" fmla="*/ 600652 w 600651"/>
              <a:gd name="connsiteY6" fmla="*/ 165408 h 165407"/>
              <a:gd name="connsiteX7" fmla="*/ 482061 w 600651"/>
              <a:gd name="connsiteY7" fmla="*/ 38939 h 16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651" h="165407">
                <a:moveTo>
                  <a:pt x="482061" y="38962"/>
                </a:moveTo>
                <a:cubicBezTo>
                  <a:pt x="449653" y="38962"/>
                  <a:pt x="420297" y="52832"/>
                  <a:pt x="398886" y="75298"/>
                </a:cubicBezTo>
                <a:cubicBezTo>
                  <a:pt x="371236" y="29984"/>
                  <a:pt x="323341" y="0"/>
                  <a:pt x="268849" y="0"/>
                </a:cubicBezTo>
                <a:cubicBezTo>
                  <a:pt x="196963" y="0"/>
                  <a:pt x="136523" y="52136"/>
                  <a:pt x="118927" y="122878"/>
                </a:cubicBezTo>
                <a:cubicBezTo>
                  <a:pt x="106853" y="105865"/>
                  <a:pt x="87754" y="94823"/>
                  <a:pt x="66185" y="94823"/>
                </a:cubicBezTo>
                <a:cubicBezTo>
                  <a:pt x="29625" y="94823"/>
                  <a:pt x="0" y="126446"/>
                  <a:pt x="0" y="165408"/>
                </a:cubicBezTo>
                <a:lnTo>
                  <a:pt x="600652" y="165408"/>
                </a:lnTo>
                <a:cubicBezTo>
                  <a:pt x="600652" y="95564"/>
                  <a:pt x="547551" y="38939"/>
                  <a:pt x="482061" y="38939"/>
                </a:cubicBezTo>
                <a:close/>
              </a:path>
            </a:pathLst>
          </a:custGeom>
          <a:solidFill>
            <a:schemeClr val="accent5">
              <a:alpha val="18000"/>
            </a:schemeClr>
          </a:soli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6" name="Graphic 5">
            <a:extLst>
              <a:ext uri="{FF2B5EF4-FFF2-40B4-BE49-F238E27FC236}">
                <a16:creationId xmlns:a16="http://schemas.microsoft.com/office/drawing/2014/main" id="{DCBA8C3C-A8F2-8915-0A23-7A09076F431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607952" y="3165709"/>
            <a:ext cx="3124591" cy="1207366"/>
          </a:xfrm>
          <a:prstGeom prst="rect">
            <a:avLst/>
          </a:prstGeom>
        </p:spPr>
      </p:pic>
      <p:grpSp>
        <p:nvGrpSpPr>
          <p:cNvPr id="7" name="Group 6">
            <a:extLst>
              <a:ext uri="{FF2B5EF4-FFF2-40B4-BE49-F238E27FC236}">
                <a16:creationId xmlns:a16="http://schemas.microsoft.com/office/drawing/2014/main" id="{52289B3A-2866-1292-4488-63364CB153AC}"/>
              </a:ext>
            </a:extLst>
          </p:cNvPr>
          <p:cNvGrpSpPr/>
          <p:nvPr userDrawn="1"/>
        </p:nvGrpSpPr>
        <p:grpSpPr>
          <a:xfrm>
            <a:off x="7416052" y="944496"/>
            <a:ext cx="1685206" cy="686138"/>
            <a:chOff x="437672" y="1280130"/>
            <a:chExt cx="2910783" cy="1185138"/>
          </a:xfrm>
        </p:grpSpPr>
        <p:sp>
          <p:nvSpPr>
            <p:cNvPr id="8" name="Freeform: Shape 187">
              <a:extLst>
                <a:ext uri="{FF2B5EF4-FFF2-40B4-BE49-F238E27FC236}">
                  <a16:creationId xmlns:a16="http://schemas.microsoft.com/office/drawing/2014/main" id="{89387517-8417-DF01-A9B6-979BB14E2FAF}"/>
                </a:ext>
              </a:extLst>
            </p:cNvPr>
            <p:cNvSpPr/>
            <p:nvPr/>
          </p:nvSpPr>
          <p:spPr>
            <a:xfrm>
              <a:off x="437672" y="1280130"/>
              <a:ext cx="2720832" cy="1110872"/>
            </a:xfrm>
            <a:custGeom>
              <a:avLst/>
              <a:gdLst>
                <a:gd name="connsiteX0" fmla="*/ 749249 w 907209"/>
                <a:gd name="connsiteY0" fmla="*/ 212440 h 370400"/>
                <a:gd name="connsiteX1" fmla="*/ 700014 w 907209"/>
                <a:gd name="connsiteY1" fmla="*/ 220306 h 370400"/>
                <a:gd name="connsiteX2" fmla="*/ 454537 w 907209"/>
                <a:gd name="connsiteY2" fmla="*/ 0 h 370400"/>
                <a:gd name="connsiteX3" fmla="*/ 213896 w 907209"/>
                <a:gd name="connsiteY3" fmla="*/ 191405 h 370400"/>
                <a:gd name="connsiteX4" fmla="*/ 178995 w 907209"/>
                <a:gd name="connsiteY4" fmla="*/ 191405 h 370400"/>
                <a:gd name="connsiteX5" fmla="*/ 0 w 907209"/>
                <a:gd name="connsiteY5" fmla="*/ 370400 h 370400"/>
                <a:gd name="connsiteX6" fmla="*/ 907209 w 907209"/>
                <a:gd name="connsiteY6" fmla="*/ 370400 h 370400"/>
                <a:gd name="connsiteX7" fmla="*/ 749249 w 907209"/>
                <a:gd name="connsiteY7" fmla="*/ 212440 h 37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7209" h="37040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9" name="Freeform: Shape 188">
              <a:extLst>
                <a:ext uri="{FF2B5EF4-FFF2-40B4-BE49-F238E27FC236}">
                  <a16:creationId xmlns:a16="http://schemas.microsoft.com/office/drawing/2014/main" id="{733422FC-3B13-B5D0-0DAF-FAEE7BC1B601}"/>
                </a:ext>
              </a:extLst>
            </p:cNvPr>
            <p:cNvSpPr/>
            <p:nvPr/>
          </p:nvSpPr>
          <p:spPr>
            <a:xfrm>
              <a:off x="1651302" y="1789783"/>
              <a:ext cx="1697153" cy="675485"/>
            </a:xfrm>
            <a:custGeom>
              <a:avLst/>
              <a:gdLst>
                <a:gd name="connsiteX0" fmla="*/ 154872 w 565884"/>
                <a:gd name="connsiteY0" fmla="*/ 70357 h 225229"/>
                <a:gd name="connsiteX1" fmla="*/ 0 w 565884"/>
                <a:gd name="connsiteY1" fmla="*/ 225229 h 225229"/>
                <a:gd name="connsiteX2" fmla="*/ 565884 w 565884"/>
                <a:gd name="connsiteY2" fmla="*/ 225229 h 225229"/>
                <a:gd name="connsiteX3" fmla="*/ 496023 w 565884"/>
                <a:gd name="connsiteY3" fmla="*/ 70357 h 225229"/>
                <a:gd name="connsiteX4" fmla="*/ 496023 w 565884"/>
                <a:gd name="connsiteY4" fmla="*/ 70357 h 225229"/>
                <a:gd name="connsiteX5" fmla="*/ 154872 w 565884"/>
                <a:gd name="connsiteY5" fmla="*/ 70357 h 225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5884" h="225229">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29000">
                  <a:srgbClr val="FFFFFF"/>
                </a:gs>
                <a:gs pos="48000">
                  <a:srgbClr val="F8FBFE"/>
                </a:gs>
                <a:gs pos="73000">
                  <a:srgbClr val="E7F3FB"/>
                </a:gs>
                <a:gs pos="100000">
                  <a:srgbClr val="CEE6F7"/>
                </a:gs>
              </a:gsLst>
              <a:lin ang="2700000" scaled="1"/>
            </a:gra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10" name="Freeform: Shape 265">
            <a:extLst>
              <a:ext uri="{FF2B5EF4-FFF2-40B4-BE49-F238E27FC236}">
                <a16:creationId xmlns:a16="http://schemas.microsoft.com/office/drawing/2014/main" id="{2CC5AB18-EC3C-D40F-1A44-A6DDBD135322}"/>
              </a:ext>
            </a:extLst>
          </p:cNvPr>
          <p:cNvSpPr/>
          <p:nvPr userDrawn="1"/>
        </p:nvSpPr>
        <p:spPr>
          <a:xfrm>
            <a:off x="11040650" y="3165709"/>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1" name="Freeform: Shape 269">
            <a:extLst>
              <a:ext uri="{FF2B5EF4-FFF2-40B4-BE49-F238E27FC236}">
                <a16:creationId xmlns:a16="http://schemas.microsoft.com/office/drawing/2014/main" id="{3FAE867A-F63D-0949-D652-E831AD4245E0}"/>
              </a:ext>
            </a:extLst>
          </p:cNvPr>
          <p:cNvSpPr/>
          <p:nvPr userDrawn="1"/>
        </p:nvSpPr>
        <p:spPr>
          <a:xfrm>
            <a:off x="6195382" y="430769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 name="Freeform: Shape 285">
            <a:extLst>
              <a:ext uri="{FF2B5EF4-FFF2-40B4-BE49-F238E27FC236}">
                <a16:creationId xmlns:a16="http://schemas.microsoft.com/office/drawing/2014/main" id="{74DB3C79-1660-4F33-D3A9-76FDC73AC9A7}"/>
              </a:ext>
            </a:extLst>
          </p:cNvPr>
          <p:cNvSpPr/>
          <p:nvPr userDrawn="1"/>
        </p:nvSpPr>
        <p:spPr>
          <a:xfrm>
            <a:off x="8709950" y="5303803"/>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 name="Freeform: Shape 286">
            <a:extLst>
              <a:ext uri="{FF2B5EF4-FFF2-40B4-BE49-F238E27FC236}">
                <a16:creationId xmlns:a16="http://schemas.microsoft.com/office/drawing/2014/main" id="{872A052E-29FA-0DC3-F387-F7E9BF4876E0}"/>
              </a:ext>
            </a:extLst>
          </p:cNvPr>
          <p:cNvSpPr/>
          <p:nvPr userDrawn="1"/>
        </p:nvSpPr>
        <p:spPr>
          <a:xfrm>
            <a:off x="9116688" y="50100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14" name="Graphic 13">
            <a:extLst>
              <a:ext uri="{FF2B5EF4-FFF2-40B4-BE49-F238E27FC236}">
                <a16:creationId xmlns:a16="http://schemas.microsoft.com/office/drawing/2014/main" id="{509589C6-2C33-2634-AE49-1CCE860B9C6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147329" y="2147281"/>
            <a:ext cx="1564702" cy="1176425"/>
          </a:xfrm>
          <a:prstGeom prst="rect">
            <a:avLst/>
          </a:prstGeom>
        </p:spPr>
      </p:pic>
      <p:sp>
        <p:nvSpPr>
          <p:cNvPr id="15" name="Oval 14">
            <a:extLst>
              <a:ext uri="{FF2B5EF4-FFF2-40B4-BE49-F238E27FC236}">
                <a16:creationId xmlns:a16="http://schemas.microsoft.com/office/drawing/2014/main" id="{5EA78623-1C39-B6AF-331E-7C4FF2974045}"/>
              </a:ext>
            </a:extLst>
          </p:cNvPr>
          <p:cNvSpPr/>
          <p:nvPr userDrawn="1"/>
        </p:nvSpPr>
        <p:spPr>
          <a:xfrm flipV="1">
            <a:off x="6354876" y="1852997"/>
            <a:ext cx="3152006" cy="3152006"/>
          </a:xfrm>
          <a:prstGeom prst="ellipse">
            <a:avLst/>
          </a:prstGeom>
          <a:solidFill>
            <a:schemeClr val="bg1"/>
          </a:solidFill>
          <a:ln w="508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6" name="Freeform: Shape 298">
            <a:extLst>
              <a:ext uri="{FF2B5EF4-FFF2-40B4-BE49-F238E27FC236}">
                <a16:creationId xmlns:a16="http://schemas.microsoft.com/office/drawing/2014/main" id="{B1F9D95A-0D46-8579-C2E7-5C67C2F5759E}"/>
              </a:ext>
            </a:extLst>
          </p:cNvPr>
          <p:cNvSpPr/>
          <p:nvPr userDrawn="1"/>
        </p:nvSpPr>
        <p:spPr>
          <a:xfrm>
            <a:off x="5406003" y="4429286"/>
            <a:ext cx="2921280" cy="1192670"/>
          </a:xfrm>
          <a:custGeom>
            <a:avLst/>
            <a:gdLst>
              <a:gd name="connsiteX0" fmla="*/ 2797989 w 3387980"/>
              <a:gd name="connsiteY0" fmla="*/ 793219 h 1383210"/>
              <a:gd name="connsiteX1" fmla="*/ 2614092 w 3387980"/>
              <a:gd name="connsiteY1" fmla="*/ 822614 h 1383210"/>
              <a:gd name="connsiteX2" fmla="*/ 1697357 w 3387980"/>
              <a:gd name="connsiteY2" fmla="*/ 0 h 1383210"/>
              <a:gd name="connsiteX3" fmla="*/ 798795 w 3387980"/>
              <a:gd name="connsiteY3" fmla="*/ 714810 h 1383210"/>
              <a:gd name="connsiteX4" fmla="*/ 668546 w 3387980"/>
              <a:gd name="connsiteY4" fmla="*/ 714665 h 1383210"/>
              <a:gd name="connsiteX5" fmla="*/ 0 w 3387980"/>
              <a:gd name="connsiteY5" fmla="*/ 1383211 h 1383210"/>
              <a:gd name="connsiteX6" fmla="*/ 3387981 w 3387980"/>
              <a:gd name="connsiteY6" fmla="*/ 1383211 h 1383210"/>
              <a:gd name="connsiteX7" fmla="*/ 2797989 w 3387980"/>
              <a:gd name="connsiteY7" fmla="*/ 793219 h 138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7980" h="1383210">
                <a:moveTo>
                  <a:pt x="2797989" y="793219"/>
                </a:moveTo>
                <a:cubicBezTo>
                  <a:pt x="2733770" y="793219"/>
                  <a:pt x="2671940" y="803573"/>
                  <a:pt x="2614092" y="822614"/>
                </a:cubicBezTo>
                <a:cubicBezTo>
                  <a:pt x="2564425" y="360192"/>
                  <a:pt x="2172956" y="0"/>
                  <a:pt x="1697357" y="0"/>
                </a:cubicBezTo>
                <a:cubicBezTo>
                  <a:pt x="1259406" y="0"/>
                  <a:pt x="892915" y="305385"/>
                  <a:pt x="798795" y="714810"/>
                </a:cubicBezTo>
                <a:lnTo>
                  <a:pt x="668546" y="714665"/>
                </a:lnTo>
                <a:cubicBezTo>
                  <a:pt x="299304" y="714737"/>
                  <a:pt x="0" y="1014041"/>
                  <a:pt x="0" y="1383211"/>
                </a:cubicBezTo>
                <a:lnTo>
                  <a:pt x="3387981" y="1383211"/>
                </a:lnTo>
                <a:cubicBezTo>
                  <a:pt x="3387981" y="1057336"/>
                  <a:pt x="3123864" y="793219"/>
                  <a:pt x="2797989" y="793219"/>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17" name="Graphic 133">
            <a:extLst>
              <a:ext uri="{FF2B5EF4-FFF2-40B4-BE49-F238E27FC236}">
                <a16:creationId xmlns:a16="http://schemas.microsoft.com/office/drawing/2014/main" id="{C0AEFB13-6955-72D8-CA28-B54C5E3B6FA9}"/>
              </a:ext>
            </a:extLst>
          </p:cNvPr>
          <p:cNvGrpSpPr/>
          <p:nvPr userDrawn="1"/>
        </p:nvGrpSpPr>
        <p:grpSpPr>
          <a:xfrm>
            <a:off x="6411279" y="5443017"/>
            <a:ext cx="492164" cy="535997"/>
            <a:chOff x="8799755" y="943899"/>
            <a:chExt cx="839533" cy="914304"/>
          </a:xfrm>
          <a:noFill/>
        </p:grpSpPr>
        <p:sp>
          <p:nvSpPr>
            <p:cNvPr id="18" name="Freeform: Shape 300">
              <a:extLst>
                <a:ext uri="{FF2B5EF4-FFF2-40B4-BE49-F238E27FC236}">
                  <a16:creationId xmlns:a16="http://schemas.microsoft.com/office/drawing/2014/main" id="{4AFDD986-9D71-582C-8F34-6C2A7D345192}"/>
                </a:ext>
              </a:extLst>
            </p:cNvPr>
            <p:cNvSpPr/>
            <p:nvPr/>
          </p:nvSpPr>
          <p:spPr>
            <a:xfrm>
              <a:off x="8799755" y="943899"/>
              <a:ext cx="839533" cy="914304"/>
            </a:xfrm>
            <a:custGeom>
              <a:avLst/>
              <a:gdLst>
                <a:gd name="connsiteX0" fmla="*/ 419767 w 839533"/>
                <a:gd name="connsiteY0" fmla="*/ 914305 h 914304"/>
                <a:gd name="connsiteX1" fmla="*/ 415576 w 839533"/>
                <a:gd name="connsiteY1" fmla="*/ 913638 h 914304"/>
                <a:gd name="connsiteX2" fmla="*/ 0 w 839533"/>
                <a:gd name="connsiteY2" fmla="*/ 345281 h 914304"/>
                <a:gd name="connsiteX3" fmla="*/ 0 w 839533"/>
                <a:gd name="connsiteY3" fmla="*/ 13906 h 914304"/>
                <a:gd name="connsiteX4" fmla="*/ 13906 w 839533"/>
                <a:gd name="connsiteY4" fmla="*/ 0 h 914304"/>
                <a:gd name="connsiteX5" fmla="*/ 825627 w 839533"/>
                <a:gd name="connsiteY5" fmla="*/ 0 h 914304"/>
                <a:gd name="connsiteX6" fmla="*/ 839534 w 839533"/>
                <a:gd name="connsiteY6" fmla="*/ 13906 h 914304"/>
                <a:gd name="connsiteX7" fmla="*/ 839534 w 839533"/>
                <a:gd name="connsiteY7" fmla="*/ 345281 h 914304"/>
                <a:gd name="connsiteX8" fmla="*/ 424053 w 839533"/>
                <a:gd name="connsiteY8" fmla="*/ 913638 h 914304"/>
                <a:gd name="connsiteX9" fmla="*/ 419862 w 839533"/>
                <a:gd name="connsiteY9" fmla="*/ 914305 h 91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9533" h="914304">
                  <a:moveTo>
                    <a:pt x="419767" y="914305"/>
                  </a:moveTo>
                  <a:cubicBezTo>
                    <a:pt x="418338" y="914305"/>
                    <a:pt x="416909" y="914114"/>
                    <a:pt x="415576" y="913638"/>
                  </a:cubicBezTo>
                  <a:cubicBezTo>
                    <a:pt x="167069" y="834676"/>
                    <a:pt x="0" y="606266"/>
                    <a:pt x="0" y="345281"/>
                  </a:cubicBezTo>
                  <a:lnTo>
                    <a:pt x="0" y="13906"/>
                  </a:lnTo>
                  <a:cubicBezTo>
                    <a:pt x="0" y="6191"/>
                    <a:pt x="6191" y="0"/>
                    <a:pt x="13906" y="0"/>
                  </a:cubicBezTo>
                  <a:lnTo>
                    <a:pt x="825627" y="0"/>
                  </a:lnTo>
                  <a:cubicBezTo>
                    <a:pt x="833342" y="0"/>
                    <a:pt x="839534" y="6191"/>
                    <a:pt x="839534" y="13906"/>
                  </a:cubicBezTo>
                  <a:lnTo>
                    <a:pt x="839534" y="345281"/>
                  </a:lnTo>
                  <a:cubicBezTo>
                    <a:pt x="839534" y="606266"/>
                    <a:pt x="672560" y="834676"/>
                    <a:pt x="424053" y="913638"/>
                  </a:cubicBezTo>
                  <a:cubicBezTo>
                    <a:pt x="422624" y="914114"/>
                    <a:pt x="421195" y="914305"/>
                    <a:pt x="419862" y="914305"/>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9" name="Freeform: Shape 301">
              <a:extLst>
                <a:ext uri="{FF2B5EF4-FFF2-40B4-BE49-F238E27FC236}">
                  <a16:creationId xmlns:a16="http://schemas.microsoft.com/office/drawing/2014/main" id="{DE096775-AD99-FA6D-6542-190E4F93467A}"/>
                </a:ext>
              </a:extLst>
            </p:cNvPr>
            <p:cNvSpPr/>
            <p:nvPr/>
          </p:nvSpPr>
          <p:spPr>
            <a:xfrm>
              <a:off x="9223713" y="943899"/>
              <a:ext cx="9525" cy="913638"/>
            </a:xfrm>
            <a:custGeom>
              <a:avLst/>
              <a:gdLst>
                <a:gd name="connsiteX0" fmla="*/ 0 w 9525"/>
                <a:gd name="connsiteY0" fmla="*/ 913638 h 913638"/>
                <a:gd name="connsiteX1" fmla="*/ 0 w 9525"/>
                <a:gd name="connsiteY1" fmla="*/ 0 h 913638"/>
              </a:gdLst>
              <a:ahLst/>
              <a:cxnLst>
                <a:cxn ang="0">
                  <a:pos x="connsiteX0" y="connsiteY0"/>
                </a:cxn>
                <a:cxn ang="0">
                  <a:pos x="connsiteX1" y="connsiteY1"/>
                </a:cxn>
              </a:cxnLst>
              <a:rect l="l" t="t" r="r" b="b"/>
              <a:pathLst>
                <a:path w="9525" h="913638">
                  <a:moveTo>
                    <a:pt x="0" y="913638"/>
                  </a:moveTo>
                  <a:lnTo>
                    <a:pt x="0" y="0"/>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pic>
        <p:nvPicPr>
          <p:cNvPr id="20" name="Graphic 19">
            <a:extLst>
              <a:ext uri="{FF2B5EF4-FFF2-40B4-BE49-F238E27FC236}">
                <a16:creationId xmlns:a16="http://schemas.microsoft.com/office/drawing/2014/main" id="{3A0FF0CB-687C-E24F-36A5-FB289981636A}"/>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514997" y="3684778"/>
            <a:ext cx="388873" cy="388873"/>
          </a:xfrm>
          <a:prstGeom prst="rect">
            <a:avLst/>
          </a:prstGeom>
        </p:spPr>
      </p:pic>
      <p:pic>
        <p:nvPicPr>
          <p:cNvPr id="21" name="Graphic 20">
            <a:extLst>
              <a:ext uri="{FF2B5EF4-FFF2-40B4-BE49-F238E27FC236}">
                <a16:creationId xmlns:a16="http://schemas.microsoft.com/office/drawing/2014/main" id="{2499B8D3-8756-8591-628B-6D81BA9ECB3C}"/>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9683496" y="390624"/>
            <a:ext cx="1410208" cy="2480020"/>
          </a:xfrm>
          <a:prstGeom prst="rect">
            <a:avLst/>
          </a:prstGeom>
        </p:spPr>
      </p:pic>
      <p:pic>
        <p:nvPicPr>
          <p:cNvPr id="22" name="Graphic 21">
            <a:extLst>
              <a:ext uri="{FF2B5EF4-FFF2-40B4-BE49-F238E27FC236}">
                <a16:creationId xmlns:a16="http://schemas.microsoft.com/office/drawing/2014/main" id="{DE377636-735E-5072-4763-BD9AD106FF04}"/>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6449352" y="838788"/>
            <a:ext cx="397256" cy="397256"/>
          </a:xfrm>
          <a:prstGeom prst="rect">
            <a:avLst/>
          </a:prstGeom>
        </p:spPr>
      </p:pic>
      <p:pic>
        <p:nvPicPr>
          <p:cNvPr id="23" name="Graphic 22">
            <a:extLst>
              <a:ext uri="{FF2B5EF4-FFF2-40B4-BE49-F238E27FC236}">
                <a16:creationId xmlns:a16="http://schemas.microsoft.com/office/drawing/2014/main" id="{EB98284C-1B5E-A8D8-8ED6-444E5E27C252}"/>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11051033" y="4987988"/>
            <a:ext cx="397256" cy="397256"/>
          </a:xfrm>
          <a:prstGeom prst="rect">
            <a:avLst/>
          </a:prstGeom>
        </p:spPr>
      </p:pic>
      <p:grpSp>
        <p:nvGrpSpPr>
          <p:cNvPr id="24" name="Group 23">
            <a:extLst>
              <a:ext uri="{FF2B5EF4-FFF2-40B4-BE49-F238E27FC236}">
                <a16:creationId xmlns:a16="http://schemas.microsoft.com/office/drawing/2014/main" id="{AA95DB9C-39E7-6DC6-E872-A8C2723826CA}"/>
              </a:ext>
            </a:extLst>
          </p:cNvPr>
          <p:cNvGrpSpPr>
            <a:grpSpLocks noChangeAspect="1"/>
          </p:cNvGrpSpPr>
          <p:nvPr userDrawn="1"/>
        </p:nvGrpSpPr>
        <p:grpSpPr>
          <a:xfrm>
            <a:off x="7072863" y="2635715"/>
            <a:ext cx="1681551" cy="1737360"/>
            <a:chOff x="7078693" y="2691028"/>
            <a:chExt cx="1634411" cy="1688655"/>
          </a:xfrm>
        </p:grpSpPr>
        <p:sp>
          <p:nvSpPr>
            <p:cNvPr id="25" name="Freeform: Shape 22">
              <a:extLst>
                <a:ext uri="{FF2B5EF4-FFF2-40B4-BE49-F238E27FC236}">
                  <a16:creationId xmlns:a16="http://schemas.microsoft.com/office/drawing/2014/main" id="{D2E0534F-69DF-F22A-6194-6DF17D92BAA2}"/>
                </a:ext>
              </a:extLst>
            </p:cNvPr>
            <p:cNvSpPr/>
            <p:nvPr/>
          </p:nvSpPr>
          <p:spPr>
            <a:xfrm>
              <a:off x="7078693" y="3540053"/>
              <a:ext cx="553370" cy="839455"/>
            </a:xfrm>
            <a:custGeom>
              <a:avLst/>
              <a:gdLst>
                <a:gd name="connsiteX0" fmla="*/ 186803 w 206004"/>
                <a:gd name="connsiteY0" fmla="*/ 0 h 312504"/>
                <a:gd name="connsiteX1" fmla="*/ 0 w 206004"/>
                <a:gd name="connsiteY1" fmla="*/ 0 h 312504"/>
                <a:gd name="connsiteX2" fmla="*/ 0 w 206004"/>
                <a:gd name="connsiteY2" fmla="*/ 16496 h 312504"/>
                <a:gd name="connsiteX3" fmla="*/ 186803 w 206004"/>
                <a:gd name="connsiteY3" fmla="*/ 16496 h 312504"/>
                <a:gd name="connsiteX4" fmla="*/ 189508 w 206004"/>
                <a:gd name="connsiteY4" fmla="*/ 19202 h 312504"/>
                <a:gd name="connsiteX5" fmla="*/ 189508 w 206004"/>
                <a:gd name="connsiteY5" fmla="*/ 312504 h 312504"/>
                <a:gd name="connsiteX6" fmla="*/ 206004 w 206004"/>
                <a:gd name="connsiteY6" fmla="*/ 312504 h 312504"/>
                <a:gd name="connsiteX7" fmla="*/ 206004 w 206004"/>
                <a:gd name="connsiteY7" fmla="*/ 19202 h 312504"/>
                <a:gd name="connsiteX8" fmla="*/ 186803 w 206004"/>
                <a:gd name="connsiteY8" fmla="*/ 0 h 312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6004" h="312504">
                  <a:moveTo>
                    <a:pt x="186803" y="0"/>
                  </a:moveTo>
                  <a:lnTo>
                    <a:pt x="0" y="0"/>
                  </a:lnTo>
                  <a:lnTo>
                    <a:pt x="0" y="16496"/>
                  </a:lnTo>
                  <a:lnTo>
                    <a:pt x="186803" y="16496"/>
                  </a:lnTo>
                  <a:cubicBezTo>
                    <a:pt x="188255" y="16496"/>
                    <a:pt x="189508" y="17684"/>
                    <a:pt x="189508" y="19202"/>
                  </a:cubicBezTo>
                  <a:lnTo>
                    <a:pt x="189508" y="312504"/>
                  </a:lnTo>
                  <a:lnTo>
                    <a:pt x="206004" y="312504"/>
                  </a:lnTo>
                  <a:lnTo>
                    <a:pt x="206004" y="19202"/>
                  </a:lnTo>
                  <a:cubicBezTo>
                    <a:pt x="206004" y="8644"/>
                    <a:pt x="197426" y="0"/>
                    <a:pt x="186803" y="0"/>
                  </a:cubicBezTo>
                  <a:close/>
                </a:path>
              </a:pathLst>
            </a:custGeom>
            <a:solidFill>
              <a:schemeClr val="accent5"/>
            </a:solidFill>
            <a:ln w="0" cap="flat">
              <a:noFill/>
              <a:prstDash val="solid"/>
              <a:miter/>
            </a:ln>
          </p:spPr>
          <p:txBody>
            <a:bodyPr lIns="46818" tIns="23409" rIns="46818" bIns="23409"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6" name="Freeform: Shape 23">
              <a:extLst>
                <a:ext uri="{FF2B5EF4-FFF2-40B4-BE49-F238E27FC236}">
                  <a16:creationId xmlns:a16="http://schemas.microsoft.com/office/drawing/2014/main" id="{916BEADB-2B89-3793-74C3-B4E68ECBD0D3}"/>
                </a:ext>
              </a:extLst>
            </p:cNvPr>
            <p:cNvSpPr/>
            <p:nvPr/>
          </p:nvSpPr>
          <p:spPr>
            <a:xfrm>
              <a:off x="8162393" y="3540053"/>
              <a:ext cx="550711" cy="839455"/>
            </a:xfrm>
            <a:custGeom>
              <a:avLst/>
              <a:gdLst>
                <a:gd name="connsiteX0" fmla="*/ 19202 w 205014"/>
                <a:gd name="connsiteY0" fmla="*/ 0 h 312504"/>
                <a:gd name="connsiteX1" fmla="*/ 0 w 205014"/>
                <a:gd name="connsiteY1" fmla="*/ 19202 h 312504"/>
                <a:gd name="connsiteX2" fmla="*/ 0 w 205014"/>
                <a:gd name="connsiteY2" fmla="*/ 312504 h 312504"/>
                <a:gd name="connsiteX3" fmla="*/ 16496 w 205014"/>
                <a:gd name="connsiteY3" fmla="*/ 312504 h 312504"/>
                <a:gd name="connsiteX4" fmla="*/ 16496 w 205014"/>
                <a:gd name="connsiteY4" fmla="*/ 19202 h 312504"/>
                <a:gd name="connsiteX5" fmla="*/ 19202 w 205014"/>
                <a:gd name="connsiteY5" fmla="*/ 16496 h 312504"/>
                <a:gd name="connsiteX6" fmla="*/ 205015 w 205014"/>
                <a:gd name="connsiteY6" fmla="*/ 16496 h 312504"/>
                <a:gd name="connsiteX7" fmla="*/ 205015 w 205014"/>
                <a:gd name="connsiteY7" fmla="*/ 0 h 312504"/>
                <a:gd name="connsiteX8" fmla="*/ 19202 w 205014"/>
                <a:gd name="connsiteY8" fmla="*/ 0 h 312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5014" h="312504">
                  <a:moveTo>
                    <a:pt x="19202" y="0"/>
                  </a:moveTo>
                  <a:cubicBezTo>
                    <a:pt x="8644" y="0"/>
                    <a:pt x="0" y="8578"/>
                    <a:pt x="0" y="19202"/>
                  </a:cubicBezTo>
                  <a:lnTo>
                    <a:pt x="0" y="312504"/>
                  </a:lnTo>
                  <a:lnTo>
                    <a:pt x="16496" y="312504"/>
                  </a:lnTo>
                  <a:lnTo>
                    <a:pt x="16496" y="19202"/>
                  </a:lnTo>
                  <a:cubicBezTo>
                    <a:pt x="16496" y="17750"/>
                    <a:pt x="17684" y="16496"/>
                    <a:pt x="19202" y="16496"/>
                  </a:cubicBezTo>
                  <a:lnTo>
                    <a:pt x="205015" y="16496"/>
                  </a:lnTo>
                  <a:lnTo>
                    <a:pt x="205015" y="0"/>
                  </a:lnTo>
                  <a:lnTo>
                    <a:pt x="19202" y="0"/>
                  </a:lnTo>
                  <a:close/>
                </a:path>
              </a:pathLst>
            </a:custGeom>
            <a:solidFill>
              <a:schemeClr val="accent5"/>
            </a:solidFill>
            <a:ln w="0" cap="flat">
              <a:noFill/>
              <a:prstDash val="solid"/>
              <a:miter/>
            </a:ln>
          </p:spPr>
          <p:txBody>
            <a:bodyPr lIns="46818" tIns="23409" rIns="46818" bIns="23409"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7" name="Group 26">
              <a:extLst>
                <a:ext uri="{FF2B5EF4-FFF2-40B4-BE49-F238E27FC236}">
                  <a16:creationId xmlns:a16="http://schemas.microsoft.com/office/drawing/2014/main" id="{8118B40A-A09D-7557-38AE-0407BA84BA1C}"/>
                </a:ext>
              </a:extLst>
            </p:cNvPr>
            <p:cNvGrpSpPr/>
            <p:nvPr/>
          </p:nvGrpSpPr>
          <p:grpSpPr>
            <a:xfrm>
              <a:off x="7099254" y="2691028"/>
              <a:ext cx="1591520" cy="1688655"/>
              <a:chOff x="7099254" y="2691028"/>
              <a:chExt cx="1591520" cy="1688655"/>
            </a:xfrm>
            <a:solidFill>
              <a:schemeClr val="accent5"/>
            </a:solidFill>
          </p:grpSpPr>
          <p:sp>
            <p:nvSpPr>
              <p:cNvPr id="28" name="Freeform: Shape 24">
                <a:extLst>
                  <a:ext uri="{FF2B5EF4-FFF2-40B4-BE49-F238E27FC236}">
                    <a16:creationId xmlns:a16="http://schemas.microsoft.com/office/drawing/2014/main" id="{CF169628-FF3F-072F-75AE-8E9ED2901F21}"/>
                  </a:ext>
                </a:extLst>
              </p:cNvPr>
              <p:cNvSpPr/>
              <p:nvPr/>
            </p:nvSpPr>
            <p:spPr>
              <a:xfrm>
                <a:off x="7537767" y="2704497"/>
                <a:ext cx="290689" cy="290689"/>
              </a:xfrm>
              <a:custGeom>
                <a:avLst/>
                <a:gdLst>
                  <a:gd name="connsiteX0" fmla="*/ 54108 w 108215"/>
                  <a:gd name="connsiteY0" fmla="*/ 108215 h 108215"/>
                  <a:gd name="connsiteX1" fmla="*/ 108215 w 108215"/>
                  <a:gd name="connsiteY1" fmla="*/ 54108 h 108215"/>
                  <a:gd name="connsiteX2" fmla="*/ 54108 w 108215"/>
                  <a:gd name="connsiteY2" fmla="*/ 0 h 108215"/>
                  <a:gd name="connsiteX3" fmla="*/ 0 w 108215"/>
                  <a:gd name="connsiteY3" fmla="*/ 54108 h 108215"/>
                  <a:gd name="connsiteX4" fmla="*/ 54108 w 108215"/>
                  <a:gd name="connsiteY4" fmla="*/ 108215 h 108215"/>
                  <a:gd name="connsiteX5" fmla="*/ 54108 w 108215"/>
                  <a:gd name="connsiteY5" fmla="*/ 16496 h 108215"/>
                  <a:gd name="connsiteX6" fmla="*/ 91719 w 108215"/>
                  <a:gd name="connsiteY6" fmla="*/ 54108 h 108215"/>
                  <a:gd name="connsiteX7" fmla="*/ 54108 w 108215"/>
                  <a:gd name="connsiteY7" fmla="*/ 91719 h 108215"/>
                  <a:gd name="connsiteX8" fmla="*/ 16496 w 108215"/>
                  <a:gd name="connsiteY8" fmla="*/ 54108 h 108215"/>
                  <a:gd name="connsiteX9" fmla="*/ 54108 w 108215"/>
                  <a:gd name="connsiteY9" fmla="*/ 16496 h 108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15" h="108215">
                    <a:moveTo>
                      <a:pt x="54108" y="108215"/>
                    </a:moveTo>
                    <a:cubicBezTo>
                      <a:pt x="83933" y="108215"/>
                      <a:pt x="108215" y="83933"/>
                      <a:pt x="108215" y="54108"/>
                    </a:cubicBezTo>
                    <a:cubicBezTo>
                      <a:pt x="108215" y="24282"/>
                      <a:pt x="83933" y="0"/>
                      <a:pt x="54108" y="0"/>
                    </a:cubicBezTo>
                    <a:cubicBezTo>
                      <a:pt x="24282" y="0"/>
                      <a:pt x="0" y="24282"/>
                      <a:pt x="0" y="54108"/>
                    </a:cubicBezTo>
                    <a:cubicBezTo>
                      <a:pt x="0" y="83933"/>
                      <a:pt x="24282" y="108215"/>
                      <a:pt x="54108" y="108215"/>
                    </a:cubicBezTo>
                    <a:close/>
                    <a:moveTo>
                      <a:pt x="54108" y="16496"/>
                    </a:moveTo>
                    <a:cubicBezTo>
                      <a:pt x="74827" y="16496"/>
                      <a:pt x="91719" y="33388"/>
                      <a:pt x="91719" y="54108"/>
                    </a:cubicBezTo>
                    <a:cubicBezTo>
                      <a:pt x="91719" y="74827"/>
                      <a:pt x="74827" y="91719"/>
                      <a:pt x="54108" y="91719"/>
                    </a:cubicBezTo>
                    <a:cubicBezTo>
                      <a:pt x="33388" y="91719"/>
                      <a:pt x="16496" y="74827"/>
                      <a:pt x="16496" y="54108"/>
                    </a:cubicBezTo>
                    <a:cubicBezTo>
                      <a:pt x="16496" y="33388"/>
                      <a:pt x="33388" y="16496"/>
                      <a:pt x="54108" y="16496"/>
                    </a:cubicBez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9" name="Freeform: Shape 25">
                <a:extLst>
                  <a:ext uri="{FF2B5EF4-FFF2-40B4-BE49-F238E27FC236}">
                    <a16:creationId xmlns:a16="http://schemas.microsoft.com/office/drawing/2014/main" id="{5F395B14-284D-AB07-C89B-BB1C44583D43}"/>
                  </a:ext>
                </a:extLst>
              </p:cNvPr>
              <p:cNvSpPr/>
              <p:nvPr/>
            </p:nvSpPr>
            <p:spPr>
              <a:xfrm>
                <a:off x="8400085" y="2704497"/>
                <a:ext cx="290689" cy="290689"/>
              </a:xfrm>
              <a:custGeom>
                <a:avLst/>
                <a:gdLst>
                  <a:gd name="connsiteX0" fmla="*/ 54108 w 108215"/>
                  <a:gd name="connsiteY0" fmla="*/ 108215 h 108215"/>
                  <a:gd name="connsiteX1" fmla="*/ 108215 w 108215"/>
                  <a:gd name="connsiteY1" fmla="*/ 54108 h 108215"/>
                  <a:gd name="connsiteX2" fmla="*/ 54108 w 108215"/>
                  <a:gd name="connsiteY2" fmla="*/ 0 h 108215"/>
                  <a:gd name="connsiteX3" fmla="*/ 0 w 108215"/>
                  <a:gd name="connsiteY3" fmla="*/ 54108 h 108215"/>
                  <a:gd name="connsiteX4" fmla="*/ 54108 w 108215"/>
                  <a:gd name="connsiteY4" fmla="*/ 108215 h 108215"/>
                  <a:gd name="connsiteX5" fmla="*/ 54108 w 108215"/>
                  <a:gd name="connsiteY5" fmla="*/ 16496 h 108215"/>
                  <a:gd name="connsiteX6" fmla="*/ 91719 w 108215"/>
                  <a:gd name="connsiteY6" fmla="*/ 54108 h 108215"/>
                  <a:gd name="connsiteX7" fmla="*/ 54108 w 108215"/>
                  <a:gd name="connsiteY7" fmla="*/ 91719 h 108215"/>
                  <a:gd name="connsiteX8" fmla="*/ 16496 w 108215"/>
                  <a:gd name="connsiteY8" fmla="*/ 54108 h 108215"/>
                  <a:gd name="connsiteX9" fmla="*/ 54108 w 108215"/>
                  <a:gd name="connsiteY9" fmla="*/ 16496 h 108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15" h="108215">
                    <a:moveTo>
                      <a:pt x="54108" y="108215"/>
                    </a:moveTo>
                    <a:cubicBezTo>
                      <a:pt x="83933" y="108215"/>
                      <a:pt x="108215" y="83933"/>
                      <a:pt x="108215" y="54108"/>
                    </a:cubicBezTo>
                    <a:cubicBezTo>
                      <a:pt x="108215" y="24282"/>
                      <a:pt x="83933" y="0"/>
                      <a:pt x="54108" y="0"/>
                    </a:cubicBezTo>
                    <a:cubicBezTo>
                      <a:pt x="24282" y="0"/>
                      <a:pt x="0" y="24282"/>
                      <a:pt x="0" y="54108"/>
                    </a:cubicBezTo>
                    <a:cubicBezTo>
                      <a:pt x="0" y="83933"/>
                      <a:pt x="24282" y="108215"/>
                      <a:pt x="54108" y="108215"/>
                    </a:cubicBezTo>
                    <a:close/>
                    <a:moveTo>
                      <a:pt x="54108" y="16496"/>
                    </a:moveTo>
                    <a:cubicBezTo>
                      <a:pt x="74827" y="16496"/>
                      <a:pt x="91719" y="33388"/>
                      <a:pt x="91719" y="54108"/>
                    </a:cubicBezTo>
                    <a:cubicBezTo>
                      <a:pt x="91719" y="74827"/>
                      <a:pt x="74827" y="91719"/>
                      <a:pt x="54108" y="91719"/>
                    </a:cubicBezTo>
                    <a:cubicBezTo>
                      <a:pt x="33388" y="91719"/>
                      <a:pt x="16496" y="74827"/>
                      <a:pt x="16496" y="54108"/>
                    </a:cubicBezTo>
                    <a:cubicBezTo>
                      <a:pt x="16496" y="33388"/>
                      <a:pt x="33388" y="16496"/>
                      <a:pt x="54108" y="16496"/>
                    </a:cubicBez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0" name="Freeform: Shape 26">
                <a:extLst>
                  <a:ext uri="{FF2B5EF4-FFF2-40B4-BE49-F238E27FC236}">
                    <a16:creationId xmlns:a16="http://schemas.microsoft.com/office/drawing/2014/main" id="{1A55EB4A-45D9-0B9D-F08D-C85179EC8CC9}"/>
                  </a:ext>
                </a:extLst>
              </p:cNvPr>
              <p:cNvSpPr/>
              <p:nvPr/>
            </p:nvSpPr>
            <p:spPr>
              <a:xfrm>
                <a:off x="7112724" y="3081153"/>
                <a:ext cx="290689" cy="290689"/>
              </a:xfrm>
              <a:custGeom>
                <a:avLst/>
                <a:gdLst>
                  <a:gd name="connsiteX0" fmla="*/ 0 w 108215"/>
                  <a:gd name="connsiteY0" fmla="*/ 54108 h 108215"/>
                  <a:gd name="connsiteX1" fmla="*/ 54108 w 108215"/>
                  <a:gd name="connsiteY1" fmla="*/ 108215 h 108215"/>
                  <a:gd name="connsiteX2" fmla="*/ 108215 w 108215"/>
                  <a:gd name="connsiteY2" fmla="*/ 54108 h 108215"/>
                  <a:gd name="connsiteX3" fmla="*/ 54108 w 108215"/>
                  <a:gd name="connsiteY3" fmla="*/ 0 h 108215"/>
                  <a:gd name="connsiteX4" fmla="*/ 0 w 108215"/>
                  <a:gd name="connsiteY4" fmla="*/ 54108 h 108215"/>
                  <a:gd name="connsiteX5" fmla="*/ 91719 w 108215"/>
                  <a:gd name="connsiteY5" fmla="*/ 54108 h 108215"/>
                  <a:gd name="connsiteX6" fmla="*/ 54108 w 108215"/>
                  <a:gd name="connsiteY6" fmla="*/ 91719 h 108215"/>
                  <a:gd name="connsiteX7" fmla="*/ 16496 w 108215"/>
                  <a:gd name="connsiteY7" fmla="*/ 54108 h 108215"/>
                  <a:gd name="connsiteX8" fmla="*/ 54108 w 108215"/>
                  <a:gd name="connsiteY8" fmla="*/ 16496 h 108215"/>
                  <a:gd name="connsiteX9" fmla="*/ 91719 w 108215"/>
                  <a:gd name="connsiteY9" fmla="*/ 54108 h 108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15" h="108215">
                    <a:moveTo>
                      <a:pt x="0" y="54108"/>
                    </a:moveTo>
                    <a:cubicBezTo>
                      <a:pt x="0" y="83933"/>
                      <a:pt x="24282" y="108215"/>
                      <a:pt x="54108" y="108215"/>
                    </a:cubicBezTo>
                    <a:cubicBezTo>
                      <a:pt x="83933" y="108215"/>
                      <a:pt x="108215" y="83933"/>
                      <a:pt x="108215" y="54108"/>
                    </a:cubicBezTo>
                    <a:cubicBezTo>
                      <a:pt x="108215" y="24282"/>
                      <a:pt x="83933" y="0"/>
                      <a:pt x="54108" y="0"/>
                    </a:cubicBezTo>
                    <a:cubicBezTo>
                      <a:pt x="24282" y="0"/>
                      <a:pt x="0" y="24282"/>
                      <a:pt x="0" y="54108"/>
                    </a:cubicBezTo>
                    <a:close/>
                    <a:moveTo>
                      <a:pt x="91719" y="54108"/>
                    </a:moveTo>
                    <a:cubicBezTo>
                      <a:pt x="91719" y="74827"/>
                      <a:pt x="74827" y="91719"/>
                      <a:pt x="54108" y="91719"/>
                    </a:cubicBezTo>
                    <a:cubicBezTo>
                      <a:pt x="33388" y="91719"/>
                      <a:pt x="16496" y="74827"/>
                      <a:pt x="16496" y="54108"/>
                    </a:cubicBezTo>
                    <a:cubicBezTo>
                      <a:pt x="16496" y="33388"/>
                      <a:pt x="33388" y="16496"/>
                      <a:pt x="54108" y="16496"/>
                    </a:cubicBezTo>
                    <a:cubicBezTo>
                      <a:pt x="74827" y="16496"/>
                      <a:pt x="91719" y="33388"/>
                      <a:pt x="91719" y="54108"/>
                    </a:cubicBez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1" name="Freeform: Shape 27">
                <a:extLst>
                  <a:ext uri="{FF2B5EF4-FFF2-40B4-BE49-F238E27FC236}">
                    <a16:creationId xmlns:a16="http://schemas.microsoft.com/office/drawing/2014/main" id="{18BE65EB-6D7D-002F-63B5-AB850291F334}"/>
                  </a:ext>
                </a:extLst>
              </p:cNvPr>
              <p:cNvSpPr/>
              <p:nvPr/>
            </p:nvSpPr>
            <p:spPr>
              <a:xfrm>
                <a:off x="7984791" y="2719564"/>
                <a:ext cx="260377" cy="260378"/>
              </a:xfrm>
              <a:custGeom>
                <a:avLst/>
                <a:gdLst>
                  <a:gd name="connsiteX0" fmla="*/ 96932 w 96931"/>
                  <a:gd name="connsiteY0" fmla="*/ 0 h 96931"/>
                  <a:gd name="connsiteX1" fmla="*/ 0 w 96931"/>
                  <a:gd name="connsiteY1" fmla="*/ 0 h 96931"/>
                  <a:gd name="connsiteX2" fmla="*/ 0 w 96931"/>
                  <a:gd name="connsiteY2" fmla="*/ 96932 h 96931"/>
                  <a:gd name="connsiteX3" fmla="*/ 96932 w 96931"/>
                  <a:gd name="connsiteY3" fmla="*/ 96932 h 96931"/>
                  <a:gd name="connsiteX4" fmla="*/ 96932 w 96931"/>
                  <a:gd name="connsiteY4" fmla="*/ 0 h 96931"/>
                  <a:gd name="connsiteX5" fmla="*/ 80435 w 96931"/>
                  <a:gd name="connsiteY5" fmla="*/ 80436 h 96931"/>
                  <a:gd name="connsiteX6" fmla="*/ 16496 w 96931"/>
                  <a:gd name="connsiteY6" fmla="*/ 80436 h 96931"/>
                  <a:gd name="connsiteX7" fmla="*/ 16496 w 96931"/>
                  <a:gd name="connsiteY7" fmla="*/ 16496 h 96931"/>
                  <a:gd name="connsiteX8" fmla="*/ 80435 w 96931"/>
                  <a:gd name="connsiteY8" fmla="*/ 16496 h 96931"/>
                  <a:gd name="connsiteX9" fmla="*/ 80435 w 96931"/>
                  <a:gd name="connsiteY9" fmla="*/ 80436 h 96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931" h="96931">
                    <a:moveTo>
                      <a:pt x="96932" y="0"/>
                    </a:moveTo>
                    <a:lnTo>
                      <a:pt x="0" y="0"/>
                    </a:lnTo>
                    <a:lnTo>
                      <a:pt x="0" y="96932"/>
                    </a:lnTo>
                    <a:lnTo>
                      <a:pt x="96932" y="96932"/>
                    </a:lnTo>
                    <a:lnTo>
                      <a:pt x="96932" y="0"/>
                    </a:lnTo>
                    <a:close/>
                    <a:moveTo>
                      <a:pt x="80435" y="80436"/>
                    </a:moveTo>
                    <a:lnTo>
                      <a:pt x="16496" y="80436"/>
                    </a:lnTo>
                    <a:lnTo>
                      <a:pt x="16496" y="16496"/>
                    </a:lnTo>
                    <a:lnTo>
                      <a:pt x="80435" y="16496"/>
                    </a:lnTo>
                    <a:lnTo>
                      <a:pt x="80435" y="80436"/>
                    </a:ln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2" name="Freeform: Shape 28">
                <a:extLst>
                  <a:ext uri="{FF2B5EF4-FFF2-40B4-BE49-F238E27FC236}">
                    <a16:creationId xmlns:a16="http://schemas.microsoft.com/office/drawing/2014/main" id="{3A9F768E-93DD-0C02-73DA-D4C24044C5E8}"/>
                  </a:ext>
                </a:extLst>
              </p:cNvPr>
              <p:cNvSpPr/>
              <p:nvPr/>
            </p:nvSpPr>
            <p:spPr>
              <a:xfrm>
                <a:off x="7552834" y="3096397"/>
                <a:ext cx="260377" cy="260378"/>
              </a:xfrm>
              <a:custGeom>
                <a:avLst/>
                <a:gdLst>
                  <a:gd name="connsiteX0" fmla="*/ 0 w 96931"/>
                  <a:gd name="connsiteY0" fmla="*/ 96932 h 96931"/>
                  <a:gd name="connsiteX1" fmla="*/ 96932 w 96931"/>
                  <a:gd name="connsiteY1" fmla="*/ 96932 h 96931"/>
                  <a:gd name="connsiteX2" fmla="*/ 96932 w 96931"/>
                  <a:gd name="connsiteY2" fmla="*/ 0 h 96931"/>
                  <a:gd name="connsiteX3" fmla="*/ 0 w 96931"/>
                  <a:gd name="connsiteY3" fmla="*/ 0 h 96931"/>
                  <a:gd name="connsiteX4" fmla="*/ 0 w 96931"/>
                  <a:gd name="connsiteY4" fmla="*/ 96932 h 96931"/>
                  <a:gd name="connsiteX5" fmla="*/ 16496 w 96931"/>
                  <a:gd name="connsiteY5" fmla="*/ 16496 h 96931"/>
                  <a:gd name="connsiteX6" fmla="*/ 80435 w 96931"/>
                  <a:gd name="connsiteY6" fmla="*/ 16496 h 96931"/>
                  <a:gd name="connsiteX7" fmla="*/ 80435 w 96931"/>
                  <a:gd name="connsiteY7" fmla="*/ 80436 h 96931"/>
                  <a:gd name="connsiteX8" fmla="*/ 16496 w 96931"/>
                  <a:gd name="connsiteY8" fmla="*/ 80436 h 96931"/>
                  <a:gd name="connsiteX9" fmla="*/ 16496 w 96931"/>
                  <a:gd name="connsiteY9" fmla="*/ 16496 h 96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931" h="96931">
                    <a:moveTo>
                      <a:pt x="0" y="96932"/>
                    </a:moveTo>
                    <a:lnTo>
                      <a:pt x="96932" y="96932"/>
                    </a:lnTo>
                    <a:lnTo>
                      <a:pt x="96932" y="0"/>
                    </a:lnTo>
                    <a:lnTo>
                      <a:pt x="0" y="0"/>
                    </a:lnTo>
                    <a:lnTo>
                      <a:pt x="0" y="96932"/>
                    </a:lnTo>
                    <a:close/>
                    <a:moveTo>
                      <a:pt x="16496" y="16496"/>
                    </a:moveTo>
                    <a:lnTo>
                      <a:pt x="80435" y="16496"/>
                    </a:lnTo>
                    <a:lnTo>
                      <a:pt x="80435" y="80436"/>
                    </a:lnTo>
                    <a:lnTo>
                      <a:pt x="16496" y="80436"/>
                    </a:lnTo>
                    <a:lnTo>
                      <a:pt x="16496" y="16496"/>
                    </a:ln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3" name="Freeform: Shape 29">
                <a:extLst>
                  <a:ext uri="{FF2B5EF4-FFF2-40B4-BE49-F238E27FC236}">
                    <a16:creationId xmlns:a16="http://schemas.microsoft.com/office/drawing/2014/main" id="{24A56CF1-2E93-E6CD-6517-7E45FC348BE0}"/>
                  </a:ext>
                </a:extLst>
              </p:cNvPr>
              <p:cNvSpPr/>
              <p:nvPr/>
            </p:nvSpPr>
            <p:spPr>
              <a:xfrm>
                <a:off x="7765711" y="3539344"/>
                <a:ext cx="260377" cy="260378"/>
              </a:xfrm>
              <a:custGeom>
                <a:avLst/>
                <a:gdLst>
                  <a:gd name="connsiteX0" fmla="*/ 0 w 96931"/>
                  <a:gd name="connsiteY0" fmla="*/ 96932 h 96931"/>
                  <a:gd name="connsiteX1" fmla="*/ 96932 w 96931"/>
                  <a:gd name="connsiteY1" fmla="*/ 96932 h 96931"/>
                  <a:gd name="connsiteX2" fmla="*/ 96932 w 96931"/>
                  <a:gd name="connsiteY2" fmla="*/ 0 h 96931"/>
                  <a:gd name="connsiteX3" fmla="*/ 0 w 96931"/>
                  <a:gd name="connsiteY3" fmla="*/ 0 h 96931"/>
                  <a:gd name="connsiteX4" fmla="*/ 0 w 96931"/>
                  <a:gd name="connsiteY4" fmla="*/ 96932 h 96931"/>
                  <a:gd name="connsiteX5" fmla="*/ 16496 w 96931"/>
                  <a:gd name="connsiteY5" fmla="*/ 16496 h 96931"/>
                  <a:gd name="connsiteX6" fmla="*/ 80435 w 96931"/>
                  <a:gd name="connsiteY6" fmla="*/ 16496 h 96931"/>
                  <a:gd name="connsiteX7" fmla="*/ 80435 w 96931"/>
                  <a:gd name="connsiteY7" fmla="*/ 80436 h 96931"/>
                  <a:gd name="connsiteX8" fmla="*/ 16496 w 96931"/>
                  <a:gd name="connsiteY8" fmla="*/ 80436 h 96931"/>
                  <a:gd name="connsiteX9" fmla="*/ 16496 w 96931"/>
                  <a:gd name="connsiteY9" fmla="*/ 16496 h 96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931" h="96931">
                    <a:moveTo>
                      <a:pt x="0" y="96932"/>
                    </a:moveTo>
                    <a:lnTo>
                      <a:pt x="96932" y="96932"/>
                    </a:lnTo>
                    <a:lnTo>
                      <a:pt x="96932" y="0"/>
                    </a:lnTo>
                    <a:lnTo>
                      <a:pt x="0" y="0"/>
                    </a:lnTo>
                    <a:lnTo>
                      <a:pt x="0" y="96932"/>
                    </a:lnTo>
                    <a:close/>
                    <a:moveTo>
                      <a:pt x="16496" y="16496"/>
                    </a:moveTo>
                    <a:lnTo>
                      <a:pt x="80435" y="16496"/>
                    </a:lnTo>
                    <a:lnTo>
                      <a:pt x="80435" y="80436"/>
                    </a:lnTo>
                    <a:lnTo>
                      <a:pt x="16496" y="80436"/>
                    </a:lnTo>
                    <a:lnTo>
                      <a:pt x="16496" y="16496"/>
                    </a:ln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4" name="Freeform: Shape 30">
                <a:extLst>
                  <a:ext uri="{FF2B5EF4-FFF2-40B4-BE49-F238E27FC236}">
                    <a16:creationId xmlns:a16="http://schemas.microsoft.com/office/drawing/2014/main" id="{FCAF6FE8-5943-9016-7798-F6BDDC61570C}"/>
                  </a:ext>
                </a:extLst>
              </p:cNvPr>
              <p:cNvSpPr/>
              <p:nvPr/>
            </p:nvSpPr>
            <p:spPr>
              <a:xfrm>
                <a:off x="7765711" y="3896327"/>
                <a:ext cx="260377" cy="260378"/>
              </a:xfrm>
              <a:custGeom>
                <a:avLst/>
                <a:gdLst>
                  <a:gd name="connsiteX0" fmla="*/ 0 w 96931"/>
                  <a:gd name="connsiteY0" fmla="*/ 96932 h 96931"/>
                  <a:gd name="connsiteX1" fmla="*/ 96932 w 96931"/>
                  <a:gd name="connsiteY1" fmla="*/ 96932 h 96931"/>
                  <a:gd name="connsiteX2" fmla="*/ 96932 w 96931"/>
                  <a:gd name="connsiteY2" fmla="*/ 0 h 96931"/>
                  <a:gd name="connsiteX3" fmla="*/ 0 w 96931"/>
                  <a:gd name="connsiteY3" fmla="*/ 0 h 96931"/>
                  <a:gd name="connsiteX4" fmla="*/ 0 w 96931"/>
                  <a:gd name="connsiteY4" fmla="*/ 96932 h 96931"/>
                  <a:gd name="connsiteX5" fmla="*/ 16496 w 96931"/>
                  <a:gd name="connsiteY5" fmla="*/ 16496 h 96931"/>
                  <a:gd name="connsiteX6" fmla="*/ 80435 w 96931"/>
                  <a:gd name="connsiteY6" fmla="*/ 16496 h 96931"/>
                  <a:gd name="connsiteX7" fmla="*/ 80435 w 96931"/>
                  <a:gd name="connsiteY7" fmla="*/ 80436 h 96931"/>
                  <a:gd name="connsiteX8" fmla="*/ 16496 w 96931"/>
                  <a:gd name="connsiteY8" fmla="*/ 80436 h 96931"/>
                  <a:gd name="connsiteX9" fmla="*/ 16496 w 96931"/>
                  <a:gd name="connsiteY9" fmla="*/ 16496 h 96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931" h="96931">
                    <a:moveTo>
                      <a:pt x="0" y="96932"/>
                    </a:moveTo>
                    <a:lnTo>
                      <a:pt x="96932" y="96932"/>
                    </a:lnTo>
                    <a:lnTo>
                      <a:pt x="96932" y="0"/>
                    </a:lnTo>
                    <a:lnTo>
                      <a:pt x="0" y="0"/>
                    </a:lnTo>
                    <a:lnTo>
                      <a:pt x="0" y="96932"/>
                    </a:lnTo>
                    <a:close/>
                    <a:moveTo>
                      <a:pt x="16496" y="16496"/>
                    </a:moveTo>
                    <a:lnTo>
                      <a:pt x="80435" y="16496"/>
                    </a:lnTo>
                    <a:lnTo>
                      <a:pt x="80435" y="80436"/>
                    </a:lnTo>
                    <a:lnTo>
                      <a:pt x="16496" y="80436"/>
                    </a:lnTo>
                    <a:lnTo>
                      <a:pt x="16496" y="16496"/>
                    </a:ln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5" name="Freeform: Shape 31">
                <a:extLst>
                  <a:ext uri="{FF2B5EF4-FFF2-40B4-BE49-F238E27FC236}">
                    <a16:creationId xmlns:a16="http://schemas.microsoft.com/office/drawing/2014/main" id="{87DAE894-D95F-6A53-3B93-99CDDA5285A5}"/>
                  </a:ext>
                </a:extLst>
              </p:cNvPr>
              <p:cNvSpPr/>
              <p:nvPr/>
            </p:nvSpPr>
            <p:spPr>
              <a:xfrm>
                <a:off x="7765711" y="4263056"/>
                <a:ext cx="260377" cy="116627"/>
              </a:xfrm>
              <a:custGeom>
                <a:avLst/>
                <a:gdLst>
                  <a:gd name="connsiteX0" fmla="*/ 0 w 96931"/>
                  <a:gd name="connsiteY0" fmla="*/ 43220 h 43417"/>
                  <a:gd name="connsiteX1" fmla="*/ 16496 w 96931"/>
                  <a:gd name="connsiteY1" fmla="*/ 43220 h 43417"/>
                  <a:gd name="connsiteX2" fmla="*/ 16496 w 96931"/>
                  <a:gd name="connsiteY2" fmla="*/ 16496 h 43417"/>
                  <a:gd name="connsiteX3" fmla="*/ 80435 w 96931"/>
                  <a:gd name="connsiteY3" fmla="*/ 16496 h 43417"/>
                  <a:gd name="connsiteX4" fmla="*/ 80435 w 96931"/>
                  <a:gd name="connsiteY4" fmla="*/ 43418 h 43417"/>
                  <a:gd name="connsiteX5" fmla="*/ 96932 w 96931"/>
                  <a:gd name="connsiteY5" fmla="*/ 43418 h 43417"/>
                  <a:gd name="connsiteX6" fmla="*/ 96932 w 96931"/>
                  <a:gd name="connsiteY6" fmla="*/ 0 h 43417"/>
                  <a:gd name="connsiteX7" fmla="*/ 0 w 96931"/>
                  <a:gd name="connsiteY7" fmla="*/ 0 h 43417"/>
                  <a:gd name="connsiteX8" fmla="*/ 0 w 96931"/>
                  <a:gd name="connsiteY8" fmla="*/ 43220 h 43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931" h="43417">
                    <a:moveTo>
                      <a:pt x="0" y="43220"/>
                    </a:moveTo>
                    <a:lnTo>
                      <a:pt x="16496" y="43220"/>
                    </a:lnTo>
                    <a:lnTo>
                      <a:pt x="16496" y="16496"/>
                    </a:lnTo>
                    <a:lnTo>
                      <a:pt x="80435" y="16496"/>
                    </a:lnTo>
                    <a:lnTo>
                      <a:pt x="80435" y="43418"/>
                    </a:lnTo>
                    <a:lnTo>
                      <a:pt x="96932" y="43418"/>
                    </a:lnTo>
                    <a:lnTo>
                      <a:pt x="96932" y="0"/>
                    </a:lnTo>
                    <a:lnTo>
                      <a:pt x="0" y="0"/>
                    </a:lnTo>
                    <a:lnTo>
                      <a:pt x="0" y="43220"/>
                    </a:ln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6" name="Freeform: Shape 32">
                <a:extLst>
                  <a:ext uri="{FF2B5EF4-FFF2-40B4-BE49-F238E27FC236}">
                    <a16:creationId xmlns:a16="http://schemas.microsoft.com/office/drawing/2014/main" id="{DBE22D47-6610-5095-EA1F-C580C37AB401}"/>
                  </a:ext>
                </a:extLst>
              </p:cNvPr>
              <p:cNvSpPr/>
              <p:nvPr/>
            </p:nvSpPr>
            <p:spPr>
              <a:xfrm>
                <a:off x="8415329" y="3096397"/>
                <a:ext cx="260377" cy="260378"/>
              </a:xfrm>
              <a:custGeom>
                <a:avLst/>
                <a:gdLst>
                  <a:gd name="connsiteX0" fmla="*/ 0 w 96931"/>
                  <a:gd name="connsiteY0" fmla="*/ 96932 h 96931"/>
                  <a:gd name="connsiteX1" fmla="*/ 96932 w 96931"/>
                  <a:gd name="connsiteY1" fmla="*/ 96932 h 96931"/>
                  <a:gd name="connsiteX2" fmla="*/ 96932 w 96931"/>
                  <a:gd name="connsiteY2" fmla="*/ 0 h 96931"/>
                  <a:gd name="connsiteX3" fmla="*/ 0 w 96931"/>
                  <a:gd name="connsiteY3" fmla="*/ 0 h 96931"/>
                  <a:gd name="connsiteX4" fmla="*/ 0 w 96931"/>
                  <a:gd name="connsiteY4" fmla="*/ 96932 h 96931"/>
                  <a:gd name="connsiteX5" fmla="*/ 16496 w 96931"/>
                  <a:gd name="connsiteY5" fmla="*/ 16496 h 96931"/>
                  <a:gd name="connsiteX6" fmla="*/ 80435 w 96931"/>
                  <a:gd name="connsiteY6" fmla="*/ 16496 h 96931"/>
                  <a:gd name="connsiteX7" fmla="*/ 80435 w 96931"/>
                  <a:gd name="connsiteY7" fmla="*/ 80436 h 96931"/>
                  <a:gd name="connsiteX8" fmla="*/ 16496 w 96931"/>
                  <a:gd name="connsiteY8" fmla="*/ 80436 h 96931"/>
                  <a:gd name="connsiteX9" fmla="*/ 16496 w 96931"/>
                  <a:gd name="connsiteY9" fmla="*/ 16496 h 96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931" h="96931">
                    <a:moveTo>
                      <a:pt x="0" y="96932"/>
                    </a:moveTo>
                    <a:lnTo>
                      <a:pt x="96932" y="96932"/>
                    </a:lnTo>
                    <a:lnTo>
                      <a:pt x="96932" y="0"/>
                    </a:lnTo>
                    <a:lnTo>
                      <a:pt x="0" y="0"/>
                    </a:lnTo>
                    <a:lnTo>
                      <a:pt x="0" y="96932"/>
                    </a:lnTo>
                    <a:close/>
                    <a:moveTo>
                      <a:pt x="16496" y="16496"/>
                    </a:moveTo>
                    <a:lnTo>
                      <a:pt x="80435" y="16496"/>
                    </a:lnTo>
                    <a:lnTo>
                      <a:pt x="80435" y="80436"/>
                    </a:lnTo>
                    <a:lnTo>
                      <a:pt x="16496" y="80436"/>
                    </a:lnTo>
                    <a:lnTo>
                      <a:pt x="16496" y="16496"/>
                    </a:ln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7" name="Freeform: Shape 33">
                <a:extLst>
                  <a:ext uri="{FF2B5EF4-FFF2-40B4-BE49-F238E27FC236}">
                    <a16:creationId xmlns:a16="http://schemas.microsoft.com/office/drawing/2014/main" id="{AC66B9D6-057B-6EE1-2E07-628F6B93507C}"/>
                  </a:ext>
                </a:extLst>
              </p:cNvPr>
              <p:cNvSpPr/>
              <p:nvPr/>
            </p:nvSpPr>
            <p:spPr>
              <a:xfrm>
                <a:off x="7099254" y="2691028"/>
                <a:ext cx="317629" cy="317629"/>
              </a:xfrm>
              <a:custGeom>
                <a:avLst/>
                <a:gdLst>
                  <a:gd name="connsiteX0" fmla="*/ 118179 w 118244"/>
                  <a:gd name="connsiteY0" fmla="*/ 59122 h 118244"/>
                  <a:gd name="connsiteX1" fmla="*/ 59122 w 118244"/>
                  <a:gd name="connsiteY1" fmla="*/ 0 h 118244"/>
                  <a:gd name="connsiteX2" fmla="*/ 0 w 118244"/>
                  <a:gd name="connsiteY2" fmla="*/ 59122 h 118244"/>
                  <a:gd name="connsiteX3" fmla="*/ 59122 w 118244"/>
                  <a:gd name="connsiteY3" fmla="*/ 118245 h 118244"/>
                  <a:gd name="connsiteX4" fmla="*/ 118245 w 118244"/>
                  <a:gd name="connsiteY4" fmla="*/ 59122 h 118244"/>
                  <a:gd name="connsiteX5" fmla="*/ 59122 w 118244"/>
                  <a:gd name="connsiteY5" fmla="*/ 23359 h 118244"/>
                  <a:gd name="connsiteX6" fmla="*/ 94886 w 118244"/>
                  <a:gd name="connsiteY6" fmla="*/ 59122 h 118244"/>
                  <a:gd name="connsiteX7" fmla="*/ 59122 w 118244"/>
                  <a:gd name="connsiteY7" fmla="*/ 94886 h 118244"/>
                  <a:gd name="connsiteX8" fmla="*/ 23359 w 118244"/>
                  <a:gd name="connsiteY8" fmla="*/ 59122 h 118244"/>
                  <a:gd name="connsiteX9" fmla="*/ 59122 w 118244"/>
                  <a:gd name="connsiteY9" fmla="*/ 23359 h 11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8244" h="118244">
                    <a:moveTo>
                      <a:pt x="118179" y="59122"/>
                    </a:moveTo>
                    <a:lnTo>
                      <a:pt x="59122" y="0"/>
                    </a:lnTo>
                    <a:lnTo>
                      <a:pt x="0" y="59122"/>
                    </a:lnTo>
                    <a:lnTo>
                      <a:pt x="59122" y="118245"/>
                    </a:lnTo>
                    <a:lnTo>
                      <a:pt x="118245" y="59122"/>
                    </a:lnTo>
                    <a:close/>
                    <a:moveTo>
                      <a:pt x="59122" y="23359"/>
                    </a:moveTo>
                    <a:lnTo>
                      <a:pt x="94886" y="59122"/>
                    </a:lnTo>
                    <a:lnTo>
                      <a:pt x="59122" y="94886"/>
                    </a:lnTo>
                    <a:lnTo>
                      <a:pt x="23359" y="59122"/>
                    </a:lnTo>
                    <a:lnTo>
                      <a:pt x="59122" y="23359"/>
                    </a:ln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8" name="Freeform: Shape 34">
                <a:extLst>
                  <a:ext uri="{FF2B5EF4-FFF2-40B4-BE49-F238E27FC236}">
                    <a16:creationId xmlns:a16="http://schemas.microsoft.com/office/drawing/2014/main" id="{36B9C124-D768-EA55-4559-2887555F0ECC}"/>
                  </a:ext>
                </a:extLst>
              </p:cNvPr>
              <p:cNvSpPr/>
              <p:nvPr/>
            </p:nvSpPr>
            <p:spPr>
              <a:xfrm>
                <a:off x="7956076" y="3067859"/>
                <a:ext cx="317629" cy="317629"/>
              </a:xfrm>
              <a:custGeom>
                <a:avLst/>
                <a:gdLst>
                  <a:gd name="connsiteX0" fmla="*/ 59122 w 118244"/>
                  <a:gd name="connsiteY0" fmla="*/ 0 h 118244"/>
                  <a:gd name="connsiteX1" fmla="*/ 0 w 118244"/>
                  <a:gd name="connsiteY1" fmla="*/ 59122 h 118244"/>
                  <a:gd name="connsiteX2" fmla="*/ 59122 w 118244"/>
                  <a:gd name="connsiteY2" fmla="*/ 118245 h 118244"/>
                  <a:gd name="connsiteX3" fmla="*/ 118245 w 118244"/>
                  <a:gd name="connsiteY3" fmla="*/ 59122 h 118244"/>
                  <a:gd name="connsiteX4" fmla="*/ 59122 w 118244"/>
                  <a:gd name="connsiteY4" fmla="*/ 0 h 118244"/>
                  <a:gd name="connsiteX5" fmla="*/ 23359 w 118244"/>
                  <a:gd name="connsiteY5" fmla="*/ 59122 h 118244"/>
                  <a:gd name="connsiteX6" fmla="*/ 59122 w 118244"/>
                  <a:gd name="connsiteY6" fmla="*/ 23359 h 118244"/>
                  <a:gd name="connsiteX7" fmla="*/ 94886 w 118244"/>
                  <a:gd name="connsiteY7" fmla="*/ 59122 h 118244"/>
                  <a:gd name="connsiteX8" fmla="*/ 59122 w 118244"/>
                  <a:gd name="connsiteY8" fmla="*/ 94886 h 118244"/>
                  <a:gd name="connsiteX9" fmla="*/ 23359 w 118244"/>
                  <a:gd name="connsiteY9" fmla="*/ 59122 h 11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8244" h="118244">
                    <a:moveTo>
                      <a:pt x="59122" y="0"/>
                    </a:moveTo>
                    <a:lnTo>
                      <a:pt x="0" y="59122"/>
                    </a:lnTo>
                    <a:lnTo>
                      <a:pt x="59122" y="118245"/>
                    </a:lnTo>
                    <a:lnTo>
                      <a:pt x="118245" y="59122"/>
                    </a:lnTo>
                    <a:lnTo>
                      <a:pt x="59122" y="0"/>
                    </a:lnTo>
                    <a:close/>
                    <a:moveTo>
                      <a:pt x="23359" y="59122"/>
                    </a:moveTo>
                    <a:lnTo>
                      <a:pt x="59122" y="23359"/>
                    </a:lnTo>
                    <a:lnTo>
                      <a:pt x="94886" y="59122"/>
                    </a:lnTo>
                    <a:lnTo>
                      <a:pt x="59122" y="94886"/>
                    </a:lnTo>
                    <a:lnTo>
                      <a:pt x="23359" y="59122"/>
                    </a:ln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39" name="TextBox 38">
            <a:extLst>
              <a:ext uri="{FF2B5EF4-FFF2-40B4-BE49-F238E27FC236}">
                <a16:creationId xmlns:a16="http://schemas.microsoft.com/office/drawing/2014/main" id="{92A294C6-C909-C316-AAF7-3C62BB69C3CA}"/>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41" name="Graphic 8">
            <a:extLst>
              <a:ext uri="{FF2B5EF4-FFF2-40B4-BE49-F238E27FC236}">
                <a16:creationId xmlns:a16="http://schemas.microsoft.com/office/drawing/2014/main" id="{892D436A-9CF8-71EB-2706-2608558983A2}"/>
              </a:ext>
            </a:extLst>
          </p:cNvPr>
          <p:cNvGrpSpPr/>
          <p:nvPr userDrawn="1"/>
        </p:nvGrpSpPr>
        <p:grpSpPr>
          <a:xfrm>
            <a:off x="265625" y="6323271"/>
            <a:ext cx="1249223" cy="369648"/>
            <a:chOff x="265625" y="6323271"/>
            <a:chExt cx="1249223" cy="369648"/>
          </a:xfrm>
          <a:solidFill>
            <a:srgbClr val="000000"/>
          </a:solidFill>
        </p:grpSpPr>
        <p:grpSp>
          <p:nvGrpSpPr>
            <p:cNvPr id="42" name="Graphic 8">
              <a:extLst>
                <a:ext uri="{FF2B5EF4-FFF2-40B4-BE49-F238E27FC236}">
                  <a16:creationId xmlns:a16="http://schemas.microsoft.com/office/drawing/2014/main" id="{35C93C08-A4A6-BB98-4129-973240CA30B9}"/>
                </a:ext>
              </a:extLst>
            </p:cNvPr>
            <p:cNvGrpSpPr/>
            <p:nvPr/>
          </p:nvGrpSpPr>
          <p:grpSpPr>
            <a:xfrm>
              <a:off x="745455" y="6594444"/>
              <a:ext cx="722662" cy="98475"/>
              <a:chOff x="745455" y="6594444"/>
              <a:chExt cx="722662" cy="98475"/>
            </a:xfrm>
            <a:solidFill>
              <a:srgbClr val="000000"/>
            </a:solidFill>
          </p:grpSpPr>
          <p:sp>
            <p:nvSpPr>
              <p:cNvPr id="51" name="Freeform 19">
                <a:extLst>
                  <a:ext uri="{FF2B5EF4-FFF2-40B4-BE49-F238E27FC236}">
                    <a16:creationId xmlns:a16="http://schemas.microsoft.com/office/drawing/2014/main" id="{D964A917-2142-E043-7D9A-1FED1CA5FD1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52" name="Freeform 20">
                <a:extLst>
                  <a:ext uri="{FF2B5EF4-FFF2-40B4-BE49-F238E27FC236}">
                    <a16:creationId xmlns:a16="http://schemas.microsoft.com/office/drawing/2014/main" id="{07FB8CFB-F8BB-7695-B609-5108322681CB}"/>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53" name="Freeform 21">
                <a:extLst>
                  <a:ext uri="{FF2B5EF4-FFF2-40B4-BE49-F238E27FC236}">
                    <a16:creationId xmlns:a16="http://schemas.microsoft.com/office/drawing/2014/main" id="{6EEFC953-799D-C005-0947-6547DF07DAF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54" name="Freeform 22">
                <a:extLst>
                  <a:ext uri="{FF2B5EF4-FFF2-40B4-BE49-F238E27FC236}">
                    <a16:creationId xmlns:a16="http://schemas.microsoft.com/office/drawing/2014/main" id="{C992F0AB-B0D9-CA64-45C4-4150373E130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55" name="Freeform 23">
                <a:extLst>
                  <a:ext uri="{FF2B5EF4-FFF2-40B4-BE49-F238E27FC236}">
                    <a16:creationId xmlns:a16="http://schemas.microsoft.com/office/drawing/2014/main" id="{442C4985-7171-F625-9238-92598218578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56" name="Freeform 24">
                <a:extLst>
                  <a:ext uri="{FF2B5EF4-FFF2-40B4-BE49-F238E27FC236}">
                    <a16:creationId xmlns:a16="http://schemas.microsoft.com/office/drawing/2014/main" id="{D154FC48-E995-2BC8-6C63-14513EA04503}"/>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57" name="Freeform 25">
                <a:extLst>
                  <a:ext uri="{FF2B5EF4-FFF2-40B4-BE49-F238E27FC236}">
                    <a16:creationId xmlns:a16="http://schemas.microsoft.com/office/drawing/2014/main" id="{EE9B05EA-F748-6830-086D-BE51F42604E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58" name="Freeform 26">
                <a:extLst>
                  <a:ext uri="{FF2B5EF4-FFF2-40B4-BE49-F238E27FC236}">
                    <a16:creationId xmlns:a16="http://schemas.microsoft.com/office/drawing/2014/main" id="{2B91EF22-DECB-2992-FC33-C98F4D64644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59" name="Freeform 27">
                <a:extLst>
                  <a:ext uri="{FF2B5EF4-FFF2-40B4-BE49-F238E27FC236}">
                    <a16:creationId xmlns:a16="http://schemas.microsoft.com/office/drawing/2014/main" id="{12D8F48E-1B8A-2AC4-6E86-B7DDA640E4F5}"/>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60" name="Freeform 28">
                <a:extLst>
                  <a:ext uri="{FF2B5EF4-FFF2-40B4-BE49-F238E27FC236}">
                    <a16:creationId xmlns:a16="http://schemas.microsoft.com/office/drawing/2014/main" id="{B3968019-A78B-4F5B-276F-28321B52B28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43" name="Graphic 8">
              <a:extLst>
                <a:ext uri="{FF2B5EF4-FFF2-40B4-BE49-F238E27FC236}">
                  <a16:creationId xmlns:a16="http://schemas.microsoft.com/office/drawing/2014/main" id="{A8286F36-561E-3FA6-F31C-400982C33B7A}"/>
                </a:ext>
              </a:extLst>
            </p:cNvPr>
            <p:cNvGrpSpPr/>
            <p:nvPr/>
          </p:nvGrpSpPr>
          <p:grpSpPr>
            <a:xfrm>
              <a:off x="265625" y="6323271"/>
              <a:ext cx="1249223" cy="190348"/>
              <a:chOff x="265625" y="6323271"/>
              <a:chExt cx="1249223" cy="190348"/>
            </a:xfrm>
            <a:solidFill>
              <a:srgbClr val="000000"/>
            </a:solidFill>
          </p:grpSpPr>
          <p:sp>
            <p:nvSpPr>
              <p:cNvPr id="44" name="Freeform 10">
                <a:extLst>
                  <a:ext uri="{FF2B5EF4-FFF2-40B4-BE49-F238E27FC236}">
                    <a16:creationId xmlns:a16="http://schemas.microsoft.com/office/drawing/2014/main" id="{4242B9E4-5A2D-B4B8-E9CE-DB3559A7D5B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45" name="Freeform 11">
                <a:extLst>
                  <a:ext uri="{FF2B5EF4-FFF2-40B4-BE49-F238E27FC236}">
                    <a16:creationId xmlns:a16="http://schemas.microsoft.com/office/drawing/2014/main" id="{084222A9-7BF6-F3DE-D5EA-9465CAC34E8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46" name="Freeform 14">
                <a:extLst>
                  <a:ext uri="{FF2B5EF4-FFF2-40B4-BE49-F238E27FC236}">
                    <a16:creationId xmlns:a16="http://schemas.microsoft.com/office/drawing/2014/main" id="{568061FF-3D3F-BC91-697E-F81586770B5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47" name="Freeform 15">
                <a:extLst>
                  <a:ext uri="{FF2B5EF4-FFF2-40B4-BE49-F238E27FC236}">
                    <a16:creationId xmlns:a16="http://schemas.microsoft.com/office/drawing/2014/main" id="{161136C6-3C73-C985-BCA9-A7002206885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48" name="Freeform 16">
                <a:extLst>
                  <a:ext uri="{FF2B5EF4-FFF2-40B4-BE49-F238E27FC236}">
                    <a16:creationId xmlns:a16="http://schemas.microsoft.com/office/drawing/2014/main" id="{F72427CA-B877-4CB5-F604-0EC292761D27}"/>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49" name="Freeform 17">
                <a:extLst>
                  <a:ext uri="{FF2B5EF4-FFF2-40B4-BE49-F238E27FC236}">
                    <a16:creationId xmlns:a16="http://schemas.microsoft.com/office/drawing/2014/main" id="{B7EB85A9-5305-B000-F4A2-DB45DF066FD0}"/>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50" name="Freeform 18">
                <a:extLst>
                  <a:ext uri="{FF2B5EF4-FFF2-40B4-BE49-F238E27FC236}">
                    <a16:creationId xmlns:a16="http://schemas.microsoft.com/office/drawing/2014/main" id="{ECCF61CD-6D3F-5060-39BE-657A848A9A3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40" name="TextBox 39">
            <a:extLst>
              <a:ext uri="{FF2B5EF4-FFF2-40B4-BE49-F238E27FC236}">
                <a16:creationId xmlns:a16="http://schemas.microsoft.com/office/drawing/2014/main" id="{9509A734-D739-9650-4AEE-CBE983D5246F}"/>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254916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Section - Availabilit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3" name="Parallelogram 2">
            <a:extLst>
              <a:ext uri="{FF2B5EF4-FFF2-40B4-BE49-F238E27FC236}">
                <a16:creationId xmlns:a16="http://schemas.microsoft.com/office/drawing/2014/main" id="{4F7016CB-D59E-EB51-025D-1289057FBE7D}"/>
              </a:ext>
            </a:extLst>
          </p:cNvPr>
          <p:cNvSpPr/>
          <p:nvPr userDrawn="1"/>
        </p:nvSpPr>
        <p:spPr>
          <a:xfrm>
            <a:off x="5406003" y="0"/>
            <a:ext cx="14676689" cy="6858001"/>
          </a:xfrm>
          <a:prstGeom prst="parallelogram">
            <a:avLst>
              <a:gd name="adj" fmla="val 100124"/>
            </a:avLst>
          </a:prstGeom>
          <a:gradFill flip="none" rotWithShape="1">
            <a:gsLst>
              <a:gs pos="30000">
                <a:schemeClr val="accent2"/>
              </a:gs>
              <a:gs pos="100000">
                <a:schemeClr val="accent1"/>
              </a:gs>
            </a:gsLst>
            <a:lin ang="18900000" scaled="1"/>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rallelogram 3">
            <a:extLst>
              <a:ext uri="{FF2B5EF4-FFF2-40B4-BE49-F238E27FC236}">
                <a16:creationId xmlns:a16="http://schemas.microsoft.com/office/drawing/2014/main" id="{7E9E863D-1DAA-BB55-6231-59FAB26FEE4B}"/>
              </a:ext>
            </a:extLst>
          </p:cNvPr>
          <p:cNvSpPr/>
          <p:nvPr userDrawn="1"/>
        </p:nvSpPr>
        <p:spPr>
          <a:xfrm>
            <a:off x="1840256" y="-1"/>
            <a:ext cx="12934077" cy="6470788"/>
          </a:xfrm>
          <a:prstGeom prst="parallelogram">
            <a:avLst>
              <a:gd name="adj" fmla="val 100124"/>
            </a:avLst>
          </a:prstGeom>
          <a:gradFill flip="none" rotWithShape="1">
            <a:gsLst>
              <a:gs pos="0">
                <a:schemeClr val="accent2">
                  <a:lumMod val="60000"/>
                  <a:lumOff val="40000"/>
                  <a:alpha val="25000"/>
                </a:schemeClr>
              </a:gs>
              <a:gs pos="74000">
                <a:schemeClr val="accent2">
                  <a:alpha val="0"/>
                </a:schemeClr>
              </a:gs>
            </a:gsLst>
            <a:lin ang="8100000" scaled="1"/>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 name="Graphic 143">
            <a:extLst>
              <a:ext uri="{FF2B5EF4-FFF2-40B4-BE49-F238E27FC236}">
                <a16:creationId xmlns:a16="http://schemas.microsoft.com/office/drawing/2014/main" id="{A976FCD3-AC7B-0793-2363-B3A40057C53E}"/>
              </a:ext>
            </a:extLst>
          </p:cNvPr>
          <p:cNvSpPr/>
          <p:nvPr userDrawn="1"/>
        </p:nvSpPr>
        <p:spPr>
          <a:xfrm>
            <a:off x="4130978" y="4499933"/>
            <a:ext cx="2421204" cy="666750"/>
          </a:xfrm>
          <a:custGeom>
            <a:avLst/>
            <a:gdLst>
              <a:gd name="connsiteX0" fmla="*/ 482061 w 600651"/>
              <a:gd name="connsiteY0" fmla="*/ 38962 h 165407"/>
              <a:gd name="connsiteX1" fmla="*/ 398886 w 600651"/>
              <a:gd name="connsiteY1" fmla="*/ 75298 h 165407"/>
              <a:gd name="connsiteX2" fmla="*/ 268849 w 600651"/>
              <a:gd name="connsiteY2" fmla="*/ 0 h 165407"/>
              <a:gd name="connsiteX3" fmla="*/ 118927 w 600651"/>
              <a:gd name="connsiteY3" fmla="*/ 122878 h 165407"/>
              <a:gd name="connsiteX4" fmla="*/ 66185 w 600651"/>
              <a:gd name="connsiteY4" fmla="*/ 94823 h 165407"/>
              <a:gd name="connsiteX5" fmla="*/ 0 w 600651"/>
              <a:gd name="connsiteY5" fmla="*/ 165408 h 165407"/>
              <a:gd name="connsiteX6" fmla="*/ 600652 w 600651"/>
              <a:gd name="connsiteY6" fmla="*/ 165408 h 165407"/>
              <a:gd name="connsiteX7" fmla="*/ 482061 w 600651"/>
              <a:gd name="connsiteY7" fmla="*/ 38939 h 16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651" h="165407">
                <a:moveTo>
                  <a:pt x="482061" y="38962"/>
                </a:moveTo>
                <a:cubicBezTo>
                  <a:pt x="449653" y="38962"/>
                  <a:pt x="420297" y="52832"/>
                  <a:pt x="398886" y="75298"/>
                </a:cubicBezTo>
                <a:cubicBezTo>
                  <a:pt x="371236" y="29984"/>
                  <a:pt x="323341" y="0"/>
                  <a:pt x="268849" y="0"/>
                </a:cubicBezTo>
                <a:cubicBezTo>
                  <a:pt x="196963" y="0"/>
                  <a:pt x="136523" y="52136"/>
                  <a:pt x="118927" y="122878"/>
                </a:cubicBezTo>
                <a:cubicBezTo>
                  <a:pt x="106853" y="105865"/>
                  <a:pt x="87754" y="94823"/>
                  <a:pt x="66185" y="94823"/>
                </a:cubicBezTo>
                <a:cubicBezTo>
                  <a:pt x="29625" y="94823"/>
                  <a:pt x="0" y="126446"/>
                  <a:pt x="0" y="165408"/>
                </a:cubicBezTo>
                <a:lnTo>
                  <a:pt x="600652" y="165408"/>
                </a:lnTo>
                <a:cubicBezTo>
                  <a:pt x="600652" y="95564"/>
                  <a:pt x="547551" y="38939"/>
                  <a:pt x="482061" y="38939"/>
                </a:cubicBezTo>
                <a:close/>
              </a:path>
            </a:pathLst>
          </a:custGeom>
          <a:solidFill>
            <a:schemeClr val="accent2">
              <a:alpha val="13000"/>
            </a:schemeClr>
          </a:soli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6" name="Graphic 5">
            <a:extLst>
              <a:ext uri="{FF2B5EF4-FFF2-40B4-BE49-F238E27FC236}">
                <a16:creationId xmlns:a16="http://schemas.microsoft.com/office/drawing/2014/main" id="{5FB9E571-88B1-7CC6-11BF-3E907A0F327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79191" y="2319345"/>
            <a:ext cx="3124591" cy="1207366"/>
          </a:xfrm>
          <a:prstGeom prst="rect">
            <a:avLst/>
          </a:prstGeom>
        </p:spPr>
      </p:pic>
      <p:grpSp>
        <p:nvGrpSpPr>
          <p:cNvPr id="7" name="Group 6">
            <a:extLst>
              <a:ext uri="{FF2B5EF4-FFF2-40B4-BE49-F238E27FC236}">
                <a16:creationId xmlns:a16="http://schemas.microsoft.com/office/drawing/2014/main" id="{4F1634E2-8058-C555-3943-FD1ADC8838C5}"/>
              </a:ext>
            </a:extLst>
          </p:cNvPr>
          <p:cNvGrpSpPr/>
          <p:nvPr userDrawn="1"/>
        </p:nvGrpSpPr>
        <p:grpSpPr>
          <a:xfrm>
            <a:off x="8467108" y="1045130"/>
            <a:ext cx="1685206" cy="686138"/>
            <a:chOff x="437672" y="1280130"/>
            <a:chExt cx="2910783" cy="1185138"/>
          </a:xfrm>
        </p:grpSpPr>
        <p:sp>
          <p:nvSpPr>
            <p:cNvPr id="8" name="Freeform: Shape 187">
              <a:extLst>
                <a:ext uri="{FF2B5EF4-FFF2-40B4-BE49-F238E27FC236}">
                  <a16:creationId xmlns:a16="http://schemas.microsoft.com/office/drawing/2014/main" id="{0FDBA61F-F67A-5815-162E-B6C33A29E7D2}"/>
                </a:ext>
              </a:extLst>
            </p:cNvPr>
            <p:cNvSpPr/>
            <p:nvPr/>
          </p:nvSpPr>
          <p:spPr>
            <a:xfrm>
              <a:off x="437672" y="1280130"/>
              <a:ext cx="2720832" cy="1110872"/>
            </a:xfrm>
            <a:custGeom>
              <a:avLst/>
              <a:gdLst>
                <a:gd name="connsiteX0" fmla="*/ 749249 w 907209"/>
                <a:gd name="connsiteY0" fmla="*/ 212440 h 370400"/>
                <a:gd name="connsiteX1" fmla="*/ 700014 w 907209"/>
                <a:gd name="connsiteY1" fmla="*/ 220306 h 370400"/>
                <a:gd name="connsiteX2" fmla="*/ 454537 w 907209"/>
                <a:gd name="connsiteY2" fmla="*/ 0 h 370400"/>
                <a:gd name="connsiteX3" fmla="*/ 213896 w 907209"/>
                <a:gd name="connsiteY3" fmla="*/ 191405 h 370400"/>
                <a:gd name="connsiteX4" fmla="*/ 178995 w 907209"/>
                <a:gd name="connsiteY4" fmla="*/ 191405 h 370400"/>
                <a:gd name="connsiteX5" fmla="*/ 0 w 907209"/>
                <a:gd name="connsiteY5" fmla="*/ 370400 h 370400"/>
                <a:gd name="connsiteX6" fmla="*/ 907209 w 907209"/>
                <a:gd name="connsiteY6" fmla="*/ 370400 h 370400"/>
                <a:gd name="connsiteX7" fmla="*/ 749249 w 907209"/>
                <a:gd name="connsiteY7" fmla="*/ 212440 h 37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7209" h="37040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9" name="Freeform: Shape 188">
              <a:extLst>
                <a:ext uri="{FF2B5EF4-FFF2-40B4-BE49-F238E27FC236}">
                  <a16:creationId xmlns:a16="http://schemas.microsoft.com/office/drawing/2014/main" id="{A4FC251F-49D7-9469-E4A5-AAE2124E6B09}"/>
                </a:ext>
              </a:extLst>
            </p:cNvPr>
            <p:cNvSpPr/>
            <p:nvPr/>
          </p:nvSpPr>
          <p:spPr>
            <a:xfrm>
              <a:off x="1651302" y="1789783"/>
              <a:ext cx="1697153" cy="675485"/>
            </a:xfrm>
            <a:custGeom>
              <a:avLst/>
              <a:gdLst>
                <a:gd name="connsiteX0" fmla="*/ 154872 w 565884"/>
                <a:gd name="connsiteY0" fmla="*/ 70357 h 225229"/>
                <a:gd name="connsiteX1" fmla="*/ 0 w 565884"/>
                <a:gd name="connsiteY1" fmla="*/ 225229 h 225229"/>
                <a:gd name="connsiteX2" fmla="*/ 565884 w 565884"/>
                <a:gd name="connsiteY2" fmla="*/ 225229 h 225229"/>
                <a:gd name="connsiteX3" fmla="*/ 496023 w 565884"/>
                <a:gd name="connsiteY3" fmla="*/ 70357 h 225229"/>
                <a:gd name="connsiteX4" fmla="*/ 496023 w 565884"/>
                <a:gd name="connsiteY4" fmla="*/ 70357 h 225229"/>
                <a:gd name="connsiteX5" fmla="*/ 154872 w 565884"/>
                <a:gd name="connsiteY5" fmla="*/ 70357 h 225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5884" h="225229">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29000">
                  <a:srgbClr val="FFFFFF"/>
                </a:gs>
                <a:gs pos="48000">
                  <a:srgbClr val="F8FBFE"/>
                </a:gs>
                <a:gs pos="73000">
                  <a:srgbClr val="E7F3FB"/>
                </a:gs>
                <a:gs pos="100000">
                  <a:srgbClr val="CEE6F7"/>
                </a:gs>
              </a:gsLst>
              <a:lin ang="2700000" scaled="1"/>
            </a:gra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10" name="Graphic 133">
            <a:extLst>
              <a:ext uri="{FF2B5EF4-FFF2-40B4-BE49-F238E27FC236}">
                <a16:creationId xmlns:a16="http://schemas.microsoft.com/office/drawing/2014/main" id="{88C96766-B074-E6B0-DB30-1210E51F7777}"/>
              </a:ext>
            </a:extLst>
          </p:cNvPr>
          <p:cNvGrpSpPr/>
          <p:nvPr userDrawn="1"/>
        </p:nvGrpSpPr>
        <p:grpSpPr>
          <a:xfrm>
            <a:off x="7658058" y="759261"/>
            <a:ext cx="747561" cy="1467873"/>
            <a:chOff x="7819347" y="302010"/>
            <a:chExt cx="1311783" cy="2575750"/>
          </a:xfrm>
          <a:noFill/>
        </p:grpSpPr>
        <p:sp>
          <p:nvSpPr>
            <p:cNvPr id="11" name="Freeform: Shape 232">
              <a:extLst>
                <a:ext uri="{FF2B5EF4-FFF2-40B4-BE49-F238E27FC236}">
                  <a16:creationId xmlns:a16="http://schemas.microsoft.com/office/drawing/2014/main" id="{D4C48364-B88B-DC56-E5FE-438032A60D50}"/>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 name="Freeform: Shape 233">
              <a:extLst>
                <a:ext uri="{FF2B5EF4-FFF2-40B4-BE49-F238E27FC236}">
                  <a16:creationId xmlns:a16="http://schemas.microsoft.com/office/drawing/2014/main" id="{725730B3-3C14-88AC-6894-5153EEF9151E}"/>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 name="Freeform: Shape 234">
              <a:extLst>
                <a:ext uri="{FF2B5EF4-FFF2-40B4-BE49-F238E27FC236}">
                  <a16:creationId xmlns:a16="http://schemas.microsoft.com/office/drawing/2014/main" id="{755B9BD9-7CD3-DE32-91C9-37EF0D3ADE41}"/>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4" name="Freeform: Shape 235">
              <a:extLst>
                <a:ext uri="{FF2B5EF4-FFF2-40B4-BE49-F238E27FC236}">
                  <a16:creationId xmlns:a16="http://schemas.microsoft.com/office/drawing/2014/main" id="{7063CD81-2F95-431F-2824-F93E019FDFA0}"/>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5" name="Freeform: Shape 236">
              <a:extLst>
                <a:ext uri="{FF2B5EF4-FFF2-40B4-BE49-F238E27FC236}">
                  <a16:creationId xmlns:a16="http://schemas.microsoft.com/office/drawing/2014/main" id="{25D8D3CB-436C-B532-88F8-B2A754EA8B47}"/>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16" name="Freeform: Shape 265">
            <a:extLst>
              <a:ext uri="{FF2B5EF4-FFF2-40B4-BE49-F238E27FC236}">
                <a16:creationId xmlns:a16="http://schemas.microsoft.com/office/drawing/2014/main" id="{4DC63BCB-2424-FA0B-B016-9DB0081CC73D}"/>
              </a:ext>
            </a:extLst>
          </p:cNvPr>
          <p:cNvSpPr/>
          <p:nvPr userDrawn="1"/>
        </p:nvSpPr>
        <p:spPr>
          <a:xfrm>
            <a:off x="11119385" y="4173017"/>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7" name="Freeform: Shape 269">
            <a:extLst>
              <a:ext uri="{FF2B5EF4-FFF2-40B4-BE49-F238E27FC236}">
                <a16:creationId xmlns:a16="http://schemas.microsoft.com/office/drawing/2014/main" id="{16235C33-BD07-1AB2-75EC-2A600351BEF2}"/>
              </a:ext>
            </a:extLst>
          </p:cNvPr>
          <p:cNvSpPr/>
          <p:nvPr userDrawn="1"/>
        </p:nvSpPr>
        <p:spPr>
          <a:xfrm>
            <a:off x="6195382" y="430769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8" name="Freeform: Shape 285">
            <a:extLst>
              <a:ext uri="{FF2B5EF4-FFF2-40B4-BE49-F238E27FC236}">
                <a16:creationId xmlns:a16="http://schemas.microsoft.com/office/drawing/2014/main" id="{211AC89D-61D2-C7B7-49D9-67C9509B9417}"/>
              </a:ext>
            </a:extLst>
          </p:cNvPr>
          <p:cNvSpPr/>
          <p:nvPr userDrawn="1"/>
        </p:nvSpPr>
        <p:spPr>
          <a:xfrm>
            <a:off x="8709950" y="5303803"/>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9" name="Freeform: Shape 286">
            <a:extLst>
              <a:ext uri="{FF2B5EF4-FFF2-40B4-BE49-F238E27FC236}">
                <a16:creationId xmlns:a16="http://schemas.microsoft.com/office/drawing/2014/main" id="{758304ED-089F-DA5F-03FB-67D09C210941}"/>
              </a:ext>
            </a:extLst>
          </p:cNvPr>
          <p:cNvSpPr/>
          <p:nvPr userDrawn="1"/>
        </p:nvSpPr>
        <p:spPr>
          <a:xfrm>
            <a:off x="9116688" y="50100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0" name="Graphic 133">
            <a:extLst>
              <a:ext uri="{FF2B5EF4-FFF2-40B4-BE49-F238E27FC236}">
                <a16:creationId xmlns:a16="http://schemas.microsoft.com/office/drawing/2014/main" id="{EE9E5ECA-73AE-3E40-A370-02B8CD76AA5D}"/>
              </a:ext>
            </a:extLst>
          </p:cNvPr>
          <p:cNvGrpSpPr/>
          <p:nvPr userDrawn="1"/>
        </p:nvGrpSpPr>
        <p:grpSpPr>
          <a:xfrm rot="15300000">
            <a:off x="9138526" y="3220264"/>
            <a:ext cx="1311783" cy="2575750"/>
            <a:chOff x="7819347" y="302010"/>
            <a:chExt cx="1311783" cy="2575750"/>
          </a:xfrm>
          <a:noFill/>
        </p:grpSpPr>
        <p:sp>
          <p:nvSpPr>
            <p:cNvPr id="21" name="Freeform: Shape 288">
              <a:extLst>
                <a:ext uri="{FF2B5EF4-FFF2-40B4-BE49-F238E27FC236}">
                  <a16:creationId xmlns:a16="http://schemas.microsoft.com/office/drawing/2014/main" id="{D47A122D-DF7C-8F26-FE45-93D33BE57298}"/>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2" name="Freeform: Shape 289">
              <a:extLst>
                <a:ext uri="{FF2B5EF4-FFF2-40B4-BE49-F238E27FC236}">
                  <a16:creationId xmlns:a16="http://schemas.microsoft.com/office/drawing/2014/main" id="{ABBADE66-E75F-53A1-DE3D-F2FDF7140C7B}"/>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3" name="Freeform: Shape 290">
              <a:extLst>
                <a:ext uri="{FF2B5EF4-FFF2-40B4-BE49-F238E27FC236}">
                  <a16:creationId xmlns:a16="http://schemas.microsoft.com/office/drawing/2014/main" id="{8046C844-E80C-F924-5DCC-C02527CEB385}"/>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 name="Freeform: Shape 291">
              <a:extLst>
                <a:ext uri="{FF2B5EF4-FFF2-40B4-BE49-F238E27FC236}">
                  <a16:creationId xmlns:a16="http://schemas.microsoft.com/office/drawing/2014/main" id="{4EE9FF86-9A1F-C918-ECBE-284AC28F34DC}"/>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 name="Freeform: Shape 292">
              <a:extLst>
                <a:ext uri="{FF2B5EF4-FFF2-40B4-BE49-F238E27FC236}">
                  <a16:creationId xmlns:a16="http://schemas.microsoft.com/office/drawing/2014/main" id="{B0198D9D-AE1D-88FA-10CF-494B56B3F1C2}"/>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26" name="Oval 25">
            <a:extLst>
              <a:ext uri="{FF2B5EF4-FFF2-40B4-BE49-F238E27FC236}">
                <a16:creationId xmlns:a16="http://schemas.microsoft.com/office/drawing/2014/main" id="{2B9F8834-0DC1-6106-31A0-939ED0E7573C}"/>
              </a:ext>
            </a:extLst>
          </p:cNvPr>
          <p:cNvSpPr/>
          <p:nvPr userDrawn="1"/>
        </p:nvSpPr>
        <p:spPr>
          <a:xfrm flipV="1">
            <a:off x="6354876" y="1852997"/>
            <a:ext cx="3152006" cy="3152006"/>
          </a:xfrm>
          <a:prstGeom prst="ellipse">
            <a:avLst/>
          </a:prstGeom>
          <a:solidFill>
            <a:schemeClr val="bg1"/>
          </a:solidFill>
          <a:ln w="508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7" name="Freeform: Shape 298">
            <a:extLst>
              <a:ext uri="{FF2B5EF4-FFF2-40B4-BE49-F238E27FC236}">
                <a16:creationId xmlns:a16="http://schemas.microsoft.com/office/drawing/2014/main" id="{A46EF116-4B78-19A3-F578-E0723508E51F}"/>
              </a:ext>
            </a:extLst>
          </p:cNvPr>
          <p:cNvSpPr/>
          <p:nvPr userDrawn="1"/>
        </p:nvSpPr>
        <p:spPr>
          <a:xfrm>
            <a:off x="5406003" y="4429286"/>
            <a:ext cx="2921280" cy="1192670"/>
          </a:xfrm>
          <a:custGeom>
            <a:avLst/>
            <a:gdLst>
              <a:gd name="connsiteX0" fmla="*/ 2797989 w 3387980"/>
              <a:gd name="connsiteY0" fmla="*/ 793219 h 1383210"/>
              <a:gd name="connsiteX1" fmla="*/ 2614092 w 3387980"/>
              <a:gd name="connsiteY1" fmla="*/ 822614 h 1383210"/>
              <a:gd name="connsiteX2" fmla="*/ 1697357 w 3387980"/>
              <a:gd name="connsiteY2" fmla="*/ 0 h 1383210"/>
              <a:gd name="connsiteX3" fmla="*/ 798795 w 3387980"/>
              <a:gd name="connsiteY3" fmla="*/ 714810 h 1383210"/>
              <a:gd name="connsiteX4" fmla="*/ 668546 w 3387980"/>
              <a:gd name="connsiteY4" fmla="*/ 714665 h 1383210"/>
              <a:gd name="connsiteX5" fmla="*/ 0 w 3387980"/>
              <a:gd name="connsiteY5" fmla="*/ 1383211 h 1383210"/>
              <a:gd name="connsiteX6" fmla="*/ 3387981 w 3387980"/>
              <a:gd name="connsiteY6" fmla="*/ 1383211 h 1383210"/>
              <a:gd name="connsiteX7" fmla="*/ 2797989 w 3387980"/>
              <a:gd name="connsiteY7" fmla="*/ 793219 h 138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7980" h="1383210">
                <a:moveTo>
                  <a:pt x="2797989" y="793219"/>
                </a:moveTo>
                <a:cubicBezTo>
                  <a:pt x="2733770" y="793219"/>
                  <a:pt x="2671940" y="803573"/>
                  <a:pt x="2614092" y="822614"/>
                </a:cubicBezTo>
                <a:cubicBezTo>
                  <a:pt x="2564425" y="360192"/>
                  <a:pt x="2172956" y="0"/>
                  <a:pt x="1697357" y="0"/>
                </a:cubicBezTo>
                <a:cubicBezTo>
                  <a:pt x="1259406" y="0"/>
                  <a:pt x="892915" y="305385"/>
                  <a:pt x="798795" y="714810"/>
                </a:cubicBezTo>
                <a:lnTo>
                  <a:pt x="668546" y="714665"/>
                </a:lnTo>
                <a:cubicBezTo>
                  <a:pt x="299304" y="714737"/>
                  <a:pt x="0" y="1014041"/>
                  <a:pt x="0" y="1383211"/>
                </a:cubicBezTo>
                <a:lnTo>
                  <a:pt x="3387981" y="1383211"/>
                </a:lnTo>
                <a:cubicBezTo>
                  <a:pt x="3387981" y="1057336"/>
                  <a:pt x="3123864" y="793219"/>
                  <a:pt x="2797989" y="793219"/>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8" name="Graphic 133">
            <a:extLst>
              <a:ext uri="{FF2B5EF4-FFF2-40B4-BE49-F238E27FC236}">
                <a16:creationId xmlns:a16="http://schemas.microsoft.com/office/drawing/2014/main" id="{05048551-D2BA-0849-5D9E-1F6D5107A14D}"/>
              </a:ext>
            </a:extLst>
          </p:cNvPr>
          <p:cNvGrpSpPr/>
          <p:nvPr userDrawn="1"/>
        </p:nvGrpSpPr>
        <p:grpSpPr>
          <a:xfrm>
            <a:off x="6411279" y="5443017"/>
            <a:ext cx="492164" cy="535997"/>
            <a:chOff x="8799755" y="943899"/>
            <a:chExt cx="839533" cy="914304"/>
          </a:xfrm>
          <a:noFill/>
        </p:grpSpPr>
        <p:sp>
          <p:nvSpPr>
            <p:cNvPr id="29" name="Freeform: Shape 300">
              <a:extLst>
                <a:ext uri="{FF2B5EF4-FFF2-40B4-BE49-F238E27FC236}">
                  <a16:creationId xmlns:a16="http://schemas.microsoft.com/office/drawing/2014/main" id="{FE19AA27-B0B8-C09E-332C-C634977F95F2}"/>
                </a:ext>
              </a:extLst>
            </p:cNvPr>
            <p:cNvSpPr/>
            <p:nvPr/>
          </p:nvSpPr>
          <p:spPr>
            <a:xfrm>
              <a:off x="8799755" y="943899"/>
              <a:ext cx="839533" cy="914304"/>
            </a:xfrm>
            <a:custGeom>
              <a:avLst/>
              <a:gdLst>
                <a:gd name="connsiteX0" fmla="*/ 419767 w 839533"/>
                <a:gd name="connsiteY0" fmla="*/ 914305 h 914304"/>
                <a:gd name="connsiteX1" fmla="*/ 415576 w 839533"/>
                <a:gd name="connsiteY1" fmla="*/ 913638 h 914304"/>
                <a:gd name="connsiteX2" fmla="*/ 0 w 839533"/>
                <a:gd name="connsiteY2" fmla="*/ 345281 h 914304"/>
                <a:gd name="connsiteX3" fmla="*/ 0 w 839533"/>
                <a:gd name="connsiteY3" fmla="*/ 13906 h 914304"/>
                <a:gd name="connsiteX4" fmla="*/ 13906 w 839533"/>
                <a:gd name="connsiteY4" fmla="*/ 0 h 914304"/>
                <a:gd name="connsiteX5" fmla="*/ 825627 w 839533"/>
                <a:gd name="connsiteY5" fmla="*/ 0 h 914304"/>
                <a:gd name="connsiteX6" fmla="*/ 839534 w 839533"/>
                <a:gd name="connsiteY6" fmla="*/ 13906 h 914304"/>
                <a:gd name="connsiteX7" fmla="*/ 839534 w 839533"/>
                <a:gd name="connsiteY7" fmla="*/ 345281 h 914304"/>
                <a:gd name="connsiteX8" fmla="*/ 424053 w 839533"/>
                <a:gd name="connsiteY8" fmla="*/ 913638 h 914304"/>
                <a:gd name="connsiteX9" fmla="*/ 419862 w 839533"/>
                <a:gd name="connsiteY9" fmla="*/ 914305 h 91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9533" h="914304">
                  <a:moveTo>
                    <a:pt x="419767" y="914305"/>
                  </a:moveTo>
                  <a:cubicBezTo>
                    <a:pt x="418338" y="914305"/>
                    <a:pt x="416909" y="914114"/>
                    <a:pt x="415576" y="913638"/>
                  </a:cubicBezTo>
                  <a:cubicBezTo>
                    <a:pt x="167069" y="834676"/>
                    <a:pt x="0" y="606266"/>
                    <a:pt x="0" y="345281"/>
                  </a:cubicBezTo>
                  <a:lnTo>
                    <a:pt x="0" y="13906"/>
                  </a:lnTo>
                  <a:cubicBezTo>
                    <a:pt x="0" y="6191"/>
                    <a:pt x="6191" y="0"/>
                    <a:pt x="13906" y="0"/>
                  </a:cubicBezTo>
                  <a:lnTo>
                    <a:pt x="825627" y="0"/>
                  </a:lnTo>
                  <a:cubicBezTo>
                    <a:pt x="833342" y="0"/>
                    <a:pt x="839534" y="6191"/>
                    <a:pt x="839534" y="13906"/>
                  </a:cubicBezTo>
                  <a:lnTo>
                    <a:pt x="839534" y="345281"/>
                  </a:lnTo>
                  <a:cubicBezTo>
                    <a:pt x="839534" y="606266"/>
                    <a:pt x="672560" y="834676"/>
                    <a:pt x="424053" y="913638"/>
                  </a:cubicBezTo>
                  <a:cubicBezTo>
                    <a:pt x="422624" y="914114"/>
                    <a:pt x="421195" y="914305"/>
                    <a:pt x="419862" y="914305"/>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0" name="Freeform: Shape 301">
              <a:extLst>
                <a:ext uri="{FF2B5EF4-FFF2-40B4-BE49-F238E27FC236}">
                  <a16:creationId xmlns:a16="http://schemas.microsoft.com/office/drawing/2014/main" id="{17AA15B6-EAD5-B8F3-694F-CAEA21541004}"/>
                </a:ext>
              </a:extLst>
            </p:cNvPr>
            <p:cNvSpPr/>
            <p:nvPr/>
          </p:nvSpPr>
          <p:spPr>
            <a:xfrm>
              <a:off x="9223713" y="943899"/>
              <a:ext cx="9525" cy="913638"/>
            </a:xfrm>
            <a:custGeom>
              <a:avLst/>
              <a:gdLst>
                <a:gd name="connsiteX0" fmla="*/ 0 w 9525"/>
                <a:gd name="connsiteY0" fmla="*/ 913638 h 913638"/>
                <a:gd name="connsiteX1" fmla="*/ 0 w 9525"/>
                <a:gd name="connsiteY1" fmla="*/ 0 h 913638"/>
              </a:gdLst>
              <a:ahLst/>
              <a:cxnLst>
                <a:cxn ang="0">
                  <a:pos x="connsiteX0" y="connsiteY0"/>
                </a:cxn>
                <a:cxn ang="0">
                  <a:pos x="connsiteX1" y="connsiteY1"/>
                </a:cxn>
              </a:cxnLst>
              <a:rect l="l" t="t" r="r" b="b"/>
              <a:pathLst>
                <a:path w="9525" h="913638">
                  <a:moveTo>
                    <a:pt x="0" y="913638"/>
                  </a:moveTo>
                  <a:lnTo>
                    <a:pt x="0" y="0"/>
                  </a:lnTo>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pic>
        <p:nvPicPr>
          <p:cNvPr id="31" name="Graphic 30">
            <a:extLst>
              <a:ext uri="{FF2B5EF4-FFF2-40B4-BE49-F238E27FC236}">
                <a16:creationId xmlns:a16="http://schemas.microsoft.com/office/drawing/2014/main" id="{2DEDDD0F-0568-74C8-C067-FAC13B27676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399087" y="3195829"/>
            <a:ext cx="695325" cy="695325"/>
          </a:xfrm>
          <a:prstGeom prst="rect">
            <a:avLst/>
          </a:prstGeom>
        </p:spPr>
      </p:pic>
      <p:pic>
        <p:nvPicPr>
          <p:cNvPr id="32" name="Graphic 31">
            <a:extLst>
              <a:ext uri="{FF2B5EF4-FFF2-40B4-BE49-F238E27FC236}">
                <a16:creationId xmlns:a16="http://schemas.microsoft.com/office/drawing/2014/main" id="{7F93159D-A0D8-6681-B211-57BF8B24392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592950" y="1045130"/>
            <a:ext cx="930016" cy="930016"/>
          </a:xfrm>
          <a:prstGeom prst="rect">
            <a:avLst/>
          </a:prstGeom>
        </p:spPr>
      </p:pic>
      <p:grpSp>
        <p:nvGrpSpPr>
          <p:cNvPr id="33" name="Group 32">
            <a:extLst>
              <a:ext uri="{FF2B5EF4-FFF2-40B4-BE49-F238E27FC236}">
                <a16:creationId xmlns:a16="http://schemas.microsoft.com/office/drawing/2014/main" id="{CD7218DF-79B8-B84A-C655-37F70007680B}"/>
              </a:ext>
            </a:extLst>
          </p:cNvPr>
          <p:cNvGrpSpPr/>
          <p:nvPr userDrawn="1"/>
        </p:nvGrpSpPr>
        <p:grpSpPr>
          <a:xfrm>
            <a:off x="7052468" y="2553893"/>
            <a:ext cx="1758055" cy="1758055"/>
            <a:chOff x="7865264" y="1822400"/>
            <a:chExt cx="366384" cy="366384"/>
          </a:xfrm>
          <a:solidFill>
            <a:schemeClr val="accent2"/>
          </a:solidFill>
        </p:grpSpPr>
        <p:sp>
          <p:nvSpPr>
            <p:cNvPr id="34" name="Freeform: Shape 10">
              <a:extLst>
                <a:ext uri="{FF2B5EF4-FFF2-40B4-BE49-F238E27FC236}">
                  <a16:creationId xmlns:a16="http://schemas.microsoft.com/office/drawing/2014/main" id="{C85E388D-6ED6-016C-3C0F-D5049190D4F0}"/>
                </a:ext>
              </a:extLst>
            </p:cNvPr>
            <p:cNvSpPr/>
            <p:nvPr/>
          </p:nvSpPr>
          <p:spPr>
            <a:xfrm>
              <a:off x="7954330" y="1858452"/>
              <a:ext cx="277318" cy="190816"/>
            </a:xfrm>
            <a:custGeom>
              <a:avLst/>
              <a:gdLst>
                <a:gd name="connsiteX0" fmla="*/ 33907 w 1312589"/>
                <a:gd name="connsiteY0" fmla="*/ 423929 h 902070"/>
                <a:gd name="connsiteX1" fmla="*/ 0 w 1312589"/>
                <a:gd name="connsiteY1" fmla="*/ 457836 h 902070"/>
                <a:gd name="connsiteX2" fmla="*/ 444235 w 1312589"/>
                <a:gd name="connsiteY2" fmla="*/ 902070 h 902070"/>
                <a:gd name="connsiteX3" fmla="*/ 1312589 w 1312589"/>
                <a:gd name="connsiteY3" fmla="*/ 33715 h 902070"/>
                <a:gd name="connsiteX4" fmla="*/ 1278683 w 1312589"/>
                <a:gd name="connsiteY4" fmla="*/ 0 h 902070"/>
                <a:gd name="connsiteX5" fmla="*/ 444235 w 1312589"/>
                <a:gd name="connsiteY5" fmla="*/ 834257 h 90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2589" h="902070">
                  <a:moveTo>
                    <a:pt x="33907" y="423929"/>
                  </a:moveTo>
                  <a:lnTo>
                    <a:pt x="0" y="457836"/>
                  </a:lnTo>
                  <a:lnTo>
                    <a:pt x="444235" y="902070"/>
                  </a:lnTo>
                  <a:lnTo>
                    <a:pt x="1312589" y="33715"/>
                  </a:lnTo>
                  <a:lnTo>
                    <a:pt x="1278683" y="0"/>
                  </a:lnTo>
                  <a:lnTo>
                    <a:pt x="444235" y="834257"/>
                  </a:lnTo>
                  <a:close/>
                </a:path>
              </a:pathLst>
            </a:custGeom>
            <a:grpFill/>
            <a:ln w="191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5" name="Freeform: Shape 19">
              <a:extLst>
                <a:ext uri="{FF2B5EF4-FFF2-40B4-BE49-F238E27FC236}">
                  <a16:creationId xmlns:a16="http://schemas.microsoft.com/office/drawing/2014/main" id="{6D376E54-6A3F-53F6-9B3E-05CA9D8A3570}"/>
                </a:ext>
              </a:extLst>
            </p:cNvPr>
            <p:cNvSpPr/>
            <p:nvPr/>
          </p:nvSpPr>
          <p:spPr>
            <a:xfrm>
              <a:off x="7865264" y="1822400"/>
              <a:ext cx="365961" cy="366384"/>
            </a:xfrm>
            <a:custGeom>
              <a:avLst/>
              <a:gdLst>
                <a:gd name="connsiteX0" fmla="*/ 1630330 w 1732155"/>
                <a:gd name="connsiteY0" fmla="*/ 458161 h 1732055"/>
                <a:gd name="connsiteX1" fmla="*/ 1587994 w 1732155"/>
                <a:gd name="connsiteY1" fmla="*/ 480766 h 1732055"/>
                <a:gd name="connsiteX2" fmla="*/ 1683584 w 1732155"/>
                <a:gd name="connsiteY2" fmla="*/ 838414 h 1732055"/>
                <a:gd name="connsiteX3" fmla="*/ 1463478 w 1732155"/>
                <a:gd name="connsiteY3" fmla="*/ 1424597 h 1732055"/>
                <a:gd name="connsiteX4" fmla="*/ 893387 w 1732155"/>
                <a:gd name="connsiteY4" fmla="*/ 1683590 h 1732055"/>
                <a:gd name="connsiteX5" fmla="*/ 48403 w 1732155"/>
                <a:gd name="connsiteY5" fmla="*/ 893584 h 1732055"/>
                <a:gd name="connsiteX6" fmla="*/ 268508 w 1732155"/>
                <a:gd name="connsiteY6" fmla="*/ 307401 h 1732055"/>
                <a:gd name="connsiteX7" fmla="*/ 838600 w 1732155"/>
                <a:gd name="connsiteY7" fmla="*/ 48217 h 1732055"/>
                <a:gd name="connsiteX8" fmla="*/ 1422101 w 1732155"/>
                <a:gd name="connsiteY8" fmla="*/ 265832 h 1732055"/>
                <a:gd name="connsiteX9" fmla="*/ 1454666 w 1732155"/>
                <a:gd name="connsiteY9" fmla="*/ 230776 h 1732055"/>
                <a:gd name="connsiteX10" fmla="*/ 836876 w 1732155"/>
                <a:gd name="connsiteY10" fmla="*/ 517 h 1732055"/>
                <a:gd name="connsiteX11" fmla="*/ 233452 w 1732155"/>
                <a:gd name="connsiteY11" fmla="*/ 274644 h 1732055"/>
                <a:gd name="connsiteX12" fmla="*/ 512 w 1732155"/>
                <a:gd name="connsiteY12" fmla="*/ 895117 h 1732055"/>
                <a:gd name="connsiteX13" fmla="*/ 865610 w 1732155"/>
                <a:gd name="connsiteY13" fmla="*/ 1732055 h 1732055"/>
                <a:gd name="connsiteX14" fmla="*/ 895111 w 1732155"/>
                <a:gd name="connsiteY14" fmla="*/ 1731481 h 1732055"/>
                <a:gd name="connsiteX15" fmla="*/ 1498726 w 1732155"/>
                <a:gd name="connsiteY15" fmla="*/ 1457354 h 1732055"/>
                <a:gd name="connsiteX16" fmla="*/ 1731666 w 1732155"/>
                <a:gd name="connsiteY16" fmla="*/ 836881 h 1732055"/>
                <a:gd name="connsiteX17" fmla="*/ 1630330 w 1732155"/>
                <a:gd name="connsiteY17" fmla="*/ 458161 h 1732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32155" h="1732055">
                  <a:moveTo>
                    <a:pt x="1630330" y="458161"/>
                  </a:moveTo>
                  <a:lnTo>
                    <a:pt x="1587994" y="480766"/>
                  </a:lnTo>
                  <a:cubicBezTo>
                    <a:pt x="1647187" y="591681"/>
                    <a:pt x="1679370" y="711982"/>
                    <a:pt x="1683584" y="838414"/>
                  </a:cubicBezTo>
                  <a:cubicBezTo>
                    <a:pt x="1690863" y="1056796"/>
                    <a:pt x="1612706" y="1265025"/>
                    <a:pt x="1463478" y="1424597"/>
                  </a:cubicBezTo>
                  <a:cubicBezTo>
                    <a:pt x="1314251" y="1584169"/>
                    <a:pt x="1111769" y="1676119"/>
                    <a:pt x="893387" y="1683590"/>
                  </a:cubicBezTo>
                  <a:cubicBezTo>
                    <a:pt x="442448" y="1699490"/>
                    <a:pt x="63536" y="1344332"/>
                    <a:pt x="48403" y="893584"/>
                  </a:cubicBezTo>
                  <a:cubicBezTo>
                    <a:pt x="41123" y="675202"/>
                    <a:pt x="119281" y="466973"/>
                    <a:pt x="268508" y="307401"/>
                  </a:cubicBezTo>
                  <a:cubicBezTo>
                    <a:pt x="417544" y="147638"/>
                    <a:pt x="620026" y="55687"/>
                    <a:pt x="838600" y="48217"/>
                  </a:cubicBezTo>
                  <a:cubicBezTo>
                    <a:pt x="1055641" y="40937"/>
                    <a:pt x="1262912" y="118137"/>
                    <a:pt x="1422101" y="265832"/>
                  </a:cubicBezTo>
                  <a:lnTo>
                    <a:pt x="1454666" y="230776"/>
                  </a:lnTo>
                  <a:cubicBezTo>
                    <a:pt x="1286091" y="74461"/>
                    <a:pt x="1066368" y="-7337"/>
                    <a:pt x="836876" y="517"/>
                  </a:cubicBezTo>
                  <a:cubicBezTo>
                    <a:pt x="605659" y="8371"/>
                    <a:pt x="391300" y="105685"/>
                    <a:pt x="233452" y="274644"/>
                  </a:cubicBezTo>
                  <a:cubicBezTo>
                    <a:pt x="75413" y="443603"/>
                    <a:pt x="-7342" y="663900"/>
                    <a:pt x="512" y="895117"/>
                  </a:cubicBezTo>
                  <a:cubicBezTo>
                    <a:pt x="16220" y="1362530"/>
                    <a:pt x="401453" y="1732055"/>
                    <a:pt x="865610" y="1732055"/>
                  </a:cubicBezTo>
                  <a:cubicBezTo>
                    <a:pt x="875380" y="1732055"/>
                    <a:pt x="885341" y="1731864"/>
                    <a:pt x="895111" y="1731481"/>
                  </a:cubicBezTo>
                  <a:cubicBezTo>
                    <a:pt x="1126327" y="1723627"/>
                    <a:pt x="1340686" y="1626313"/>
                    <a:pt x="1498726" y="1457354"/>
                  </a:cubicBezTo>
                  <a:cubicBezTo>
                    <a:pt x="1656765" y="1288395"/>
                    <a:pt x="1739329" y="1068098"/>
                    <a:pt x="1731666" y="836881"/>
                  </a:cubicBezTo>
                  <a:cubicBezTo>
                    <a:pt x="1727069" y="702979"/>
                    <a:pt x="1692971" y="575589"/>
                    <a:pt x="1630330" y="458161"/>
                  </a:cubicBezTo>
                  <a:close/>
                </a:path>
              </a:pathLst>
            </a:custGeom>
            <a:grpFill/>
            <a:ln w="191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36" name="TextBox 35">
            <a:extLst>
              <a:ext uri="{FF2B5EF4-FFF2-40B4-BE49-F238E27FC236}">
                <a16:creationId xmlns:a16="http://schemas.microsoft.com/office/drawing/2014/main" id="{6B1AA7EA-5E22-2B80-E29C-2032453F4134}"/>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38" name="Graphic 8">
            <a:extLst>
              <a:ext uri="{FF2B5EF4-FFF2-40B4-BE49-F238E27FC236}">
                <a16:creationId xmlns:a16="http://schemas.microsoft.com/office/drawing/2014/main" id="{EEE6FDE1-91DD-65C8-6BE7-D19E81438780}"/>
              </a:ext>
            </a:extLst>
          </p:cNvPr>
          <p:cNvGrpSpPr/>
          <p:nvPr userDrawn="1"/>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ACE55440-ED7B-0CEB-0F09-B6BAA1CE4F86}"/>
                </a:ext>
              </a:extLst>
            </p:cNvPr>
            <p:cNvGrpSpPr/>
            <p:nvPr/>
          </p:nvGrpSpPr>
          <p:grpSpPr>
            <a:xfrm>
              <a:off x="745455" y="6594444"/>
              <a:ext cx="722662" cy="98475"/>
              <a:chOff x="745455" y="6594444"/>
              <a:chExt cx="722662" cy="98475"/>
            </a:xfrm>
            <a:solidFill>
              <a:srgbClr val="000000"/>
            </a:solidFill>
          </p:grpSpPr>
          <p:sp>
            <p:nvSpPr>
              <p:cNvPr id="48" name="Freeform 19">
                <a:extLst>
                  <a:ext uri="{FF2B5EF4-FFF2-40B4-BE49-F238E27FC236}">
                    <a16:creationId xmlns:a16="http://schemas.microsoft.com/office/drawing/2014/main" id="{A43B6D68-18C2-E9B1-5E57-86628B236F60}"/>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49" name="Freeform 20">
                <a:extLst>
                  <a:ext uri="{FF2B5EF4-FFF2-40B4-BE49-F238E27FC236}">
                    <a16:creationId xmlns:a16="http://schemas.microsoft.com/office/drawing/2014/main" id="{DDB3CD3E-CADF-384A-4424-04C01F9C03E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50" name="Freeform 21">
                <a:extLst>
                  <a:ext uri="{FF2B5EF4-FFF2-40B4-BE49-F238E27FC236}">
                    <a16:creationId xmlns:a16="http://schemas.microsoft.com/office/drawing/2014/main" id="{1A9575B6-0DF6-9EB0-D2FC-B2467DD56A6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51" name="Freeform 22">
                <a:extLst>
                  <a:ext uri="{FF2B5EF4-FFF2-40B4-BE49-F238E27FC236}">
                    <a16:creationId xmlns:a16="http://schemas.microsoft.com/office/drawing/2014/main" id="{1B38A66E-2472-4AD2-3D89-B24A07EB692B}"/>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52" name="Freeform 23">
                <a:extLst>
                  <a:ext uri="{FF2B5EF4-FFF2-40B4-BE49-F238E27FC236}">
                    <a16:creationId xmlns:a16="http://schemas.microsoft.com/office/drawing/2014/main" id="{838FFDF2-32E4-7CE1-0E34-71D0624BC29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53" name="Freeform 24">
                <a:extLst>
                  <a:ext uri="{FF2B5EF4-FFF2-40B4-BE49-F238E27FC236}">
                    <a16:creationId xmlns:a16="http://schemas.microsoft.com/office/drawing/2014/main" id="{F4E4D6C5-6B5E-42D5-EC45-9A86F1C53AF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54" name="Freeform 25">
                <a:extLst>
                  <a:ext uri="{FF2B5EF4-FFF2-40B4-BE49-F238E27FC236}">
                    <a16:creationId xmlns:a16="http://schemas.microsoft.com/office/drawing/2014/main" id="{92837331-31E4-014B-BB30-5C8AF1BE2FB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55" name="Freeform 26">
                <a:extLst>
                  <a:ext uri="{FF2B5EF4-FFF2-40B4-BE49-F238E27FC236}">
                    <a16:creationId xmlns:a16="http://schemas.microsoft.com/office/drawing/2014/main" id="{9B74DC74-9115-9CB6-6C94-93050E07332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56" name="Freeform 27">
                <a:extLst>
                  <a:ext uri="{FF2B5EF4-FFF2-40B4-BE49-F238E27FC236}">
                    <a16:creationId xmlns:a16="http://schemas.microsoft.com/office/drawing/2014/main" id="{DEA60CEB-D608-C18A-3553-2BEBB078C36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57" name="Freeform 28">
                <a:extLst>
                  <a:ext uri="{FF2B5EF4-FFF2-40B4-BE49-F238E27FC236}">
                    <a16:creationId xmlns:a16="http://schemas.microsoft.com/office/drawing/2014/main" id="{2A0D508A-64EF-51BE-D09A-DF2B3BBCEC99}"/>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40" name="Graphic 8">
              <a:extLst>
                <a:ext uri="{FF2B5EF4-FFF2-40B4-BE49-F238E27FC236}">
                  <a16:creationId xmlns:a16="http://schemas.microsoft.com/office/drawing/2014/main" id="{62DECAB8-8056-3209-AAEE-A075D8873A35}"/>
                </a:ext>
              </a:extLst>
            </p:cNvPr>
            <p:cNvGrpSpPr/>
            <p:nvPr/>
          </p:nvGrpSpPr>
          <p:grpSpPr>
            <a:xfrm>
              <a:off x="265625" y="6323271"/>
              <a:ext cx="1249223" cy="190348"/>
              <a:chOff x="265625" y="6323271"/>
              <a:chExt cx="1249223" cy="190348"/>
            </a:xfrm>
            <a:solidFill>
              <a:srgbClr val="000000"/>
            </a:solidFill>
          </p:grpSpPr>
          <p:sp>
            <p:nvSpPr>
              <p:cNvPr id="41" name="Freeform 10">
                <a:extLst>
                  <a:ext uri="{FF2B5EF4-FFF2-40B4-BE49-F238E27FC236}">
                    <a16:creationId xmlns:a16="http://schemas.microsoft.com/office/drawing/2014/main" id="{96BC81C2-8E5C-1CEC-BDFB-88D895CFB936}"/>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42" name="Freeform 11">
                <a:extLst>
                  <a:ext uri="{FF2B5EF4-FFF2-40B4-BE49-F238E27FC236}">
                    <a16:creationId xmlns:a16="http://schemas.microsoft.com/office/drawing/2014/main" id="{340DF54E-276F-8B20-0571-5504176D3B0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43" name="Freeform 14">
                <a:extLst>
                  <a:ext uri="{FF2B5EF4-FFF2-40B4-BE49-F238E27FC236}">
                    <a16:creationId xmlns:a16="http://schemas.microsoft.com/office/drawing/2014/main" id="{B707DDF2-DF96-BAA4-80B4-5354E71AA92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44" name="Freeform 15">
                <a:extLst>
                  <a:ext uri="{FF2B5EF4-FFF2-40B4-BE49-F238E27FC236}">
                    <a16:creationId xmlns:a16="http://schemas.microsoft.com/office/drawing/2014/main" id="{C6FFAE2E-DC2E-9A6B-0418-3CD360748F8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45" name="Freeform 16">
                <a:extLst>
                  <a:ext uri="{FF2B5EF4-FFF2-40B4-BE49-F238E27FC236}">
                    <a16:creationId xmlns:a16="http://schemas.microsoft.com/office/drawing/2014/main" id="{054BE156-7B3C-CF84-0946-DCE83B09730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46" name="Freeform 17">
                <a:extLst>
                  <a:ext uri="{FF2B5EF4-FFF2-40B4-BE49-F238E27FC236}">
                    <a16:creationId xmlns:a16="http://schemas.microsoft.com/office/drawing/2014/main" id="{896A5FCF-531D-3F07-E047-81314B10C0C4}"/>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47" name="Freeform 18">
                <a:extLst>
                  <a:ext uri="{FF2B5EF4-FFF2-40B4-BE49-F238E27FC236}">
                    <a16:creationId xmlns:a16="http://schemas.microsoft.com/office/drawing/2014/main" id="{1CE78466-6580-0951-D19C-D8BE39D0A726}"/>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37" name="TextBox 36">
            <a:extLst>
              <a:ext uri="{FF2B5EF4-FFF2-40B4-BE49-F238E27FC236}">
                <a16:creationId xmlns:a16="http://schemas.microsoft.com/office/drawing/2014/main" id="{46263DFB-1E84-F8B5-009C-4FC929DE5F69}"/>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797302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Section - Securit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3" name="Parallelogram 2">
            <a:extLst>
              <a:ext uri="{FF2B5EF4-FFF2-40B4-BE49-F238E27FC236}">
                <a16:creationId xmlns:a16="http://schemas.microsoft.com/office/drawing/2014/main" id="{F582BB52-6A3E-24F3-5A49-BEE5A167F13B}"/>
              </a:ext>
            </a:extLst>
          </p:cNvPr>
          <p:cNvSpPr/>
          <p:nvPr userDrawn="1"/>
        </p:nvSpPr>
        <p:spPr>
          <a:xfrm>
            <a:off x="5406003" y="-1"/>
            <a:ext cx="14676689" cy="6858001"/>
          </a:xfrm>
          <a:prstGeom prst="parallelogram">
            <a:avLst>
              <a:gd name="adj" fmla="val 100124"/>
            </a:avLst>
          </a:prstGeom>
          <a:gradFill flip="none" rotWithShape="1">
            <a:gsLst>
              <a:gs pos="35000">
                <a:schemeClr val="accent1"/>
              </a:gs>
              <a:gs pos="100000">
                <a:schemeClr val="accent1">
                  <a:alpha val="66000"/>
                </a:schemeClr>
              </a:gs>
            </a:gsLst>
            <a:lin ang="18900000" scaled="1"/>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rallelogram 3">
            <a:extLst>
              <a:ext uri="{FF2B5EF4-FFF2-40B4-BE49-F238E27FC236}">
                <a16:creationId xmlns:a16="http://schemas.microsoft.com/office/drawing/2014/main" id="{72B93CFE-64D4-FECC-42EC-18400A295E1B}"/>
              </a:ext>
            </a:extLst>
          </p:cNvPr>
          <p:cNvSpPr/>
          <p:nvPr userDrawn="1"/>
        </p:nvSpPr>
        <p:spPr>
          <a:xfrm>
            <a:off x="1840256" y="-1"/>
            <a:ext cx="12934077" cy="6470788"/>
          </a:xfrm>
          <a:prstGeom prst="parallelogram">
            <a:avLst>
              <a:gd name="adj" fmla="val 100124"/>
            </a:avLst>
          </a:prstGeom>
          <a:gradFill flip="none" rotWithShape="1">
            <a:gsLst>
              <a:gs pos="0">
                <a:schemeClr val="accent1">
                  <a:alpha val="19000"/>
                </a:schemeClr>
              </a:gs>
              <a:gs pos="73000">
                <a:schemeClr val="accent1">
                  <a:alpha val="0"/>
                </a:schemeClr>
              </a:gs>
            </a:gsLst>
            <a:lin ang="8100000" scaled="1"/>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 name="Graphic 143">
            <a:extLst>
              <a:ext uri="{FF2B5EF4-FFF2-40B4-BE49-F238E27FC236}">
                <a16:creationId xmlns:a16="http://schemas.microsoft.com/office/drawing/2014/main" id="{E8DF72B4-3B82-BCAD-A6A6-77A5BAB6C216}"/>
              </a:ext>
            </a:extLst>
          </p:cNvPr>
          <p:cNvSpPr/>
          <p:nvPr userDrawn="1"/>
        </p:nvSpPr>
        <p:spPr>
          <a:xfrm>
            <a:off x="4130978" y="4499933"/>
            <a:ext cx="2421204" cy="666750"/>
          </a:xfrm>
          <a:custGeom>
            <a:avLst/>
            <a:gdLst>
              <a:gd name="connsiteX0" fmla="*/ 482061 w 600651"/>
              <a:gd name="connsiteY0" fmla="*/ 38962 h 165407"/>
              <a:gd name="connsiteX1" fmla="*/ 398886 w 600651"/>
              <a:gd name="connsiteY1" fmla="*/ 75298 h 165407"/>
              <a:gd name="connsiteX2" fmla="*/ 268849 w 600651"/>
              <a:gd name="connsiteY2" fmla="*/ 0 h 165407"/>
              <a:gd name="connsiteX3" fmla="*/ 118927 w 600651"/>
              <a:gd name="connsiteY3" fmla="*/ 122878 h 165407"/>
              <a:gd name="connsiteX4" fmla="*/ 66185 w 600651"/>
              <a:gd name="connsiteY4" fmla="*/ 94823 h 165407"/>
              <a:gd name="connsiteX5" fmla="*/ 0 w 600651"/>
              <a:gd name="connsiteY5" fmla="*/ 165408 h 165407"/>
              <a:gd name="connsiteX6" fmla="*/ 600652 w 600651"/>
              <a:gd name="connsiteY6" fmla="*/ 165408 h 165407"/>
              <a:gd name="connsiteX7" fmla="*/ 482061 w 600651"/>
              <a:gd name="connsiteY7" fmla="*/ 38939 h 16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651" h="165407">
                <a:moveTo>
                  <a:pt x="482061" y="38962"/>
                </a:moveTo>
                <a:cubicBezTo>
                  <a:pt x="449653" y="38962"/>
                  <a:pt x="420297" y="52832"/>
                  <a:pt x="398886" y="75298"/>
                </a:cubicBezTo>
                <a:cubicBezTo>
                  <a:pt x="371236" y="29984"/>
                  <a:pt x="323341" y="0"/>
                  <a:pt x="268849" y="0"/>
                </a:cubicBezTo>
                <a:cubicBezTo>
                  <a:pt x="196963" y="0"/>
                  <a:pt x="136523" y="52136"/>
                  <a:pt x="118927" y="122878"/>
                </a:cubicBezTo>
                <a:cubicBezTo>
                  <a:pt x="106853" y="105865"/>
                  <a:pt x="87754" y="94823"/>
                  <a:pt x="66185" y="94823"/>
                </a:cubicBezTo>
                <a:cubicBezTo>
                  <a:pt x="29625" y="94823"/>
                  <a:pt x="0" y="126446"/>
                  <a:pt x="0" y="165408"/>
                </a:cubicBezTo>
                <a:lnTo>
                  <a:pt x="600652" y="165408"/>
                </a:lnTo>
                <a:cubicBezTo>
                  <a:pt x="600652" y="95564"/>
                  <a:pt x="547551" y="38939"/>
                  <a:pt x="482061" y="38939"/>
                </a:cubicBezTo>
                <a:close/>
              </a:path>
            </a:pathLst>
          </a:custGeom>
          <a:solidFill>
            <a:schemeClr val="accent1">
              <a:alpha val="13000"/>
            </a:schemeClr>
          </a:soli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6" name="Graphic 5">
            <a:extLst>
              <a:ext uri="{FF2B5EF4-FFF2-40B4-BE49-F238E27FC236}">
                <a16:creationId xmlns:a16="http://schemas.microsoft.com/office/drawing/2014/main" id="{855041E8-21EB-9E5A-38FA-B419088D456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79191" y="2319345"/>
            <a:ext cx="3124591" cy="1207366"/>
          </a:xfrm>
          <a:prstGeom prst="rect">
            <a:avLst/>
          </a:prstGeom>
        </p:spPr>
      </p:pic>
      <p:grpSp>
        <p:nvGrpSpPr>
          <p:cNvPr id="7" name="Graphic 133">
            <a:extLst>
              <a:ext uri="{FF2B5EF4-FFF2-40B4-BE49-F238E27FC236}">
                <a16:creationId xmlns:a16="http://schemas.microsoft.com/office/drawing/2014/main" id="{969F323B-C841-ED07-7650-ACB057A00779}"/>
              </a:ext>
            </a:extLst>
          </p:cNvPr>
          <p:cNvGrpSpPr/>
          <p:nvPr userDrawn="1"/>
        </p:nvGrpSpPr>
        <p:grpSpPr>
          <a:xfrm rot="5400000">
            <a:off x="9360520" y="3679450"/>
            <a:ext cx="747561" cy="1467873"/>
            <a:chOff x="7819347" y="302010"/>
            <a:chExt cx="1311783" cy="2575750"/>
          </a:xfrm>
          <a:noFill/>
        </p:grpSpPr>
        <p:sp>
          <p:nvSpPr>
            <p:cNvPr id="8" name="Freeform: Shape 232">
              <a:extLst>
                <a:ext uri="{FF2B5EF4-FFF2-40B4-BE49-F238E27FC236}">
                  <a16:creationId xmlns:a16="http://schemas.microsoft.com/office/drawing/2014/main" id="{72D1B530-36E7-072E-07FE-C9E9E1AAFA89}"/>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9" name="Freeform: Shape 233">
              <a:extLst>
                <a:ext uri="{FF2B5EF4-FFF2-40B4-BE49-F238E27FC236}">
                  <a16:creationId xmlns:a16="http://schemas.microsoft.com/office/drawing/2014/main" id="{4438C008-69DB-1944-5C6D-CF9525B39BAC}"/>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0" name="Freeform: Shape 234">
              <a:extLst>
                <a:ext uri="{FF2B5EF4-FFF2-40B4-BE49-F238E27FC236}">
                  <a16:creationId xmlns:a16="http://schemas.microsoft.com/office/drawing/2014/main" id="{9B1F3FFD-D92A-070E-19F8-05D7CA2FC780}"/>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1" name="Freeform: Shape 235">
              <a:extLst>
                <a:ext uri="{FF2B5EF4-FFF2-40B4-BE49-F238E27FC236}">
                  <a16:creationId xmlns:a16="http://schemas.microsoft.com/office/drawing/2014/main" id="{DF687985-6D04-960D-D849-14FF3D910DCB}"/>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 name="Freeform: Shape 236">
              <a:extLst>
                <a:ext uri="{FF2B5EF4-FFF2-40B4-BE49-F238E27FC236}">
                  <a16:creationId xmlns:a16="http://schemas.microsoft.com/office/drawing/2014/main" id="{DE33F0D6-8755-81DD-C78F-CE0A6CFC5322}"/>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13" name="Freeform: Shape 265">
            <a:extLst>
              <a:ext uri="{FF2B5EF4-FFF2-40B4-BE49-F238E27FC236}">
                <a16:creationId xmlns:a16="http://schemas.microsoft.com/office/drawing/2014/main" id="{D4FFBD2E-F3E1-C69E-7E0E-EE171A01449A}"/>
              </a:ext>
            </a:extLst>
          </p:cNvPr>
          <p:cNvSpPr/>
          <p:nvPr userDrawn="1"/>
        </p:nvSpPr>
        <p:spPr>
          <a:xfrm>
            <a:off x="11119385" y="4173017"/>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4" name="Freeform: Shape 269">
            <a:extLst>
              <a:ext uri="{FF2B5EF4-FFF2-40B4-BE49-F238E27FC236}">
                <a16:creationId xmlns:a16="http://schemas.microsoft.com/office/drawing/2014/main" id="{093074EE-F2F9-0FDE-EA9C-7FD09291D2C5}"/>
              </a:ext>
            </a:extLst>
          </p:cNvPr>
          <p:cNvSpPr/>
          <p:nvPr userDrawn="1"/>
        </p:nvSpPr>
        <p:spPr>
          <a:xfrm>
            <a:off x="6195382" y="430769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5" name="Freeform: Shape 285">
            <a:extLst>
              <a:ext uri="{FF2B5EF4-FFF2-40B4-BE49-F238E27FC236}">
                <a16:creationId xmlns:a16="http://schemas.microsoft.com/office/drawing/2014/main" id="{9CECCA90-58BC-CBD2-A128-54D6FEFFFE35}"/>
              </a:ext>
            </a:extLst>
          </p:cNvPr>
          <p:cNvSpPr/>
          <p:nvPr userDrawn="1"/>
        </p:nvSpPr>
        <p:spPr>
          <a:xfrm>
            <a:off x="8709950" y="5303803"/>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6" name="Freeform: Shape 286">
            <a:extLst>
              <a:ext uri="{FF2B5EF4-FFF2-40B4-BE49-F238E27FC236}">
                <a16:creationId xmlns:a16="http://schemas.microsoft.com/office/drawing/2014/main" id="{545C46B5-EF60-5060-9B95-B5ACD0C8A7F7}"/>
              </a:ext>
            </a:extLst>
          </p:cNvPr>
          <p:cNvSpPr/>
          <p:nvPr userDrawn="1"/>
        </p:nvSpPr>
        <p:spPr>
          <a:xfrm>
            <a:off x="11119385" y="1192454"/>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7" name="Oval 16">
            <a:extLst>
              <a:ext uri="{FF2B5EF4-FFF2-40B4-BE49-F238E27FC236}">
                <a16:creationId xmlns:a16="http://schemas.microsoft.com/office/drawing/2014/main" id="{98B2635D-3B82-0427-0D21-AB9B1504A8E5}"/>
              </a:ext>
            </a:extLst>
          </p:cNvPr>
          <p:cNvSpPr/>
          <p:nvPr userDrawn="1"/>
        </p:nvSpPr>
        <p:spPr>
          <a:xfrm flipV="1">
            <a:off x="6354876" y="1852997"/>
            <a:ext cx="3152006" cy="3152006"/>
          </a:xfrm>
          <a:prstGeom prst="ellipse">
            <a:avLst/>
          </a:prstGeom>
          <a:solidFill>
            <a:schemeClr val="bg1"/>
          </a:solidFill>
          <a:ln w="508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8" name="Freeform: Shape 298">
            <a:extLst>
              <a:ext uri="{FF2B5EF4-FFF2-40B4-BE49-F238E27FC236}">
                <a16:creationId xmlns:a16="http://schemas.microsoft.com/office/drawing/2014/main" id="{313376CF-6EFF-3B8D-F3BE-9CE1629DA1C0}"/>
              </a:ext>
            </a:extLst>
          </p:cNvPr>
          <p:cNvSpPr/>
          <p:nvPr userDrawn="1"/>
        </p:nvSpPr>
        <p:spPr>
          <a:xfrm>
            <a:off x="5406003" y="4429286"/>
            <a:ext cx="2921280" cy="1192670"/>
          </a:xfrm>
          <a:custGeom>
            <a:avLst/>
            <a:gdLst>
              <a:gd name="connsiteX0" fmla="*/ 2797989 w 3387980"/>
              <a:gd name="connsiteY0" fmla="*/ 793219 h 1383210"/>
              <a:gd name="connsiteX1" fmla="*/ 2614092 w 3387980"/>
              <a:gd name="connsiteY1" fmla="*/ 822614 h 1383210"/>
              <a:gd name="connsiteX2" fmla="*/ 1697357 w 3387980"/>
              <a:gd name="connsiteY2" fmla="*/ 0 h 1383210"/>
              <a:gd name="connsiteX3" fmla="*/ 798795 w 3387980"/>
              <a:gd name="connsiteY3" fmla="*/ 714810 h 1383210"/>
              <a:gd name="connsiteX4" fmla="*/ 668546 w 3387980"/>
              <a:gd name="connsiteY4" fmla="*/ 714665 h 1383210"/>
              <a:gd name="connsiteX5" fmla="*/ 0 w 3387980"/>
              <a:gd name="connsiteY5" fmla="*/ 1383211 h 1383210"/>
              <a:gd name="connsiteX6" fmla="*/ 3387981 w 3387980"/>
              <a:gd name="connsiteY6" fmla="*/ 1383211 h 1383210"/>
              <a:gd name="connsiteX7" fmla="*/ 2797989 w 3387980"/>
              <a:gd name="connsiteY7" fmla="*/ 793219 h 138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7980" h="1383210">
                <a:moveTo>
                  <a:pt x="2797989" y="793219"/>
                </a:moveTo>
                <a:cubicBezTo>
                  <a:pt x="2733770" y="793219"/>
                  <a:pt x="2671940" y="803573"/>
                  <a:pt x="2614092" y="822614"/>
                </a:cubicBezTo>
                <a:cubicBezTo>
                  <a:pt x="2564425" y="360192"/>
                  <a:pt x="2172956" y="0"/>
                  <a:pt x="1697357" y="0"/>
                </a:cubicBezTo>
                <a:cubicBezTo>
                  <a:pt x="1259406" y="0"/>
                  <a:pt x="892915" y="305385"/>
                  <a:pt x="798795" y="714810"/>
                </a:cubicBezTo>
                <a:lnTo>
                  <a:pt x="668546" y="714665"/>
                </a:lnTo>
                <a:cubicBezTo>
                  <a:pt x="299304" y="714737"/>
                  <a:pt x="0" y="1014041"/>
                  <a:pt x="0" y="1383211"/>
                </a:cubicBezTo>
                <a:lnTo>
                  <a:pt x="3387981" y="1383211"/>
                </a:lnTo>
                <a:cubicBezTo>
                  <a:pt x="3387981" y="1057336"/>
                  <a:pt x="3123864" y="793219"/>
                  <a:pt x="2797989" y="793219"/>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9" name="page number">
            <a:extLst>
              <a:ext uri="{FF2B5EF4-FFF2-40B4-BE49-F238E27FC236}">
                <a16:creationId xmlns:a16="http://schemas.microsoft.com/office/drawing/2014/main" id="{35B56995-88B0-8A20-29F5-FDEF9678864D}"/>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FFFFFF"/>
                </a:solidFill>
                <a:effectLst/>
                <a:uLnTx/>
                <a:uFillTx/>
                <a:latin typeface="Arial" panose="020B0604020202020204" pitchFamily="34" charset="0"/>
                <a:ea typeface="Arial" panose="020B0604020202020204" pitchFamily="34" charset="0"/>
                <a:cs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Arial" panose="020B0604020202020204" pitchFamily="34" charset="0"/>
            </a:endParaRPr>
          </a:p>
        </p:txBody>
      </p:sp>
      <p:grpSp>
        <p:nvGrpSpPr>
          <p:cNvPr id="20" name="Group 19">
            <a:extLst>
              <a:ext uri="{FF2B5EF4-FFF2-40B4-BE49-F238E27FC236}">
                <a16:creationId xmlns:a16="http://schemas.microsoft.com/office/drawing/2014/main" id="{98785D4F-6528-22FB-9AAC-C04A73B18455}"/>
              </a:ext>
            </a:extLst>
          </p:cNvPr>
          <p:cNvGrpSpPr/>
          <p:nvPr userDrawn="1"/>
        </p:nvGrpSpPr>
        <p:grpSpPr>
          <a:xfrm>
            <a:off x="7857746" y="325264"/>
            <a:ext cx="2070249" cy="1375245"/>
            <a:chOff x="9416736" y="375238"/>
            <a:chExt cx="2070249" cy="1375245"/>
          </a:xfrm>
        </p:grpSpPr>
        <p:sp>
          <p:nvSpPr>
            <p:cNvPr id="21" name="Freeform: Shape 15">
              <a:extLst>
                <a:ext uri="{FF2B5EF4-FFF2-40B4-BE49-F238E27FC236}">
                  <a16:creationId xmlns:a16="http://schemas.microsoft.com/office/drawing/2014/main" id="{8D042576-63AE-F687-192B-DFE5DDCC0BB2}"/>
                </a:ext>
              </a:extLst>
            </p:cNvPr>
            <p:cNvSpPr/>
            <p:nvPr/>
          </p:nvSpPr>
          <p:spPr>
            <a:xfrm>
              <a:off x="9416736" y="375238"/>
              <a:ext cx="2070249" cy="822428"/>
            </a:xfrm>
            <a:custGeom>
              <a:avLst/>
              <a:gdLst>
                <a:gd name="connsiteX0" fmla="*/ 1092971 w 2070249"/>
                <a:gd name="connsiteY0" fmla="*/ 822428 h 822428"/>
                <a:gd name="connsiteX1" fmla="*/ 2070250 w 2070249"/>
                <a:gd name="connsiteY1" fmla="*/ 822428 h 822428"/>
                <a:gd name="connsiteX2" fmla="*/ 1938630 w 2070249"/>
                <a:gd name="connsiteY2" fmla="*/ 530519 h 822428"/>
                <a:gd name="connsiteX3" fmla="*/ 1938630 w 2070249"/>
                <a:gd name="connsiteY3" fmla="*/ 530519 h 822428"/>
                <a:gd name="connsiteX4" fmla="*/ 1538411 w 2070249"/>
                <a:gd name="connsiteY4" fmla="*/ 404726 h 822428"/>
                <a:gd name="connsiteX5" fmla="*/ 1009213 w 2070249"/>
                <a:gd name="connsiteY5" fmla="*/ 0 h 822428"/>
                <a:gd name="connsiteX6" fmla="*/ 474965 w 2070249"/>
                <a:gd name="connsiteY6" fmla="*/ 425005 h 822428"/>
                <a:gd name="connsiteX7" fmla="*/ 397500 w 2070249"/>
                <a:gd name="connsiteY7" fmla="*/ 425005 h 822428"/>
                <a:gd name="connsiteX8" fmla="*/ 0 w 2070249"/>
                <a:gd name="connsiteY8" fmla="*/ 822428 h 822428"/>
                <a:gd name="connsiteX9" fmla="*/ 125015 w 2070249"/>
                <a:gd name="connsiteY9" fmla="*/ 822428 h 822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70249" h="822428">
                  <a:moveTo>
                    <a:pt x="1092971" y="822428"/>
                  </a:moveTo>
                  <a:lnTo>
                    <a:pt x="2070250" y="822428"/>
                  </a:lnTo>
                  <a:cubicBezTo>
                    <a:pt x="2063413" y="715905"/>
                    <a:pt x="2019514" y="611479"/>
                    <a:pt x="1938630" y="530519"/>
                  </a:cubicBezTo>
                  <a:lnTo>
                    <a:pt x="1938630" y="530519"/>
                  </a:lnTo>
                  <a:cubicBezTo>
                    <a:pt x="1830242" y="422131"/>
                    <a:pt x="1679587" y="380174"/>
                    <a:pt x="1538411" y="404726"/>
                  </a:cubicBezTo>
                  <a:cubicBezTo>
                    <a:pt x="1475243" y="171556"/>
                    <a:pt x="1262274" y="0"/>
                    <a:pt x="1009213" y="0"/>
                  </a:cubicBezTo>
                  <a:cubicBezTo>
                    <a:pt x="756152" y="0"/>
                    <a:pt x="530907" y="181579"/>
                    <a:pt x="474965" y="425005"/>
                  </a:cubicBezTo>
                  <a:lnTo>
                    <a:pt x="397500" y="425005"/>
                  </a:lnTo>
                  <a:cubicBezTo>
                    <a:pt x="178005" y="425005"/>
                    <a:pt x="0" y="602855"/>
                    <a:pt x="0" y="822428"/>
                  </a:cubicBezTo>
                  <a:lnTo>
                    <a:pt x="125015" y="822428"/>
                  </a:lnTo>
                </a:path>
              </a:pathLst>
            </a:custGeom>
            <a:noFill/>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2" name="Graphic 6">
              <a:extLst>
                <a:ext uri="{FF2B5EF4-FFF2-40B4-BE49-F238E27FC236}">
                  <a16:creationId xmlns:a16="http://schemas.microsoft.com/office/drawing/2014/main" id="{CF0B4F2D-8403-C622-BEC6-96F06459630D}"/>
                </a:ext>
              </a:extLst>
            </p:cNvPr>
            <p:cNvGrpSpPr/>
            <p:nvPr/>
          </p:nvGrpSpPr>
          <p:grpSpPr>
            <a:xfrm>
              <a:off x="9677489" y="984075"/>
              <a:ext cx="696635" cy="766408"/>
              <a:chOff x="9677489" y="984075"/>
              <a:chExt cx="696635" cy="766408"/>
            </a:xfrm>
            <a:noFill/>
          </p:grpSpPr>
          <p:sp>
            <p:nvSpPr>
              <p:cNvPr id="23" name="Freeform: Shape 17">
                <a:extLst>
                  <a:ext uri="{FF2B5EF4-FFF2-40B4-BE49-F238E27FC236}">
                    <a16:creationId xmlns:a16="http://schemas.microsoft.com/office/drawing/2014/main" id="{39DF948A-9D9C-3625-16AD-77929EF7D3D4}"/>
                  </a:ext>
                </a:extLst>
              </p:cNvPr>
              <p:cNvSpPr/>
              <p:nvPr/>
            </p:nvSpPr>
            <p:spPr>
              <a:xfrm>
                <a:off x="9677489" y="984075"/>
                <a:ext cx="696635" cy="766408"/>
              </a:xfrm>
              <a:custGeom>
                <a:avLst/>
                <a:gdLst>
                  <a:gd name="connsiteX0" fmla="*/ 0 w 696635"/>
                  <a:gd name="connsiteY0" fmla="*/ 0 h 766408"/>
                  <a:gd name="connsiteX1" fmla="*/ 696636 w 696635"/>
                  <a:gd name="connsiteY1" fmla="*/ 0 h 766408"/>
                  <a:gd name="connsiteX2" fmla="*/ 696636 w 696635"/>
                  <a:gd name="connsiteY2" fmla="*/ 207608 h 766408"/>
                  <a:gd name="connsiteX3" fmla="*/ 0 w 696635"/>
                  <a:gd name="connsiteY3" fmla="*/ 207608 h 766408"/>
                  <a:gd name="connsiteX4" fmla="*/ 0 w 696635"/>
                  <a:gd name="connsiteY4" fmla="*/ 0 h 766408"/>
                  <a:gd name="connsiteX5" fmla="*/ 0 w 696635"/>
                  <a:gd name="connsiteY5" fmla="*/ 487008 h 766408"/>
                  <a:gd name="connsiteX6" fmla="*/ 696636 w 696635"/>
                  <a:gd name="connsiteY6" fmla="*/ 487008 h 766408"/>
                  <a:gd name="connsiteX7" fmla="*/ 696636 w 696635"/>
                  <a:gd name="connsiteY7" fmla="*/ 279400 h 766408"/>
                  <a:gd name="connsiteX8" fmla="*/ 0 w 696635"/>
                  <a:gd name="connsiteY8" fmla="*/ 279400 h 766408"/>
                  <a:gd name="connsiteX9" fmla="*/ 0 w 696635"/>
                  <a:gd name="connsiteY9" fmla="*/ 487008 h 766408"/>
                  <a:gd name="connsiteX10" fmla="*/ 0 w 696635"/>
                  <a:gd name="connsiteY10" fmla="*/ 766408 h 766408"/>
                  <a:gd name="connsiteX11" fmla="*/ 696636 w 696635"/>
                  <a:gd name="connsiteY11" fmla="*/ 766408 h 766408"/>
                  <a:gd name="connsiteX12" fmla="*/ 696636 w 696635"/>
                  <a:gd name="connsiteY12" fmla="*/ 558801 h 766408"/>
                  <a:gd name="connsiteX13" fmla="*/ 0 w 696635"/>
                  <a:gd name="connsiteY13" fmla="*/ 558801 h 766408"/>
                  <a:gd name="connsiteX14" fmla="*/ 0 w 696635"/>
                  <a:gd name="connsiteY14" fmla="*/ 766408 h 766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6635" h="766408">
                    <a:moveTo>
                      <a:pt x="0" y="0"/>
                    </a:moveTo>
                    <a:lnTo>
                      <a:pt x="696636" y="0"/>
                    </a:lnTo>
                    <a:cubicBezTo>
                      <a:pt x="696636" y="0"/>
                      <a:pt x="696636" y="207608"/>
                      <a:pt x="696636" y="207608"/>
                    </a:cubicBezTo>
                    <a:lnTo>
                      <a:pt x="0" y="207608"/>
                    </a:lnTo>
                    <a:cubicBezTo>
                      <a:pt x="0" y="207608"/>
                      <a:pt x="0" y="0"/>
                      <a:pt x="0" y="0"/>
                    </a:cubicBezTo>
                    <a:close/>
                    <a:moveTo>
                      <a:pt x="0" y="487008"/>
                    </a:moveTo>
                    <a:lnTo>
                      <a:pt x="696636" y="487008"/>
                    </a:lnTo>
                    <a:lnTo>
                      <a:pt x="696636" y="279400"/>
                    </a:lnTo>
                    <a:lnTo>
                      <a:pt x="0" y="279400"/>
                    </a:lnTo>
                    <a:lnTo>
                      <a:pt x="0" y="487008"/>
                    </a:lnTo>
                    <a:close/>
                    <a:moveTo>
                      <a:pt x="0" y="766408"/>
                    </a:moveTo>
                    <a:lnTo>
                      <a:pt x="696636" y="766408"/>
                    </a:lnTo>
                    <a:lnTo>
                      <a:pt x="696636" y="558801"/>
                    </a:lnTo>
                    <a:lnTo>
                      <a:pt x="0" y="558801"/>
                    </a:lnTo>
                    <a:lnTo>
                      <a:pt x="0" y="766408"/>
                    </a:lnTo>
                    <a:close/>
                  </a:path>
                </a:pathLst>
              </a:custGeom>
              <a:noFill/>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4" name="Graphic 6">
                <a:extLst>
                  <a:ext uri="{FF2B5EF4-FFF2-40B4-BE49-F238E27FC236}">
                    <a16:creationId xmlns:a16="http://schemas.microsoft.com/office/drawing/2014/main" id="{1CE6C42C-9828-DF0F-703C-BE23033C3E7F}"/>
                  </a:ext>
                </a:extLst>
              </p:cNvPr>
              <p:cNvGrpSpPr/>
              <p:nvPr/>
            </p:nvGrpSpPr>
            <p:grpSpPr>
              <a:xfrm>
                <a:off x="9708413" y="1191683"/>
                <a:ext cx="634788" cy="71792"/>
                <a:chOff x="9708413" y="1191683"/>
                <a:chExt cx="634788" cy="71792"/>
              </a:xfrm>
            </p:grpSpPr>
            <p:sp>
              <p:nvSpPr>
                <p:cNvPr id="28" name="Freeform: Shape 20">
                  <a:extLst>
                    <a:ext uri="{FF2B5EF4-FFF2-40B4-BE49-F238E27FC236}">
                      <a16:creationId xmlns:a16="http://schemas.microsoft.com/office/drawing/2014/main" id="{3904B872-AACF-26F9-039E-E55FC2B8D0FB}"/>
                    </a:ext>
                  </a:extLst>
                </p:cNvPr>
                <p:cNvSpPr/>
                <p:nvPr/>
              </p:nvSpPr>
              <p:spPr>
                <a:xfrm>
                  <a:off x="9708413" y="1191683"/>
                  <a:ext cx="7769" cy="71792"/>
                </a:xfrm>
                <a:custGeom>
                  <a:avLst/>
                  <a:gdLst>
                    <a:gd name="connsiteX0" fmla="*/ 0 w 7769"/>
                    <a:gd name="connsiteY0" fmla="*/ 0 h 71792"/>
                    <a:gd name="connsiteX1" fmla="*/ 0 w 7769"/>
                    <a:gd name="connsiteY1" fmla="*/ 71793 h 71792"/>
                  </a:gdLst>
                  <a:ahLst/>
                  <a:cxnLst>
                    <a:cxn ang="0">
                      <a:pos x="connsiteX0" y="connsiteY0"/>
                    </a:cxn>
                    <a:cxn ang="0">
                      <a:pos x="connsiteX1" y="connsiteY1"/>
                    </a:cxn>
                  </a:cxnLst>
                  <a:rect l="l" t="t" r="r" b="b"/>
                  <a:pathLst>
                    <a:path w="7769" h="71792">
                      <a:moveTo>
                        <a:pt x="0" y="0"/>
                      </a:moveTo>
                      <a:lnTo>
                        <a:pt x="0" y="71793"/>
                      </a:lnTo>
                    </a:path>
                  </a:pathLst>
                </a:custGeom>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9" name="Freeform: Shape 21">
                  <a:extLst>
                    <a:ext uri="{FF2B5EF4-FFF2-40B4-BE49-F238E27FC236}">
                      <a16:creationId xmlns:a16="http://schemas.microsoft.com/office/drawing/2014/main" id="{917267C0-29A6-FD56-85E1-7AB86D559513}"/>
                    </a:ext>
                  </a:extLst>
                </p:cNvPr>
                <p:cNvSpPr/>
                <p:nvPr/>
              </p:nvSpPr>
              <p:spPr>
                <a:xfrm>
                  <a:off x="10343201" y="1191683"/>
                  <a:ext cx="7769" cy="71792"/>
                </a:xfrm>
                <a:custGeom>
                  <a:avLst/>
                  <a:gdLst>
                    <a:gd name="connsiteX0" fmla="*/ 0 w 7769"/>
                    <a:gd name="connsiteY0" fmla="*/ 0 h 71792"/>
                    <a:gd name="connsiteX1" fmla="*/ 0 w 7769"/>
                    <a:gd name="connsiteY1" fmla="*/ 71793 h 71792"/>
                  </a:gdLst>
                  <a:ahLst/>
                  <a:cxnLst>
                    <a:cxn ang="0">
                      <a:pos x="connsiteX0" y="connsiteY0"/>
                    </a:cxn>
                    <a:cxn ang="0">
                      <a:pos x="connsiteX1" y="connsiteY1"/>
                    </a:cxn>
                  </a:cxnLst>
                  <a:rect l="l" t="t" r="r" b="b"/>
                  <a:pathLst>
                    <a:path w="7769" h="71792">
                      <a:moveTo>
                        <a:pt x="0" y="0"/>
                      </a:moveTo>
                      <a:lnTo>
                        <a:pt x="0" y="71793"/>
                      </a:lnTo>
                    </a:path>
                  </a:pathLst>
                </a:custGeom>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25" name="Graphic 6">
                <a:extLst>
                  <a:ext uri="{FF2B5EF4-FFF2-40B4-BE49-F238E27FC236}">
                    <a16:creationId xmlns:a16="http://schemas.microsoft.com/office/drawing/2014/main" id="{1AA147BB-3B92-C41F-A404-01B7A4D2F9A5}"/>
                  </a:ext>
                </a:extLst>
              </p:cNvPr>
              <p:cNvGrpSpPr/>
              <p:nvPr/>
            </p:nvGrpSpPr>
            <p:grpSpPr>
              <a:xfrm>
                <a:off x="9708413" y="1471083"/>
                <a:ext cx="634788" cy="71792"/>
                <a:chOff x="9708413" y="1471083"/>
                <a:chExt cx="634788" cy="71792"/>
              </a:xfrm>
            </p:grpSpPr>
            <p:sp>
              <p:nvSpPr>
                <p:cNvPr id="26" name="Freeform: Shape 23">
                  <a:extLst>
                    <a:ext uri="{FF2B5EF4-FFF2-40B4-BE49-F238E27FC236}">
                      <a16:creationId xmlns:a16="http://schemas.microsoft.com/office/drawing/2014/main" id="{3A2A53D5-8723-B8B7-1BC2-F939331BC953}"/>
                    </a:ext>
                  </a:extLst>
                </p:cNvPr>
                <p:cNvSpPr/>
                <p:nvPr/>
              </p:nvSpPr>
              <p:spPr>
                <a:xfrm>
                  <a:off x="9708413" y="1471083"/>
                  <a:ext cx="7769" cy="71792"/>
                </a:xfrm>
                <a:custGeom>
                  <a:avLst/>
                  <a:gdLst>
                    <a:gd name="connsiteX0" fmla="*/ 0 w 7769"/>
                    <a:gd name="connsiteY0" fmla="*/ 0 h 71792"/>
                    <a:gd name="connsiteX1" fmla="*/ 0 w 7769"/>
                    <a:gd name="connsiteY1" fmla="*/ 71793 h 71792"/>
                  </a:gdLst>
                  <a:ahLst/>
                  <a:cxnLst>
                    <a:cxn ang="0">
                      <a:pos x="connsiteX0" y="connsiteY0"/>
                    </a:cxn>
                    <a:cxn ang="0">
                      <a:pos x="connsiteX1" y="connsiteY1"/>
                    </a:cxn>
                  </a:cxnLst>
                  <a:rect l="l" t="t" r="r" b="b"/>
                  <a:pathLst>
                    <a:path w="7769" h="71792">
                      <a:moveTo>
                        <a:pt x="0" y="0"/>
                      </a:moveTo>
                      <a:lnTo>
                        <a:pt x="0" y="71793"/>
                      </a:lnTo>
                    </a:path>
                  </a:pathLst>
                </a:custGeom>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7" name="Freeform: Shape 24">
                  <a:extLst>
                    <a:ext uri="{FF2B5EF4-FFF2-40B4-BE49-F238E27FC236}">
                      <a16:creationId xmlns:a16="http://schemas.microsoft.com/office/drawing/2014/main" id="{A200D62B-9CB7-2F5B-32B8-6512E099E00E}"/>
                    </a:ext>
                  </a:extLst>
                </p:cNvPr>
                <p:cNvSpPr/>
                <p:nvPr/>
              </p:nvSpPr>
              <p:spPr>
                <a:xfrm>
                  <a:off x="10343201" y="1471083"/>
                  <a:ext cx="7769" cy="71792"/>
                </a:xfrm>
                <a:custGeom>
                  <a:avLst/>
                  <a:gdLst>
                    <a:gd name="connsiteX0" fmla="*/ 0 w 7769"/>
                    <a:gd name="connsiteY0" fmla="*/ 0 h 71792"/>
                    <a:gd name="connsiteX1" fmla="*/ 0 w 7769"/>
                    <a:gd name="connsiteY1" fmla="*/ 71793 h 71792"/>
                  </a:gdLst>
                  <a:ahLst/>
                  <a:cxnLst>
                    <a:cxn ang="0">
                      <a:pos x="connsiteX0" y="connsiteY0"/>
                    </a:cxn>
                    <a:cxn ang="0">
                      <a:pos x="connsiteX1" y="connsiteY1"/>
                    </a:cxn>
                  </a:cxnLst>
                  <a:rect l="l" t="t" r="r" b="b"/>
                  <a:pathLst>
                    <a:path w="7769" h="71792">
                      <a:moveTo>
                        <a:pt x="0" y="0"/>
                      </a:moveTo>
                      <a:lnTo>
                        <a:pt x="0" y="71793"/>
                      </a:lnTo>
                    </a:path>
                  </a:pathLst>
                </a:custGeom>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grpSp>
      <p:grpSp>
        <p:nvGrpSpPr>
          <p:cNvPr id="30" name="Graphic 6">
            <a:extLst>
              <a:ext uri="{FF2B5EF4-FFF2-40B4-BE49-F238E27FC236}">
                <a16:creationId xmlns:a16="http://schemas.microsoft.com/office/drawing/2014/main" id="{D3DBBD83-24B6-9E44-FBED-70CE4903E5A4}"/>
              </a:ext>
            </a:extLst>
          </p:cNvPr>
          <p:cNvGrpSpPr/>
          <p:nvPr userDrawn="1"/>
        </p:nvGrpSpPr>
        <p:grpSpPr>
          <a:xfrm flipH="1">
            <a:off x="9311265" y="1317305"/>
            <a:ext cx="857003" cy="1684948"/>
            <a:chOff x="9209673" y="1578772"/>
            <a:chExt cx="857003" cy="1684948"/>
          </a:xfrm>
          <a:noFill/>
        </p:grpSpPr>
        <p:sp>
          <p:nvSpPr>
            <p:cNvPr id="31" name="Freeform: Shape 26">
              <a:extLst>
                <a:ext uri="{FF2B5EF4-FFF2-40B4-BE49-F238E27FC236}">
                  <a16:creationId xmlns:a16="http://schemas.microsoft.com/office/drawing/2014/main" id="{2D8242BB-B5DB-CA77-CC66-4A79CCDC29A9}"/>
                </a:ext>
              </a:extLst>
            </p:cNvPr>
            <p:cNvSpPr/>
            <p:nvPr/>
          </p:nvSpPr>
          <p:spPr>
            <a:xfrm>
              <a:off x="9219929" y="2995042"/>
              <a:ext cx="268677" cy="268678"/>
            </a:xfrm>
            <a:custGeom>
              <a:avLst/>
              <a:gdLst>
                <a:gd name="connsiteX0" fmla="*/ 268678 w 268677"/>
                <a:gd name="connsiteY0" fmla="*/ 134339 h 268678"/>
                <a:gd name="connsiteX1" fmla="*/ 134339 w 268677"/>
                <a:gd name="connsiteY1" fmla="*/ 268678 h 268678"/>
                <a:gd name="connsiteX2" fmla="*/ 0 w 268677"/>
                <a:gd name="connsiteY2" fmla="*/ 134339 h 268678"/>
                <a:gd name="connsiteX3" fmla="*/ 134339 w 268677"/>
                <a:gd name="connsiteY3" fmla="*/ 0 h 268678"/>
                <a:gd name="connsiteX4" fmla="*/ 268678 w 268677"/>
                <a:gd name="connsiteY4" fmla="*/ 134339 h 2686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677" h="268678">
                  <a:moveTo>
                    <a:pt x="268678" y="134339"/>
                  </a:moveTo>
                  <a:cubicBezTo>
                    <a:pt x="268678" y="208532"/>
                    <a:pt x="208532" y="268678"/>
                    <a:pt x="134339" y="268678"/>
                  </a:cubicBezTo>
                  <a:cubicBezTo>
                    <a:pt x="60146" y="268678"/>
                    <a:pt x="0" y="208532"/>
                    <a:pt x="0" y="134339"/>
                  </a:cubicBezTo>
                  <a:cubicBezTo>
                    <a:pt x="0" y="60146"/>
                    <a:pt x="60146" y="0"/>
                    <a:pt x="134339" y="0"/>
                  </a:cubicBezTo>
                  <a:cubicBezTo>
                    <a:pt x="208532" y="0"/>
                    <a:pt x="268678" y="60146"/>
                    <a:pt x="268678" y="134339"/>
                  </a:cubicBezTo>
                  <a:close/>
                </a:path>
              </a:pathLst>
            </a:custGeom>
            <a:noFill/>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2" name="Freeform: Shape 27">
              <a:extLst>
                <a:ext uri="{FF2B5EF4-FFF2-40B4-BE49-F238E27FC236}">
                  <a16:creationId xmlns:a16="http://schemas.microsoft.com/office/drawing/2014/main" id="{8E75D678-8EAC-A882-3B1A-B5089EC68384}"/>
                </a:ext>
              </a:extLst>
            </p:cNvPr>
            <p:cNvSpPr/>
            <p:nvPr/>
          </p:nvSpPr>
          <p:spPr>
            <a:xfrm>
              <a:off x="9209673" y="2137573"/>
              <a:ext cx="326018" cy="326018"/>
            </a:xfrm>
            <a:custGeom>
              <a:avLst/>
              <a:gdLst>
                <a:gd name="connsiteX0" fmla="*/ 326019 w 326018"/>
                <a:gd name="connsiteY0" fmla="*/ 163009 h 326018"/>
                <a:gd name="connsiteX1" fmla="*/ 163009 w 326018"/>
                <a:gd name="connsiteY1" fmla="*/ 326019 h 326018"/>
                <a:gd name="connsiteX2" fmla="*/ 0 w 326018"/>
                <a:gd name="connsiteY2" fmla="*/ 163009 h 326018"/>
                <a:gd name="connsiteX3" fmla="*/ 163009 w 326018"/>
                <a:gd name="connsiteY3" fmla="*/ 0 h 326018"/>
                <a:gd name="connsiteX4" fmla="*/ 326019 w 326018"/>
                <a:gd name="connsiteY4" fmla="*/ 163009 h 326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018" h="326018">
                  <a:moveTo>
                    <a:pt x="326019" y="163009"/>
                  </a:moveTo>
                  <a:cubicBezTo>
                    <a:pt x="326019" y="253037"/>
                    <a:pt x="253037" y="326019"/>
                    <a:pt x="163009" y="326019"/>
                  </a:cubicBezTo>
                  <a:cubicBezTo>
                    <a:pt x="72982" y="326019"/>
                    <a:pt x="0" y="253037"/>
                    <a:pt x="0" y="163009"/>
                  </a:cubicBezTo>
                  <a:cubicBezTo>
                    <a:pt x="0" y="72982"/>
                    <a:pt x="72982" y="0"/>
                    <a:pt x="163009" y="0"/>
                  </a:cubicBezTo>
                  <a:cubicBezTo>
                    <a:pt x="253037" y="0"/>
                    <a:pt x="326019" y="72982"/>
                    <a:pt x="326019" y="163009"/>
                  </a:cubicBezTo>
                  <a:close/>
                </a:path>
              </a:pathLst>
            </a:custGeom>
            <a:noFill/>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3" name="Freeform: Shape 28">
              <a:extLst>
                <a:ext uri="{FF2B5EF4-FFF2-40B4-BE49-F238E27FC236}">
                  <a16:creationId xmlns:a16="http://schemas.microsoft.com/office/drawing/2014/main" id="{43CDCE9A-BBD0-2A60-66B0-A31CECCF8413}"/>
                </a:ext>
              </a:extLst>
            </p:cNvPr>
            <p:cNvSpPr/>
            <p:nvPr/>
          </p:nvSpPr>
          <p:spPr>
            <a:xfrm>
              <a:off x="9489617" y="1713033"/>
              <a:ext cx="470691" cy="470691"/>
            </a:xfrm>
            <a:custGeom>
              <a:avLst/>
              <a:gdLst>
                <a:gd name="connsiteX0" fmla="*/ 470691 w 470691"/>
                <a:gd name="connsiteY0" fmla="*/ 0 h 470691"/>
                <a:gd name="connsiteX1" fmla="*/ 0 w 470691"/>
                <a:gd name="connsiteY1" fmla="*/ 470692 h 470691"/>
              </a:gdLst>
              <a:ahLst/>
              <a:cxnLst>
                <a:cxn ang="0">
                  <a:pos x="connsiteX0" y="connsiteY0"/>
                </a:cxn>
                <a:cxn ang="0">
                  <a:pos x="connsiteX1" y="connsiteY1"/>
                </a:cxn>
              </a:cxnLst>
              <a:rect l="l" t="t" r="r" b="b"/>
              <a:pathLst>
                <a:path w="470691" h="470691">
                  <a:moveTo>
                    <a:pt x="470691" y="0"/>
                  </a:moveTo>
                  <a:lnTo>
                    <a:pt x="0" y="470692"/>
                  </a:lnTo>
                </a:path>
              </a:pathLst>
            </a:custGeom>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4" name="Freeform: Shape 29">
              <a:extLst>
                <a:ext uri="{FF2B5EF4-FFF2-40B4-BE49-F238E27FC236}">
                  <a16:creationId xmlns:a16="http://schemas.microsoft.com/office/drawing/2014/main" id="{D5033284-4E48-6011-D60A-DC18F9C82377}"/>
                </a:ext>
              </a:extLst>
            </p:cNvPr>
            <p:cNvSpPr/>
            <p:nvPr/>
          </p:nvSpPr>
          <p:spPr>
            <a:xfrm>
              <a:off x="9926044" y="1578772"/>
              <a:ext cx="140632" cy="140632"/>
            </a:xfrm>
            <a:custGeom>
              <a:avLst/>
              <a:gdLst>
                <a:gd name="connsiteX0" fmla="*/ 140632 w 140632"/>
                <a:gd name="connsiteY0" fmla="*/ 70316 h 140632"/>
                <a:gd name="connsiteX1" fmla="*/ 70316 w 140632"/>
                <a:gd name="connsiteY1" fmla="*/ 140633 h 140632"/>
                <a:gd name="connsiteX2" fmla="*/ 0 w 140632"/>
                <a:gd name="connsiteY2" fmla="*/ 70316 h 140632"/>
                <a:gd name="connsiteX3" fmla="*/ 70316 w 140632"/>
                <a:gd name="connsiteY3" fmla="*/ 0 h 140632"/>
                <a:gd name="connsiteX4" fmla="*/ 140632 w 140632"/>
                <a:gd name="connsiteY4" fmla="*/ 70316 h 140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632" h="140632">
                  <a:moveTo>
                    <a:pt x="140632" y="70316"/>
                  </a:moveTo>
                  <a:cubicBezTo>
                    <a:pt x="140632" y="109151"/>
                    <a:pt x="109151" y="140633"/>
                    <a:pt x="70316" y="140633"/>
                  </a:cubicBezTo>
                  <a:cubicBezTo>
                    <a:pt x="31482" y="140633"/>
                    <a:pt x="0" y="109151"/>
                    <a:pt x="0" y="70316"/>
                  </a:cubicBezTo>
                  <a:cubicBezTo>
                    <a:pt x="0" y="31482"/>
                    <a:pt x="31482" y="0"/>
                    <a:pt x="70316" y="0"/>
                  </a:cubicBezTo>
                  <a:cubicBezTo>
                    <a:pt x="109151" y="0"/>
                    <a:pt x="140632" y="31482"/>
                    <a:pt x="140632" y="70316"/>
                  </a:cubicBezTo>
                  <a:close/>
                </a:path>
              </a:pathLst>
            </a:custGeom>
            <a:noFill/>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5" name="Freeform: Shape 30">
              <a:extLst>
                <a:ext uri="{FF2B5EF4-FFF2-40B4-BE49-F238E27FC236}">
                  <a16:creationId xmlns:a16="http://schemas.microsoft.com/office/drawing/2014/main" id="{1D47BB34-7228-3D78-1228-7212A78CF7A6}"/>
                </a:ext>
              </a:extLst>
            </p:cNvPr>
            <p:cNvSpPr/>
            <p:nvPr/>
          </p:nvSpPr>
          <p:spPr>
            <a:xfrm>
              <a:off x="9357065" y="2462892"/>
              <a:ext cx="7769" cy="532227"/>
            </a:xfrm>
            <a:custGeom>
              <a:avLst/>
              <a:gdLst>
                <a:gd name="connsiteX0" fmla="*/ 0 w 7769"/>
                <a:gd name="connsiteY0" fmla="*/ 0 h 532227"/>
                <a:gd name="connsiteX1" fmla="*/ 0 w 7769"/>
                <a:gd name="connsiteY1" fmla="*/ 532228 h 532227"/>
              </a:gdLst>
              <a:ahLst/>
              <a:cxnLst>
                <a:cxn ang="0">
                  <a:pos x="connsiteX0" y="connsiteY0"/>
                </a:cxn>
                <a:cxn ang="0">
                  <a:pos x="connsiteX1" y="connsiteY1"/>
                </a:cxn>
              </a:cxnLst>
              <a:rect l="l" t="t" r="r" b="b"/>
              <a:pathLst>
                <a:path w="7769" h="532227">
                  <a:moveTo>
                    <a:pt x="0" y="0"/>
                  </a:moveTo>
                  <a:lnTo>
                    <a:pt x="0" y="532228"/>
                  </a:lnTo>
                </a:path>
              </a:pathLst>
            </a:custGeom>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36" name="Graphic 133">
            <a:extLst>
              <a:ext uri="{FF2B5EF4-FFF2-40B4-BE49-F238E27FC236}">
                <a16:creationId xmlns:a16="http://schemas.microsoft.com/office/drawing/2014/main" id="{A449B654-BF6C-7B21-AE20-93B88638C581}"/>
              </a:ext>
            </a:extLst>
          </p:cNvPr>
          <p:cNvGrpSpPr/>
          <p:nvPr userDrawn="1"/>
        </p:nvGrpSpPr>
        <p:grpSpPr>
          <a:xfrm>
            <a:off x="6464888" y="5263236"/>
            <a:ext cx="803510" cy="875072"/>
            <a:chOff x="8799755" y="943899"/>
            <a:chExt cx="839533" cy="914304"/>
          </a:xfrm>
          <a:noFill/>
        </p:grpSpPr>
        <p:sp>
          <p:nvSpPr>
            <p:cNvPr id="37" name="Freeform: Shape 8">
              <a:extLst>
                <a:ext uri="{FF2B5EF4-FFF2-40B4-BE49-F238E27FC236}">
                  <a16:creationId xmlns:a16="http://schemas.microsoft.com/office/drawing/2014/main" id="{677E842F-8A37-F2FB-7124-9C9D690E2F81}"/>
                </a:ext>
              </a:extLst>
            </p:cNvPr>
            <p:cNvSpPr/>
            <p:nvPr/>
          </p:nvSpPr>
          <p:spPr>
            <a:xfrm>
              <a:off x="8799755" y="943899"/>
              <a:ext cx="839533" cy="914304"/>
            </a:xfrm>
            <a:custGeom>
              <a:avLst/>
              <a:gdLst>
                <a:gd name="connsiteX0" fmla="*/ 419767 w 839533"/>
                <a:gd name="connsiteY0" fmla="*/ 914305 h 914304"/>
                <a:gd name="connsiteX1" fmla="*/ 415576 w 839533"/>
                <a:gd name="connsiteY1" fmla="*/ 913638 h 914304"/>
                <a:gd name="connsiteX2" fmla="*/ 0 w 839533"/>
                <a:gd name="connsiteY2" fmla="*/ 345281 h 914304"/>
                <a:gd name="connsiteX3" fmla="*/ 0 w 839533"/>
                <a:gd name="connsiteY3" fmla="*/ 13906 h 914304"/>
                <a:gd name="connsiteX4" fmla="*/ 13906 w 839533"/>
                <a:gd name="connsiteY4" fmla="*/ 0 h 914304"/>
                <a:gd name="connsiteX5" fmla="*/ 825627 w 839533"/>
                <a:gd name="connsiteY5" fmla="*/ 0 h 914304"/>
                <a:gd name="connsiteX6" fmla="*/ 839534 w 839533"/>
                <a:gd name="connsiteY6" fmla="*/ 13906 h 914304"/>
                <a:gd name="connsiteX7" fmla="*/ 839534 w 839533"/>
                <a:gd name="connsiteY7" fmla="*/ 345281 h 914304"/>
                <a:gd name="connsiteX8" fmla="*/ 424053 w 839533"/>
                <a:gd name="connsiteY8" fmla="*/ 913638 h 914304"/>
                <a:gd name="connsiteX9" fmla="*/ 419862 w 839533"/>
                <a:gd name="connsiteY9" fmla="*/ 914305 h 91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9533" h="914304">
                  <a:moveTo>
                    <a:pt x="419767" y="914305"/>
                  </a:moveTo>
                  <a:cubicBezTo>
                    <a:pt x="418338" y="914305"/>
                    <a:pt x="416909" y="914114"/>
                    <a:pt x="415576" y="913638"/>
                  </a:cubicBezTo>
                  <a:cubicBezTo>
                    <a:pt x="167069" y="834676"/>
                    <a:pt x="0" y="606266"/>
                    <a:pt x="0" y="345281"/>
                  </a:cubicBezTo>
                  <a:lnTo>
                    <a:pt x="0" y="13906"/>
                  </a:lnTo>
                  <a:cubicBezTo>
                    <a:pt x="0" y="6191"/>
                    <a:pt x="6191" y="0"/>
                    <a:pt x="13906" y="0"/>
                  </a:cubicBezTo>
                  <a:lnTo>
                    <a:pt x="825627" y="0"/>
                  </a:lnTo>
                  <a:cubicBezTo>
                    <a:pt x="833342" y="0"/>
                    <a:pt x="839534" y="6191"/>
                    <a:pt x="839534" y="13906"/>
                  </a:cubicBezTo>
                  <a:lnTo>
                    <a:pt x="839534" y="345281"/>
                  </a:lnTo>
                  <a:cubicBezTo>
                    <a:pt x="839534" y="606266"/>
                    <a:pt x="672560" y="834676"/>
                    <a:pt x="424053" y="913638"/>
                  </a:cubicBezTo>
                  <a:cubicBezTo>
                    <a:pt x="422624" y="914114"/>
                    <a:pt x="421195" y="914305"/>
                    <a:pt x="419862" y="914305"/>
                  </a:cubicBezTo>
                  <a:close/>
                </a:path>
              </a:pathLst>
            </a:custGeom>
            <a:noFill/>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8" name="Freeform: Shape 10">
              <a:extLst>
                <a:ext uri="{FF2B5EF4-FFF2-40B4-BE49-F238E27FC236}">
                  <a16:creationId xmlns:a16="http://schemas.microsoft.com/office/drawing/2014/main" id="{ED21D8F0-B178-264F-6DFD-1962D2506E7E}"/>
                </a:ext>
              </a:extLst>
            </p:cNvPr>
            <p:cNvSpPr/>
            <p:nvPr/>
          </p:nvSpPr>
          <p:spPr>
            <a:xfrm>
              <a:off x="9223713" y="943899"/>
              <a:ext cx="9525" cy="913638"/>
            </a:xfrm>
            <a:custGeom>
              <a:avLst/>
              <a:gdLst>
                <a:gd name="connsiteX0" fmla="*/ 0 w 9525"/>
                <a:gd name="connsiteY0" fmla="*/ 913638 h 913638"/>
                <a:gd name="connsiteX1" fmla="*/ 0 w 9525"/>
                <a:gd name="connsiteY1" fmla="*/ 0 h 913638"/>
              </a:gdLst>
              <a:ahLst/>
              <a:cxnLst>
                <a:cxn ang="0">
                  <a:pos x="connsiteX0" y="connsiteY0"/>
                </a:cxn>
                <a:cxn ang="0">
                  <a:pos x="connsiteX1" y="connsiteY1"/>
                </a:cxn>
              </a:cxnLst>
              <a:rect l="l" t="t" r="r" b="b"/>
              <a:pathLst>
                <a:path w="9525" h="913638">
                  <a:moveTo>
                    <a:pt x="0" y="913638"/>
                  </a:moveTo>
                  <a:lnTo>
                    <a:pt x="0" y="0"/>
                  </a:lnTo>
                </a:path>
              </a:pathLst>
            </a:custGeom>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pic>
        <p:nvPicPr>
          <p:cNvPr id="39" name="Graphic 38">
            <a:extLst>
              <a:ext uri="{FF2B5EF4-FFF2-40B4-BE49-F238E27FC236}">
                <a16:creationId xmlns:a16="http://schemas.microsoft.com/office/drawing/2014/main" id="{41FBF9EA-65A7-F9C5-404A-2359ED09B23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297477" y="3195829"/>
            <a:ext cx="728552" cy="1067991"/>
          </a:xfrm>
          <a:prstGeom prst="rect">
            <a:avLst/>
          </a:prstGeom>
        </p:spPr>
      </p:pic>
      <p:pic>
        <p:nvPicPr>
          <p:cNvPr id="40" name="Graphic 39">
            <a:extLst>
              <a:ext uri="{FF2B5EF4-FFF2-40B4-BE49-F238E27FC236}">
                <a16:creationId xmlns:a16="http://schemas.microsoft.com/office/drawing/2014/main" id="{78D3284F-3DB4-A439-A125-DC842584EE45}"/>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7092849" y="2517477"/>
            <a:ext cx="1653352" cy="1939113"/>
          </a:xfrm>
          <a:prstGeom prst="rect">
            <a:avLst/>
          </a:prstGeom>
        </p:spPr>
      </p:pic>
      <p:sp>
        <p:nvSpPr>
          <p:cNvPr id="41" name="TextBox 40">
            <a:extLst>
              <a:ext uri="{FF2B5EF4-FFF2-40B4-BE49-F238E27FC236}">
                <a16:creationId xmlns:a16="http://schemas.microsoft.com/office/drawing/2014/main" id="{FC2ECAA8-4EAD-737C-8595-54CB9DC35C30}"/>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43" name="Graphic 8">
            <a:extLst>
              <a:ext uri="{FF2B5EF4-FFF2-40B4-BE49-F238E27FC236}">
                <a16:creationId xmlns:a16="http://schemas.microsoft.com/office/drawing/2014/main" id="{DA16C0CD-F52E-9F90-FDB3-E7F44C68F901}"/>
              </a:ext>
            </a:extLst>
          </p:cNvPr>
          <p:cNvGrpSpPr/>
          <p:nvPr userDrawn="1"/>
        </p:nvGrpSpPr>
        <p:grpSpPr>
          <a:xfrm>
            <a:off x="265625" y="6323271"/>
            <a:ext cx="1249223" cy="369648"/>
            <a:chOff x="265625" y="6323271"/>
            <a:chExt cx="1249223" cy="369648"/>
          </a:xfrm>
          <a:solidFill>
            <a:srgbClr val="000000"/>
          </a:solidFill>
        </p:grpSpPr>
        <p:grpSp>
          <p:nvGrpSpPr>
            <p:cNvPr id="44" name="Graphic 8">
              <a:extLst>
                <a:ext uri="{FF2B5EF4-FFF2-40B4-BE49-F238E27FC236}">
                  <a16:creationId xmlns:a16="http://schemas.microsoft.com/office/drawing/2014/main" id="{10F140DB-E04A-D28E-7FBF-9CAA07F47D0F}"/>
                </a:ext>
              </a:extLst>
            </p:cNvPr>
            <p:cNvGrpSpPr/>
            <p:nvPr/>
          </p:nvGrpSpPr>
          <p:grpSpPr>
            <a:xfrm>
              <a:off x="745455" y="6594444"/>
              <a:ext cx="722662" cy="98475"/>
              <a:chOff x="745455" y="6594444"/>
              <a:chExt cx="722662" cy="98475"/>
            </a:xfrm>
            <a:solidFill>
              <a:srgbClr val="000000"/>
            </a:solidFill>
          </p:grpSpPr>
          <p:sp>
            <p:nvSpPr>
              <p:cNvPr id="53" name="Freeform 19">
                <a:extLst>
                  <a:ext uri="{FF2B5EF4-FFF2-40B4-BE49-F238E27FC236}">
                    <a16:creationId xmlns:a16="http://schemas.microsoft.com/office/drawing/2014/main" id="{5054016D-C3DA-23D9-216A-528A061DC8E4}"/>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54" name="Freeform 20">
                <a:extLst>
                  <a:ext uri="{FF2B5EF4-FFF2-40B4-BE49-F238E27FC236}">
                    <a16:creationId xmlns:a16="http://schemas.microsoft.com/office/drawing/2014/main" id="{D52049C5-E133-80A0-8B4C-99C694465EF6}"/>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55" name="Freeform 21">
                <a:extLst>
                  <a:ext uri="{FF2B5EF4-FFF2-40B4-BE49-F238E27FC236}">
                    <a16:creationId xmlns:a16="http://schemas.microsoft.com/office/drawing/2014/main" id="{B02D6D02-E0B3-FCA7-9301-9E3049CEC0C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56" name="Freeform 22">
                <a:extLst>
                  <a:ext uri="{FF2B5EF4-FFF2-40B4-BE49-F238E27FC236}">
                    <a16:creationId xmlns:a16="http://schemas.microsoft.com/office/drawing/2014/main" id="{4D4434E3-62A0-418C-A8F5-824BC86608E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57" name="Freeform 23">
                <a:extLst>
                  <a:ext uri="{FF2B5EF4-FFF2-40B4-BE49-F238E27FC236}">
                    <a16:creationId xmlns:a16="http://schemas.microsoft.com/office/drawing/2014/main" id="{FD2199D3-9094-F66A-11B1-F3CCE310A659}"/>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58" name="Freeform 24">
                <a:extLst>
                  <a:ext uri="{FF2B5EF4-FFF2-40B4-BE49-F238E27FC236}">
                    <a16:creationId xmlns:a16="http://schemas.microsoft.com/office/drawing/2014/main" id="{1DF85363-4208-E6B1-C528-193FE8FBC10B}"/>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59" name="Freeform 25">
                <a:extLst>
                  <a:ext uri="{FF2B5EF4-FFF2-40B4-BE49-F238E27FC236}">
                    <a16:creationId xmlns:a16="http://schemas.microsoft.com/office/drawing/2014/main" id="{A7D1499A-895E-2A8D-499D-A7AEB8597B1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60" name="Freeform 26">
                <a:extLst>
                  <a:ext uri="{FF2B5EF4-FFF2-40B4-BE49-F238E27FC236}">
                    <a16:creationId xmlns:a16="http://schemas.microsoft.com/office/drawing/2014/main" id="{BD599034-3E54-615C-4B50-958B9E2AF48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61" name="Freeform 27">
                <a:extLst>
                  <a:ext uri="{FF2B5EF4-FFF2-40B4-BE49-F238E27FC236}">
                    <a16:creationId xmlns:a16="http://schemas.microsoft.com/office/drawing/2014/main" id="{E711CC30-FFB9-0CB7-D044-98FE1A025C3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62" name="Freeform 28">
                <a:extLst>
                  <a:ext uri="{FF2B5EF4-FFF2-40B4-BE49-F238E27FC236}">
                    <a16:creationId xmlns:a16="http://schemas.microsoft.com/office/drawing/2014/main" id="{B9452F95-5897-1D49-956D-67528101450C}"/>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45" name="Graphic 8">
              <a:extLst>
                <a:ext uri="{FF2B5EF4-FFF2-40B4-BE49-F238E27FC236}">
                  <a16:creationId xmlns:a16="http://schemas.microsoft.com/office/drawing/2014/main" id="{306518C6-305F-0303-85A9-BA3AA4A7AC32}"/>
                </a:ext>
              </a:extLst>
            </p:cNvPr>
            <p:cNvGrpSpPr/>
            <p:nvPr/>
          </p:nvGrpSpPr>
          <p:grpSpPr>
            <a:xfrm>
              <a:off x="265625" y="6323271"/>
              <a:ext cx="1249223" cy="190348"/>
              <a:chOff x="265625" y="6323271"/>
              <a:chExt cx="1249223" cy="190348"/>
            </a:xfrm>
            <a:solidFill>
              <a:srgbClr val="000000"/>
            </a:solidFill>
          </p:grpSpPr>
          <p:sp>
            <p:nvSpPr>
              <p:cNvPr id="46" name="Freeform 10">
                <a:extLst>
                  <a:ext uri="{FF2B5EF4-FFF2-40B4-BE49-F238E27FC236}">
                    <a16:creationId xmlns:a16="http://schemas.microsoft.com/office/drawing/2014/main" id="{847EB4C3-7CF5-98AC-D84C-C3B0D3A64F0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47" name="Freeform 11">
                <a:extLst>
                  <a:ext uri="{FF2B5EF4-FFF2-40B4-BE49-F238E27FC236}">
                    <a16:creationId xmlns:a16="http://schemas.microsoft.com/office/drawing/2014/main" id="{68BD2BEF-FAFB-276E-549B-939506797EB6}"/>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48" name="Freeform 14">
                <a:extLst>
                  <a:ext uri="{FF2B5EF4-FFF2-40B4-BE49-F238E27FC236}">
                    <a16:creationId xmlns:a16="http://schemas.microsoft.com/office/drawing/2014/main" id="{708FBE4B-ACF9-0B50-0B51-DDAE30BA6CF2}"/>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49" name="Freeform 15">
                <a:extLst>
                  <a:ext uri="{FF2B5EF4-FFF2-40B4-BE49-F238E27FC236}">
                    <a16:creationId xmlns:a16="http://schemas.microsoft.com/office/drawing/2014/main" id="{218989C7-AABF-7343-B385-C6AF363A103B}"/>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50" name="Freeform 16">
                <a:extLst>
                  <a:ext uri="{FF2B5EF4-FFF2-40B4-BE49-F238E27FC236}">
                    <a16:creationId xmlns:a16="http://schemas.microsoft.com/office/drawing/2014/main" id="{3219AB43-876A-0728-FEEE-B41D0B96AE4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51" name="Freeform 17">
                <a:extLst>
                  <a:ext uri="{FF2B5EF4-FFF2-40B4-BE49-F238E27FC236}">
                    <a16:creationId xmlns:a16="http://schemas.microsoft.com/office/drawing/2014/main" id="{FC1609E2-25C4-B92A-9E4D-6BE1FA33388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52" name="Freeform 18">
                <a:extLst>
                  <a:ext uri="{FF2B5EF4-FFF2-40B4-BE49-F238E27FC236}">
                    <a16:creationId xmlns:a16="http://schemas.microsoft.com/office/drawing/2014/main" id="{9C0FBAA7-20B5-4DF6-8261-E9128930B100}"/>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42" name="TextBox 41">
            <a:extLst>
              <a:ext uri="{FF2B5EF4-FFF2-40B4-BE49-F238E27FC236}">
                <a16:creationId xmlns:a16="http://schemas.microsoft.com/office/drawing/2014/main" id="{127F3F6D-8C42-EC76-2E05-9C2CCF64C690}"/>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3261168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Section - Networkin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3" name="Parallelogram 2">
            <a:extLst>
              <a:ext uri="{FF2B5EF4-FFF2-40B4-BE49-F238E27FC236}">
                <a16:creationId xmlns:a16="http://schemas.microsoft.com/office/drawing/2014/main" id="{6B7C6C2D-764B-67CE-F274-909BE3736A5A}"/>
              </a:ext>
            </a:extLst>
          </p:cNvPr>
          <p:cNvSpPr/>
          <p:nvPr userDrawn="1"/>
        </p:nvSpPr>
        <p:spPr>
          <a:xfrm>
            <a:off x="5406003" y="0"/>
            <a:ext cx="14676689" cy="6858001"/>
          </a:xfrm>
          <a:prstGeom prst="parallelogram">
            <a:avLst>
              <a:gd name="adj" fmla="val 100124"/>
            </a:avLst>
          </a:prstGeom>
          <a:gradFill flip="none" rotWithShape="1">
            <a:gsLst>
              <a:gs pos="35000">
                <a:schemeClr val="accent3"/>
              </a:gs>
              <a:gs pos="100000">
                <a:schemeClr val="accent1">
                  <a:alpha val="66000"/>
                </a:schemeClr>
              </a:gs>
            </a:gsLst>
            <a:lin ang="18900000" scaled="1"/>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rallelogram 3">
            <a:extLst>
              <a:ext uri="{FF2B5EF4-FFF2-40B4-BE49-F238E27FC236}">
                <a16:creationId xmlns:a16="http://schemas.microsoft.com/office/drawing/2014/main" id="{6BF612B5-4276-28EB-ADF6-2EB6E963BEF2}"/>
              </a:ext>
            </a:extLst>
          </p:cNvPr>
          <p:cNvSpPr/>
          <p:nvPr userDrawn="1"/>
        </p:nvSpPr>
        <p:spPr>
          <a:xfrm>
            <a:off x="1840256" y="-1"/>
            <a:ext cx="12934077" cy="6470788"/>
          </a:xfrm>
          <a:prstGeom prst="parallelogram">
            <a:avLst>
              <a:gd name="adj" fmla="val 100124"/>
            </a:avLst>
          </a:prstGeom>
          <a:gradFill flip="none" rotWithShape="1">
            <a:gsLst>
              <a:gs pos="0">
                <a:schemeClr val="accent3">
                  <a:alpha val="18000"/>
                </a:schemeClr>
              </a:gs>
              <a:gs pos="73000">
                <a:schemeClr val="accent1">
                  <a:alpha val="0"/>
                </a:schemeClr>
              </a:gs>
            </a:gsLst>
            <a:lin ang="8100000" scaled="1"/>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5" name="Graphic 133">
            <a:extLst>
              <a:ext uri="{FF2B5EF4-FFF2-40B4-BE49-F238E27FC236}">
                <a16:creationId xmlns:a16="http://schemas.microsoft.com/office/drawing/2014/main" id="{4D0A2E48-4862-FFEB-EA22-34E155682AD1}"/>
              </a:ext>
            </a:extLst>
          </p:cNvPr>
          <p:cNvGrpSpPr/>
          <p:nvPr userDrawn="1"/>
        </p:nvGrpSpPr>
        <p:grpSpPr>
          <a:xfrm>
            <a:off x="9254261" y="4788558"/>
            <a:ext cx="1409223" cy="1302353"/>
            <a:chOff x="10028194" y="3612804"/>
            <a:chExt cx="1409223" cy="1302353"/>
          </a:xfrm>
          <a:noFill/>
        </p:grpSpPr>
        <p:sp>
          <p:nvSpPr>
            <p:cNvPr id="6" name="Freeform: Shape 19">
              <a:extLst>
                <a:ext uri="{FF2B5EF4-FFF2-40B4-BE49-F238E27FC236}">
                  <a16:creationId xmlns:a16="http://schemas.microsoft.com/office/drawing/2014/main" id="{FE9000CD-C60D-2BE4-87C2-6887BE8BEAC3}"/>
                </a:ext>
              </a:extLst>
            </p:cNvPr>
            <p:cNvSpPr/>
            <p:nvPr/>
          </p:nvSpPr>
          <p:spPr>
            <a:xfrm>
              <a:off x="10091154" y="4203164"/>
              <a:ext cx="1007554" cy="711993"/>
            </a:xfrm>
            <a:custGeom>
              <a:avLst/>
              <a:gdLst>
                <a:gd name="connsiteX0" fmla="*/ 1007555 w 1007554"/>
                <a:gd name="connsiteY0" fmla="*/ 605980 h 711993"/>
                <a:gd name="connsiteX1" fmla="*/ 651224 w 1007554"/>
                <a:gd name="connsiteY1" fmla="*/ 711994 h 711993"/>
                <a:gd name="connsiteX2" fmla="*/ 0 w 1007554"/>
                <a:gd name="connsiteY2" fmla="*/ 60770 h 711993"/>
                <a:gd name="connsiteX3" fmla="*/ 2762 w 1007554"/>
                <a:gd name="connsiteY3" fmla="*/ 0 h 711993"/>
              </a:gdLst>
              <a:ahLst/>
              <a:cxnLst>
                <a:cxn ang="0">
                  <a:pos x="connsiteX0" y="connsiteY0"/>
                </a:cxn>
                <a:cxn ang="0">
                  <a:pos x="connsiteX1" y="connsiteY1"/>
                </a:cxn>
                <a:cxn ang="0">
                  <a:pos x="connsiteX2" y="connsiteY2"/>
                </a:cxn>
                <a:cxn ang="0">
                  <a:pos x="connsiteX3" y="connsiteY3"/>
                </a:cxn>
              </a:cxnLst>
              <a:rect l="l" t="t" r="r" b="b"/>
              <a:pathLst>
                <a:path w="1007554" h="711993">
                  <a:moveTo>
                    <a:pt x="1007555" y="605980"/>
                  </a:moveTo>
                  <a:cubicBezTo>
                    <a:pt x="905161" y="673037"/>
                    <a:pt x="782765" y="711994"/>
                    <a:pt x="651224" y="711994"/>
                  </a:cubicBezTo>
                  <a:cubicBezTo>
                    <a:pt x="291560" y="711994"/>
                    <a:pt x="0" y="420433"/>
                    <a:pt x="0" y="60770"/>
                  </a:cubicBezTo>
                  <a:cubicBezTo>
                    <a:pt x="0" y="40291"/>
                    <a:pt x="953" y="20003"/>
                    <a:pt x="2762" y="0"/>
                  </a:cubicBez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7" name="Freeform: Shape 20">
              <a:extLst>
                <a:ext uri="{FF2B5EF4-FFF2-40B4-BE49-F238E27FC236}">
                  <a16:creationId xmlns:a16="http://schemas.microsoft.com/office/drawing/2014/main" id="{70C76A2A-918A-3DF2-8340-7889D75C5CDF}"/>
                </a:ext>
              </a:extLst>
            </p:cNvPr>
            <p:cNvSpPr/>
            <p:nvPr/>
          </p:nvSpPr>
          <p:spPr>
            <a:xfrm>
              <a:off x="11191958" y="4393187"/>
              <a:ext cx="188880" cy="342042"/>
            </a:xfrm>
            <a:custGeom>
              <a:avLst/>
              <a:gdLst>
                <a:gd name="connsiteX0" fmla="*/ 188881 w 188880"/>
                <a:gd name="connsiteY0" fmla="*/ 0 h 342042"/>
                <a:gd name="connsiteX1" fmla="*/ 0 w 188880"/>
                <a:gd name="connsiteY1" fmla="*/ 342043 h 342042"/>
              </a:gdLst>
              <a:ahLst/>
              <a:cxnLst>
                <a:cxn ang="0">
                  <a:pos x="connsiteX0" y="connsiteY0"/>
                </a:cxn>
                <a:cxn ang="0">
                  <a:pos x="connsiteX1" y="connsiteY1"/>
                </a:cxn>
              </a:cxnLst>
              <a:rect l="l" t="t" r="r" b="b"/>
              <a:pathLst>
                <a:path w="188880" h="342042">
                  <a:moveTo>
                    <a:pt x="188881" y="0"/>
                  </a:moveTo>
                  <a:cubicBezTo>
                    <a:pt x="162116" y="133255"/>
                    <a:pt x="94583" y="251746"/>
                    <a:pt x="0" y="342043"/>
                  </a:cubicBez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8" name="Freeform: Shape 36">
              <a:extLst>
                <a:ext uri="{FF2B5EF4-FFF2-40B4-BE49-F238E27FC236}">
                  <a16:creationId xmlns:a16="http://schemas.microsoft.com/office/drawing/2014/main" id="{BC329E29-3BBD-3EE3-875B-14218AAD1502}"/>
                </a:ext>
              </a:extLst>
            </p:cNvPr>
            <p:cNvSpPr/>
            <p:nvPr/>
          </p:nvSpPr>
          <p:spPr>
            <a:xfrm>
              <a:off x="11147477" y="3754060"/>
              <a:ext cx="246125" cy="528351"/>
            </a:xfrm>
            <a:custGeom>
              <a:avLst/>
              <a:gdLst>
                <a:gd name="connsiteX0" fmla="*/ 0 w 246125"/>
                <a:gd name="connsiteY0" fmla="*/ 0 h 528351"/>
                <a:gd name="connsiteX1" fmla="*/ 246126 w 246125"/>
                <a:gd name="connsiteY1" fmla="*/ 509873 h 528351"/>
                <a:gd name="connsiteX2" fmla="*/ 245840 w 246125"/>
                <a:gd name="connsiteY2" fmla="*/ 528352 h 528351"/>
              </a:gdLst>
              <a:ahLst/>
              <a:cxnLst>
                <a:cxn ang="0">
                  <a:pos x="connsiteX0" y="connsiteY0"/>
                </a:cxn>
                <a:cxn ang="0">
                  <a:pos x="connsiteX1" y="connsiteY1"/>
                </a:cxn>
                <a:cxn ang="0">
                  <a:pos x="connsiteX2" y="connsiteY2"/>
                </a:cxn>
              </a:cxnLst>
              <a:rect l="l" t="t" r="r" b="b"/>
              <a:pathLst>
                <a:path w="246125" h="528351">
                  <a:moveTo>
                    <a:pt x="0" y="0"/>
                  </a:moveTo>
                  <a:cubicBezTo>
                    <a:pt x="150019" y="119348"/>
                    <a:pt x="246126" y="303371"/>
                    <a:pt x="246126" y="509873"/>
                  </a:cubicBezTo>
                  <a:cubicBezTo>
                    <a:pt x="246126" y="516064"/>
                    <a:pt x="246126" y="522160"/>
                    <a:pt x="245840" y="528352"/>
                  </a:cubicBez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9" name="Freeform: Shape 37">
              <a:extLst>
                <a:ext uri="{FF2B5EF4-FFF2-40B4-BE49-F238E27FC236}">
                  <a16:creationId xmlns:a16="http://schemas.microsoft.com/office/drawing/2014/main" id="{73EC6DED-DBDC-4DDB-7B8C-CB0C27F02254}"/>
                </a:ext>
              </a:extLst>
            </p:cNvPr>
            <p:cNvSpPr/>
            <p:nvPr/>
          </p:nvSpPr>
          <p:spPr>
            <a:xfrm>
              <a:off x="10114681" y="3612804"/>
              <a:ext cx="938212" cy="477488"/>
            </a:xfrm>
            <a:custGeom>
              <a:avLst/>
              <a:gdLst>
                <a:gd name="connsiteX0" fmla="*/ 0 w 938212"/>
                <a:gd name="connsiteY0" fmla="*/ 477488 h 477488"/>
                <a:gd name="connsiteX1" fmla="*/ 627793 w 938212"/>
                <a:gd name="connsiteY1" fmla="*/ 0 h 477488"/>
                <a:gd name="connsiteX2" fmla="*/ 938213 w 938212"/>
                <a:gd name="connsiteY2" fmla="*/ 78581 h 477488"/>
              </a:gdLst>
              <a:ahLst/>
              <a:cxnLst>
                <a:cxn ang="0">
                  <a:pos x="connsiteX0" y="connsiteY0"/>
                </a:cxn>
                <a:cxn ang="0">
                  <a:pos x="connsiteX1" y="connsiteY1"/>
                </a:cxn>
                <a:cxn ang="0">
                  <a:pos x="connsiteX2" y="connsiteY2"/>
                </a:cxn>
              </a:cxnLst>
              <a:rect l="l" t="t" r="r" b="b"/>
              <a:pathLst>
                <a:path w="938212" h="477488">
                  <a:moveTo>
                    <a:pt x="0" y="477488"/>
                  </a:moveTo>
                  <a:cubicBezTo>
                    <a:pt x="76010" y="202216"/>
                    <a:pt x="328327" y="0"/>
                    <a:pt x="627793" y="0"/>
                  </a:cubicBezTo>
                  <a:cubicBezTo>
                    <a:pt x="740188" y="0"/>
                    <a:pt x="845915" y="28480"/>
                    <a:pt x="938213" y="78581"/>
                  </a:cubicBez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0" name="Freeform: Shape 38">
              <a:extLst>
                <a:ext uri="{FF2B5EF4-FFF2-40B4-BE49-F238E27FC236}">
                  <a16:creationId xmlns:a16="http://schemas.microsoft.com/office/drawing/2014/main" id="{6EC8CD0D-CDB6-8B12-90F3-80B4382C01B1}"/>
                </a:ext>
              </a:extLst>
            </p:cNvPr>
            <p:cNvSpPr/>
            <p:nvPr/>
          </p:nvSpPr>
          <p:spPr>
            <a:xfrm>
              <a:off x="10141065" y="4182304"/>
              <a:ext cx="817530" cy="200406"/>
            </a:xfrm>
            <a:custGeom>
              <a:avLst/>
              <a:gdLst>
                <a:gd name="connsiteX0" fmla="*/ 0 w 817530"/>
                <a:gd name="connsiteY0" fmla="*/ 0 h 200406"/>
                <a:gd name="connsiteX1" fmla="*/ 817531 w 817530"/>
                <a:gd name="connsiteY1" fmla="*/ 200406 h 200406"/>
              </a:gdLst>
              <a:ahLst/>
              <a:cxnLst>
                <a:cxn ang="0">
                  <a:pos x="connsiteX0" y="connsiteY0"/>
                </a:cxn>
                <a:cxn ang="0">
                  <a:pos x="connsiteX1" y="connsiteY1"/>
                </a:cxn>
              </a:cxnLst>
              <a:rect l="l" t="t" r="r" b="b"/>
              <a:pathLst>
                <a:path w="817530" h="200406">
                  <a:moveTo>
                    <a:pt x="0" y="0"/>
                  </a:moveTo>
                  <a:cubicBezTo>
                    <a:pt x="95536" y="61055"/>
                    <a:pt x="360712" y="198120"/>
                    <a:pt x="817531" y="200406"/>
                  </a:cubicBez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1" name="Freeform: Shape 39">
              <a:extLst>
                <a:ext uri="{FF2B5EF4-FFF2-40B4-BE49-F238E27FC236}">
                  <a16:creationId xmlns:a16="http://schemas.microsoft.com/office/drawing/2014/main" id="{A0E2E74F-29CC-C707-94B8-8C6E57455185}"/>
                </a:ext>
              </a:extLst>
            </p:cNvPr>
            <p:cNvSpPr/>
            <p:nvPr/>
          </p:nvSpPr>
          <p:spPr>
            <a:xfrm>
              <a:off x="10141065" y="4055812"/>
              <a:ext cx="249078" cy="56102"/>
            </a:xfrm>
            <a:custGeom>
              <a:avLst/>
              <a:gdLst>
                <a:gd name="connsiteX0" fmla="*/ 249079 w 249078"/>
                <a:gd name="connsiteY0" fmla="*/ 0 h 56102"/>
                <a:gd name="connsiteX1" fmla="*/ 0 w 249078"/>
                <a:gd name="connsiteY1" fmla="*/ 56102 h 56102"/>
              </a:gdLst>
              <a:ahLst/>
              <a:cxnLst>
                <a:cxn ang="0">
                  <a:pos x="connsiteX0" y="connsiteY0"/>
                </a:cxn>
                <a:cxn ang="0">
                  <a:pos x="connsiteX1" y="connsiteY1"/>
                </a:cxn>
              </a:cxnLst>
              <a:rect l="l" t="t" r="r" b="b"/>
              <a:pathLst>
                <a:path w="249078" h="56102">
                  <a:moveTo>
                    <a:pt x="249079" y="0"/>
                  </a:moveTo>
                  <a:cubicBezTo>
                    <a:pt x="190024" y="6191"/>
                    <a:pt x="84868" y="21431"/>
                    <a:pt x="0" y="56102"/>
                  </a:cubicBez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 name="Freeform: Shape 40">
              <a:extLst>
                <a:ext uri="{FF2B5EF4-FFF2-40B4-BE49-F238E27FC236}">
                  <a16:creationId xmlns:a16="http://schemas.microsoft.com/office/drawing/2014/main" id="{2B0AB19D-5408-C1F6-54A8-994EC41E6233}"/>
                </a:ext>
              </a:extLst>
            </p:cNvPr>
            <p:cNvSpPr/>
            <p:nvPr/>
          </p:nvSpPr>
          <p:spPr>
            <a:xfrm>
              <a:off x="10549878" y="4421477"/>
              <a:ext cx="430053" cy="206692"/>
            </a:xfrm>
            <a:custGeom>
              <a:avLst/>
              <a:gdLst>
                <a:gd name="connsiteX0" fmla="*/ 430054 w 430053"/>
                <a:gd name="connsiteY0" fmla="*/ 0 h 206692"/>
                <a:gd name="connsiteX1" fmla="*/ 0 w 430053"/>
                <a:gd name="connsiteY1" fmla="*/ 206693 h 206692"/>
              </a:gdLst>
              <a:ahLst/>
              <a:cxnLst>
                <a:cxn ang="0">
                  <a:pos x="connsiteX0" y="connsiteY0"/>
                </a:cxn>
                <a:cxn ang="0">
                  <a:pos x="connsiteX1" y="connsiteY1"/>
                </a:cxn>
              </a:cxnLst>
              <a:rect l="l" t="t" r="r" b="b"/>
              <a:pathLst>
                <a:path w="430053" h="206692">
                  <a:moveTo>
                    <a:pt x="430054" y="0"/>
                  </a:moveTo>
                  <a:cubicBezTo>
                    <a:pt x="321183" y="117348"/>
                    <a:pt x="169545" y="194501"/>
                    <a:pt x="0" y="206693"/>
                  </a:cubicBez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 name="Freeform: Shape 41">
              <a:extLst>
                <a:ext uri="{FF2B5EF4-FFF2-40B4-BE49-F238E27FC236}">
                  <a16:creationId xmlns:a16="http://schemas.microsoft.com/office/drawing/2014/main" id="{D18927A4-F6B8-1960-27A5-ECF05DE83694}"/>
                </a:ext>
              </a:extLst>
            </p:cNvPr>
            <p:cNvSpPr/>
            <p:nvPr/>
          </p:nvSpPr>
          <p:spPr>
            <a:xfrm>
              <a:off x="11044893" y="3768252"/>
              <a:ext cx="108775" cy="570833"/>
            </a:xfrm>
            <a:custGeom>
              <a:avLst/>
              <a:gdLst>
                <a:gd name="connsiteX0" fmla="*/ 74009 w 108775"/>
                <a:gd name="connsiteY0" fmla="*/ 0 h 570833"/>
                <a:gd name="connsiteX1" fmla="*/ 108775 w 108775"/>
                <a:gd name="connsiteY1" fmla="*/ 210407 h 570833"/>
                <a:gd name="connsiteX2" fmla="*/ 0 w 108775"/>
                <a:gd name="connsiteY2" fmla="*/ 570833 h 570833"/>
              </a:gdLst>
              <a:ahLst/>
              <a:cxnLst>
                <a:cxn ang="0">
                  <a:pos x="connsiteX0" y="connsiteY0"/>
                </a:cxn>
                <a:cxn ang="0">
                  <a:pos x="connsiteX1" y="connsiteY1"/>
                </a:cxn>
                <a:cxn ang="0">
                  <a:pos x="connsiteX2" y="connsiteY2"/>
                </a:cxn>
              </a:cxnLst>
              <a:rect l="l" t="t" r="r" b="b"/>
              <a:pathLst>
                <a:path w="108775" h="570833">
                  <a:moveTo>
                    <a:pt x="74009" y="0"/>
                  </a:moveTo>
                  <a:cubicBezTo>
                    <a:pt x="96488" y="66008"/>
                    <a:pt x="108775" y="136779"/>
                    <a:pt x="108775" y="210407"/>
                  </a:cubicBezTo>
                  <a:cubicBezTo>
                    <a:pt x="108775" y="343757"/>
                    <a:pt x="68675" y="467678"/>
                    <a:pt x="0" y="570833"/>
                  </a:cubicBez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4" name="Freeform: Shape 42">
              <a:extLst>
                <a:ext uri="{FF2B5EF4-FFF2-40B4-BE49-F238E27FC236}">
                  <a16:creationId xmlns:a16="http://schemas.microsoft.com/office/drawing/2014/main" id="{0B6634BC-527A-6A2D-8606-B17284BA77AC}"/>
                </a:ext>
              </a:extLst>
            </p:cNvPr>
            <p:cNvSpPr/>
            <p:nvPr/>
          </p:nvSpPr>
          <p:spPr>
            <a:xfrm>
              <a:off x="10622268" y="3612804"/>
              <a:ext cx="71437" cy="269843"/>
            </a:xfrm>
            <a:custGeom>
              <a:avLst/>
              <a:gdLst>
                <a:gd name="connsiteX0" fmla="*/ 0 w 71437"/>
                <a:gd name="connsiteY0" fmla="*/ 269843 h 269843"/>
                <a:gd name="connsiteX1" fmla="*/ 71438 w 71437"/>
                <a:gd name="connsiteY1" fmla="*/ 0 h 269843"/>
              </a:gdLst>
              <a:ahLst/>
              <a:cxnLst>
                <a:cxn ang="0">
                  <a:pos x="connsiteX0" y="connsiteY0"/>
                </a:cxn>
                <a:cxn ang="0">
                  <a:pos x="connsiteX1" y="connsiteY1"/>
                </a:cxn>
              </a:cxnLst>
              <a:rect l="l" t="t" r="r" b="b"/>
              <a:pathLst>
                <a:path w="71437" h="269843">
                  <a:moveTo>
                    <a:pt x="0" y="269843"/>
                  </a:moveTo>
                  <a:cubicBezTo>
                    <a:pt x="9049" y="178308"/>
                    <a:pt x="32576" y="87249"/>
                    <a:pt x="71438" y="0"/>
                  </a:cubicBez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5" name="Freeform: Shape 43">
              <a:extLst>
                <a:ext uri="{FF2B5EF4-FFF2-40B4-BE49-F238E27FC236}">
                  <a16:creationId xmlns:a16="http://schemas.microsoft.com/office/drawing/2014/main" id="{3BA90237-DD72-A077-E705-E7E9CBFE7EE2}"/>
                </a:ext>
              </a:extLst>
            </p:cNvPr>
            <p:cNvSpPr/>
            <p:nvPr/>
          </p:nvSpPr>
          <p:spPr>
            <a:xfrm>
              <a:off x="10618077" y="3978660"/>
              <a:ext cx="483679" cy="775906"/>
            </a:xfrm>
            <a:custGeom>
              <a:avLst/>
              <a:gdLst>
                <a:gd name="connsiteX0" fmla="*/ 483680 w 483679"/>
                <a:gd name="connsiteY0" fmla="*/ 775906 h 775906"/>
                <a:gd name="connsiteX1" fmla="*/ 422529 w 483679"/>
                <a:gd name="connsiteY1" fmla="*/ 741997 h 775906"/>
                <a:gd name="connsiteX2" fmla="*/ 0 w 483679"/>
                <a:gd name="connsiteY2" fmla="*/ 0 h 775906"/>
              </a:gdLst>
              <a:ahLst/>
              <a:cxnLst>
                <a:cxn ang="0">
                  <a:pos x="connsiteX0" y="connsiteY0"/>
                </a:cxn>
                <a:cxn ang="0">
                  <a:pos x="connsiteX1" y="connsiteY1"/>
                </a:cxn>
                <a:cxn ang="0">
                  <a:pos x="connsiteX2" y="connsiteY2"/>
                </a:cxn>
              </a:cxnLst>
              <a:rect l="l" t="t" r="r" b="b"/>
              <a:pathLst>
                <a:path w="483679" h="775906">
                  <a:moveTo>
                    <a:pt x="483680" y="775906"/>
                  </a:moveTo>
                  <a:cubicBezTo>
                    <a:pt x="463010" y="765524"/>
                    <a:pt x="442627" y="754189"/>
                    <a:pt x="422529" y="741997"/>
                  </a:cubicBezTo>
                  <a:cubicBezTo>
                    <a:pt x="153353" y="578358"/>
                    <a:pt x="3334" y="293370"/>
                    <a:pt x="0" y="0"/>
                  </a:cubicBez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6" name="Freeform: Shape 47">
              <a:extLst>
                <a:ext uri="{FF2B5EF4-FFF2-40B4-BE49-F238E27FC236}">
                  <a16:creationId xmlns:a16="http://schemas.microsoft.com/office/drawing/2014/main" id="{FB456947-E020-1B5B-0C6F-9E403F73DA98}"/>
                </a:ext>
              </a:extLst>
            </p:cNvPr>
            <p:cNvSpPr/>
            <p:nvPr/>
          </p:nvSpPr>
          <p:spPr>
            <a:xfrm>
              <a:off x="10667036" y="3930082"/>
              <a:ext cx="690181" cy="360425"/>
            </a:xfrm>
            <a:custGeom>
              <a:avLst/>
              <a:gdLst>
                <a:gd name="connsiteX0" fmla="*/ 0 w 690181"/>
                <a:gd name="connsiteY0" fmla="*/ 0 h 360425"/>
                <a:gd name="connsiteX1" fmla="*/ 334518 w 690181"/>
                <a:gd name="connsiteY1" fmla="*/ 74581 h 360425"/>
                <a:gd name="connsiteX2" fmla="*/ 690181 w 690181"/>
                <a:gd name="connsiteY2" fmla="*/ 360426 h 360425"/>
              </a:gdLst>
              <a:ahLst/>
              <a:cxnLst>
                <a:cxn ang="0">
                  <a:pos x="connsiteX0" y="connsiteY0"/>
                </a:cxn>
                <a:cxn ang="0">
                  <a:pos x="connsiteX1" y="connsiteY1"/>
                </a:cxn>
                <a:cxn ang="0">
                  <a:pos x="connsiteX2" y="connsiteY2"/>
                </a:cxn>
              </a:cxnLst>
              <a:rect l="l" t="t" r="r" b="b"/>
              <a:pathLst>
                <a:path w="690181" h="360425">
                  <a:moveTo>
                    <a:pt x="0" y="0"/>
                  </a:moveTo>
                  <a:cubicBezTo>
                    <a:pt x="112109" y="2477"/>
                    <a:pt x="225552" y="26575"/>
                    <a:pt x="334518" y="74581"/>
                  </a:cubicBezTo>
                  <a:cubicBezTo>
                    <a:pt x="481489" y="139255"/>
                    <a:pt x="601885" y="239363"/>
                    <a:pt x="690181" y="360426"/>
                  </a:cubicBez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7" name="Freeform: Shape 48">
              <a:extLst>
                <a:ext uri="{FF2B5EF4-FFF2-40B4-BE49-F238E27FC236}">
                  <a16:creationId xmlns:a16="http://schemas.microsoft.com/office/drawing/2014/main" id="{700EB28D-2AB3-8DA0-490E-A5FE577AB5DB}"/>
                </a:ext>
              </a:extLst>
            </p:cNvPr>
            <p:cNvSpPr/>
            <p:nvPr/>
          </p:nvSpPr>
          <p:spPr>
            <a:xfrm>
              <a:off x="11125379" y="4603690"/>
              <a:ext cx="24669" cy="114776"/>
            </a:xfrm>
            <a:custGeom>
              <a:avLst/>
              <a:gdLst>
                <a:gd name="connsiteX0" fmla="*/ 0 w 24669"/>
                <a:gd name="connsiteY0" fmla="*/ 0 h 114776"/>
                <a:gd name="connsiteX1" fmla="*/ 24670 w 24669"/>
                <a:gd name="connsiteY1" fmla="*/ 114776 h 114776"/>
              </a:gdLst>
              <a:ahLst/>
              <a:cxnLst>
                <a:cxn ang="0">
                  <a:pos x="connsiteX0" y="connsiteY0"/>
                </a:cxn>
                <a:cxn ang="0">
                  <a:pos x="connsiteX1" y="connsiteY1"/>
                </a:cxn>
              </a:cxnLst>
              <a:rect l="l" t="t" r="r" b="b"/>
              <a:pathLst>
                <a:path w="24669" h="114776">
                  <a:moveTo>
                    <a:pt x="0" y="0"/>
                  </a:moveTo>
                  <a:cubicBezTo>
                    <a:pt x="7715" y="29242"/>
                    <a:pt x="17336" y="69913"/>
                    <a:pt x="24670" y="114776"/>
                  </a:cubicBez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8" name="Freeform: Shape 49">
              <a:extLst>
                <a:ext uri="{FF2B5EF4-FFF2-40B4-BE49-F238E27FC236}">
                  <a16:creationId xmlns:a16="http://schemas.microsoft.com/office/drawing/2014/main" id="{916D1137-0452-9266-B7CF-45BF779BED16}"/>
                </a:ext>
              </a:extLst>
            </p:cNvPr>
            <p:cNvSpPr/>
            <p:nvPr/>
          </p:nvSpPr>
          <p:spPr>
            <a:xfrm>
              <a:off x="11049941" y="3670716"/>
              <a:ext cx="97536" cy="97536"/>
            </a:xfrm>
            <a:custGeom>
              <a:avLst/>
              <a:gdLst>
                <a:gd name="connsiteX0" fmla="*/ 97536 w 97536"/>
                <a:gd name="connsiteY0" fmla="*/ 48768 h 97536"/>
                <a:gd name="connsiteX1" fmla="*/ 48768 w 97536"/>
                <a:gd name="connsiteY1" fmla="*/ 97536 h 97536"/>
                <a:gd name="connsiteX2" fmla="*/ 0 w 97536"/>
                <a:gd name="connsiteY2" fmla="*/ 48768 h 97536"/>
                <a:gd name="connsiteX3" fmla="*/ 48768 w 97536"/>
                <a:gd name="connsiteY3" fmla="*/ 0 h 97536"/>
                <a:gd name="connsiteX4" fmla="*/ 97536 w 97536"/>
                <a:gd name="connsiteY4" fmla="*/ 48768 h 975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536" h="97536">
                  <a:moveTo>
                    <a:pt x="97536" y="48768"/>
                  </a:moveTo>
                  <a:cubicBezTo>
                    <a:pt x="97536" y="75702"/>
                    <a:pt x="75702" y="97536"/>
                    <a:pt x="48768" y="97536"/>
                  </a:cubicBezTo>
                  <a:cubicBezTo>
                    <a:pt x="21834" y="97536"/>
                    <a:pt x="0" y="75702"/>
                    <a:pt x="0" y="48768"/>
                  </a:cubicBezTo>
                  <a:cubicBezTo>
                    <a:pt x="0" y="21834"/>
                    <a:pt x="21834" y="0"/>
                    <a:pt x="48768" y="0"/>
                  </a:cubicBezTo>
                  <a:cubicBezTo>
                    <a:pt x="75702" y="0"/>
                    <a:pt x="97536" y="21834"/>
                    <a:pt x="97536" y="48768"/>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9" name="Freeform: Shape 50">
              <a:extLst>
                <a:ext uri="{FF2B5EF4-FFF2-40B4-BE49-F238E27FC236}">
                  <a16:creationId xmlns:a16="http://schemas.microsoft.com/office/drawing/2014/main" id="{ABAACD18-2AB1-C5EA-A1BC-684547FBF7A5}"/>
                </a:ext>
              </a:extLst>
            </p:cNvPr>
            <p:cNvSpPr/>
            <p:nvPr/>
          </p:nvSpPr>
          <p:spPr>
            <a:xfrm>
              <a:off x="10965645" y="4335466"/>
              <a:ext cx="89916" cy="89916"/>
            </a:xfrm>
            <a:custGeom>
              <a:avLst/>
              <a:gdLst>
                <a:gd name="connsiteX0" fmla="*/ 89916 w 89916"/>
                <a:gd name="connsiteY0" fmla="*/ 44958 h 89916"/>
                <a:gd name="connsiteX1" fmla="*/ 44958 w 89916"/>
                <a:gd name="connsiteY1" fmla="*/ 89916 h 89916"/>
                <a:gd name="connsiteX2" fmla="*/ 0 w 89916"/>
                <a:gd name="connsiteY2" fmla="*/ 44958 h 89916"/>
                <a:gd name="connsiteX3" fmla="*/ 44958 w 89916"/>
                <a:gd name="connsiteY3" fmla="*/ 0 h 89916"/>
                <a:gd name="connsiteX4" fmla="*/ 89916 w 89916"/>
                <a:gd name="connsiteY4" fmla="*/ 44958 h 89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16" h="89916">
                  <a:moveTo>
                    <a:pt x="89916" y="44958"/>
                  </a:moveTo>
                  <a:cubicBezTo>
                    <a:pt x="89916" y="69788"/>
                    <a:pt x="69788" y="89916"/>
                    <a:pt x="44958" y="89916"/>
                  </a:cubicBezTo>
                  <a:cubicBezTo>
                    <a:pt x="20128" y="89916"/>
                    <a:pt x="0" y="69788"/>
                    <a:pt x="0" y="44958"/>
                  </a:cubicBezTo>
                  <a:cubicBezTo>
                    <a:pt x="0" y="20128"/>
                    <a:pt x="20128" y="0"/>
                    <a:pt x="44958" y="0"/>
                  </a:cubicBezTo>
                  <a:cubicBezTo>
                    <a:pt x="69788" y="0"/>
                    <a:pt x="89916" y="20128"/>
                    <a:pt x="89916" y="44958"/>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0" name="Freeform: Shape 51">
              <a:extLst>
                <a:ext uri="{FF2B5EF4-FFF2-40B4-BE49-F238E27FC236}">
                  <a16:creationId xmlns:a16="http://schemas.microsoft.com/office/drawing/2014/main" id="{53EFAD49-B9A6-05BE-6BA1-960B02614AF1}"/>
                </a:ext>
              </a:extLst>
            </p:cNvPr>
            <p:cNvSpPr/>
            <p:nvPr/>
          </p:nvSpPr>
          <p:spPr>
            <a:xfrm>
              <a:off x="10436055" y="4577496"/>
              <a:ext cx="100202" cy="100202"/>
            </a:xfrm>
            <a:custGeom>
              <a:avLst/>
              <a:gdLst>
                <a:gd name="connsiteX0" fmla="*/ 100203 w 100202"/>
                <a:gd name="connsiteY0" fmla="*/ 50102 h 100202"/>
                <a:gd name="connsiteX1" fmla="*/ 50101 w 100202"/>
                <a:gd name="connsiteY1" fmla="*/ 100203 h 100202"/>
                <a:gd name="connsiteX2" fmla="*/ 0 w 100202"/>
                <a:gd name="connsiteY2" fmla="*/ 50102 h 100202"/>
                <a:gd name="connsiteX3" fmla="*/ 50101 w 100202"/>
                <a:gd name="connsiteY3" fmla="*/ 0 h 100202"/>
                <a:gd name="connsiteX4" fmla="*/ 100203 w 100202"/>
                <a:gd name="connsiteY4" fmla="*/ 50102 h 100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02" h="100202">
                  <a:moveTo>
                    <a:pt x="100203" y="50102"/>
                  </a:moveTo>
                  <a:cubicBezTo>
                    <a:pt x="100203" y="77772"/>
                    <a:pt x="77772" y="100203"/>
                    <a:pt x="50101" y="100203"/>
                  </a:cubicBezTo>
                  <a:cubicBezTo>
                    <a:pt x="22431" y="100203"/>
                    <a:pt x="0" y="77772"/>
                    <a:pt x="0" y="50102"/>
                  </a:cubicBezTo>
                  <a:cubicBezTo>
                    <a:pt x="0" y="22431"/>
                    <a:pt x="22431" y="0"/>
                    <a:pt x="50101" y="0"/>
                  </a:cubicBezTo>
                  <a:cubicBezTo>
                    <a:pt x="77772" y="0"/>
                    <a:pt x="100203" y="22431"/>
                    <a:pt x="100203" y="50102"/>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1" name="Freeform: Shape 52">
              <a:extLst>
                <a:ext uri="{FF2B5EF4-FFF2-40B4-BE49-F238E27FC236}">
                  <a16:creationId xmlns:a16="http://schemas.microsoft.com/office/drawing/2014/main" id="{B962446A-2245-BEE9-D8F6-E8A7E4349718}"/>
                </a:ext>
              </a:extLst>
            </p:cNvPr>
            <p:cNvSpPr/>
            <p:nvPr/>
          </p:nvSpPr>
          <p:spPr>
            <a:xfrm>
              <a:off x="10559118" y="3882647"/>
              <a:ext cx="96012" cy="96012"/>
            </a:xfrm>
            <a:custGeom>
              <a:avLst/>
              <a:gdLst>
                <a:gd name="connsiteX0" fmla="*/ 96012 w 96012"/>
                <a:gd name="connsiteY0" fmla="*/ 48006 h 96012"/>
                <a:gd name="connsiteX1" fmla="*/ 48006 w 96012"/>
                <a:gd name="connsiteY1" fmla="*/ 96012 h 96012"/>
                <a:gd name="connsiteX2" fmla="*/ 0 w 96012"/>
                <a:gd name="connsiteY2" fmla="*/ 48006 h 96012"/>
                <a:gd name="connsiteX3" fmla="*/ 48006 w 96012"/>
                <a:gd name="connsiteY3" fmla="*/ 0 h 96012"/>
                <a:gd name="connsiteX4" fmla="*/ 96012 w 96012"/>
                <a:gd name="connsiteY4" fmla="*/ 48006 h 96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012" h="96012">
                  <a:moveTo>
                    <a:pt x="96012" y="48006"/>
                  </a:moveTo>
                  <a:cubicBezTo>
                    <a:pt x="96012" y="74519"/>
                    <a:pt x="74519" y="96012"/>
                    <a:pt x="48006" y="96012"/>
                  </a:cubicBezTo>
                  <a:cubicBezTo>
                    <a:pt x="21493" y="96012"/>
                    <a:pt x="0" y="74519"/>
                    <a:pt x="0" y="48006"/>
                  </a:cubicBezTo>
                  <a:cubicBezTo>
                    <a:pt x="0" y="21493"/>
                    <a:pt x="21493" y="0"/>
                    <a:pt x="48006" y="0"/>
                  </a:cubicBezTo>
                  <a:cubicBezTo>
                    <a:pt x="74519" y="0"/>
                    <a:pt x="96012" y="21493"/>
                    <a:pt x="96012" y="48006"/>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2" name="Freeform: Shape 53">
              <a:extLst>
                <a:ext uri="{FF2B5EF4-FFF2-40B4-BE49-F238E27FC236}">
                  <a16:creationId xmlns:a16="http://schemas.microsoft.com/office/drawing/2014/main" id="{FE67D60E-087C-C99E-E231-577A5FF7755A}"/>
                </a:ext>
              </a:extLst>
            </p:cNvPr>
            <p:cNvSpPr/>
            <p:nvPr/>
          </p:nvSpPr>
          <p:spPr>
            <a:xfrm>
              <a:off x="11340072" y="4290508"/>
              <a:ext cx="97345" cy="97345"/>
            </a:xfrm>
            <a:custGeom>
              <a:avLst/>
              <a:gdLst>
                <a:gd name="connsiteX0" fmla="*/ 97346 w 97345"/>
                <a:gd name="connsiteY0" fmla="*/ 48673 h 97345"/>
                <a:gd name="connsiteX1" fmla="*/ 48673 w 97345"/>
                <a:gd name="connsiteY1" fmla="*/ 97345 h 97345"/>
                <a:gd name="connsiteX2" fmla="*/ 0 w 97345"/>
                <a:gd name="connsiteY2" fmla="*/ 48673 h 97345"/>
                <a:gd name="connsiteX3" fmla="*/ 48673 w 97345"/>
                <a:gd name="connsiteY3" fmla="*/ 0 h 97345"/>
                <a:gd name="connsiteX4" fmla="*/ 97346 w 97345"/>
                <a:gd name="connsiteY4" fmla="*/ 48673 h 973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45" h="97345">
                  <a:moveTo>
                    <a:pt x="97346" y="48673"/>
                  </a:moveTo>
                  <a:cubicBezTo>
                    <a:pt x="97346" y="75554"/>
                    <a:pt x="75554" y="97345"/>
                    <a:pt x="48673" y="97345"/>
                  </a:cubicBezTo>
                  <a:cubicBezTo>
                    <a:pt x="21792" y="97345"/>
                    <a:pt x="0" y="75554"/>
                    <a:pt x="0" y="48673"/>
                  </a:cubicBezTo>
                  <a:cubicBezTo>
                    <a:pt x="0" y="21792"/>
                    <a:pt x="21792" y="0"/>
                    <a:pt x="48673" y="0"/>
                  </a:cubicBezTo>
                  <a:cubicBezTo>
                    <a:pt x="75554" y="0"/>
                    <a:pt x="97346" y="21792"/>
                    <a:pt x="97346" y="48673"/>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3" name="Freeform: Shape 54">
              <a:extLst>
                <a:ext uri="{FF2B5EF4-FFF2-40B4-BE49-F238E27FC236}">
                  <a16:creationId xmlns:a16="http://schemas.microsoft.com/office/drawing/2014/main" id="{08DFEF8A-AEE3-0105-BE4D-0880FA207EF2}"/>
                </a:ext>
              </a:extLst>
            </p:cNvPr>
            <p:cNvSpPr/>
            <p:nvPr/>
          </p:nvSpPr>
          <p:spPr>
            <a:xfrm>
              <a:off x="10028194" y="4083625"/>
              <a:ext cx="119634" cy="119633"/>
            </a:xfrm>
            <a:custGeom>
              <a:avLst/>
              <a:gdLst>
                <a:gd name="connsiteX0" fmla="*/ 119634 w 119634"/>
                <a:gd name="connsiteY0" fmla="*/ 59817 h 119633"/>
                <a:gd name="connsiteX1" fmla="*/ 59817 w 119634"/>
                <a:gd name="connsiteY1" fmla="*/ 119634 h 119633"/>
                <a:gd name="connsiteX2" fmla="*/ 0 w 119634"/>
                <a:gd name="connsiteY2" fmla="*/ 59817 h 119633"/>
                <a:gd name="connsiteX3" fmla="*/ 59817 w 119634"/>
                <a:gd name="connsiteY3" fmla="*/ 0 h 119633"/>
                <a:gd name="connsiteX4" fmla="*/ 119634 w 119634"/>
                <a:gd name="connsiteY4" fmla="*/ 59817 h 119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634" h="119633">
                  <a:moveTo>
                    <a:pt x="119634" y="59817"/>
                  </a:moveTo>
                  <a:cubicBezTo>
                    <a:pt x="119634" y="92853"/>
                    <a:pt x="92853" y="119634"/>
                    <a:pt x="59817" y="119634"/>
                  </a:cubicBezTo>
                  <a:cubicBezTo>
                    <a:pt x="26781" y="119634"/>
                    <a:pt x="0" y="92853"/>
                    <a:pt x="0" y="59817"/>
                  </a:cubicBezTo>
                  <a:cubicBezTo>
                    <a:pt x="0" y="26781"/>
                    <a:pt x="26781" y="0"/>
                    <a:pt x="59817" y="0"/>
                  </a:cubicBezTo>
                  <a:cubicBezTo>
                    <a:pt x="92853" y="0"/>
                    <a:pt x="119634" y="26781"/>
                    <a:pt x="119634" y="59817"/>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 name="Freeform: Shape 55">
              <a:extLst>
                <a:ext uri="{FF2B5EF4-FFF2-40B4-BE49-F238E27FC236}">
                  <a16:creationId xmlns:a16="http://schemas.microsoft.com/office/drawing/2014/main" id="{7F5EB2DD-ADE6-A1C7-8F57-24C7AB343C5C}"/>
                </a:ext>
              </a:extLst>
            </p:cNvPr>
            <p:cNvSpPr/>
            <p:nvPr/>
          </p:nvSpPr>
          <p:spPr>
            <a:xfrm>
              <a:off x="10397288" y="4013140"/>
              <a:ext cx="77533" cy="77533"/>
            </a:xfrm>
            <a:custGeom>
              <a:avLst/>
              <a:gdLst>
                <a:gd name="connsiteX0" fmla="*/ 77534 w 77533"/>
                <a:gd name="connsiteY0" fmla="*/ 38767 h 77533"/>
                <a:gd name="connsiteX1" fmla="*/ 38767 w 77533"/>
                <a:gd name="connsiteY1" fmla="*/ 77534 h 77533"/>
                <a:gd name="connsiteX2" fmla="*/ 0 w 77533"/>
                <a:gd name="connsiteY2" fmla="*/ 38767 h 77533"/>
                <a:gd name="connsiteX3" fmla="*/ 38767 w 77533"/>
                <a:gd name="connsiteY3" fmla="*/ 0 h 77533"/>
                <a:gd name="connsiteX4" fmla="*/ 77534 w 77533"/>
                <a:gd name="connsiteY4" fmla="*/ 38767 h 775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33" h="77533">
                  <a:moveTo>
                    <a:pt x="77534" y="38767"/>
                  </a:moveTo>
                  <a:cubicBezTo>
                    <a:pt x="77534" y="60177"/>
                    <a:pt x="60177" y="77534"/>
                    <a:pt x="38767" y="77534"/>
                  </a:cubicBezTo>
                  <a:cubicBezTo>
                    <a:pt x="17356" y="77534"/>
                    <a:pt x="0" y="60177"/>
                    <a:pt x="0" y="38767"/>
                  </a:cubicBezTo>
                  <a:cubicBezTo>
                    <a:pt x="0" y="17356"/>
                    <a:pt x="17356" y="0"/>
                    <a:pt x="38767" y="0"/>
                  </a:cubicBezTo>
                  <a:cubicBezTo>
                    <a:pt x="60177" y="0"/>
                    <a:pt x="77534" y="17356"/>
                    <a:pt x="77534" y="38767"/>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 name="Freeform: Shape 56">
              <a:extLst>
                <a:ext uri="{FF2B5EF4-FFF2-40B4-BE49-F238E27FC236}">
                  <a16:creationId xmlns:a16="http://schemas.microsoft.com/office/drawing/2014/main" id="{1A79F5DE-5E61-BEB1-A679-992A464C5C51}"/>
                </a:ext>
              </a:extLst>
            </p:cNvPr>
            <p:cNvSpPr/>
            <p:nvPr/>
          </p:nvSpPr>
          <p:spPr>
            <a:xfrm>
              <a:off x="11073468" y="4519013"/>
              <a:ext cx="77533" cy="77533"/>
            </a:xfrm>
            <a:custGeom>
              <a:avLst/>
              <a:gdLst>
                <a:gd name="connsiteX0" fmla="*/ 77533 w 77533"/>
                <a:gd name="connsiteY0" fmla="*/ 38767 h 77533"/>
                <a:gd name="connsiteX1" fmla="*/ 38767 w 77533"/>
                <a:gd name="connsiteY1" fmla="*/ 77533 h 77533"/>
                <a:gd name="connsiteX2" fmla="*/ 0 w 77533"/>
                <a:gd name="connsiteY2" fmla="*/ 38767 h 77533"/>
                <a:gd name="connsiteX3" fmla="*/ 38767 w 77533"/>
                <a:gd name="connsiteY3" fmla="*/ 0 h 77533"/>
                <a:gd name="connsiteX4" fmla="*/ 77533 w 77533"/>
                <a:gd name="connsiteY4" fmla="*/ 38767 h 775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33" h="77533">
                  <a:moveTo>
                    <a:pt x="77533" y="38767"/>
                  </a:moveTo>
                  <a:cubicBezTo>
                    <a:pt x="77533" y="60177"/>
                    <a:pt x="60177" y="77533"/>
                    <a:pt x="38767" y="77533"/>
                  </a:cubicBezTo>
                  <a:cubicBezTo>
                    <a:pt x="17356" y="77533"/>
                    <a:pt x="0" y="60177"/>
                    <a:pt x="0" y="38767"/>
                  </a:cubicBezTo>
                  <a:cubicBezTo>
                    <a:pt x="0" y="17356"/>
                    <a:pt x="17356" y="0"/>
                    <a:pt x="38767" y="0"/>
                  </a:cubicBezTo>
                  <a:cubicBezTo>
                    <a:pt x="60177" y="0"/>
                    <a:pt x="77533" y="17356"/>
                    <a:pt x="77533" y="38767"/>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6" name="Freeform: Shape 57">
              <a:extLst>
                <a:ext uri="{FF2B5EF4-FFF2-40B4-BE49-F238E27FC236}">
                  <a16:creationId xmlns:a16="http://schemas.microsoft.com/office/drawing/2014/main" id="{05362412-A7F7-2D87-CA3D-61105CE64ABF}"/>
                </a:ext>
              </a:extLst>
            </p:cNvPr>
            <p:cNvSpPr/>
            <p:nvPr/>
          </p:nvSpPr>
          <p:spPr>
            <a:xfrm>
              <a:off x="11097756" y="4724372"/>
              <a:ext cx="99441" cy="99441"/>
            </a:xfrm>
            <a:custGeom>
              <a:avLst/>
              <a:gdLst>
                <a:gd name="connsiteX0" fmla="*/ 99441 w 99441"/>
                <a:gd name="connsiteY0" fmla="*/ 49721 h 99441"/>
                <a:gd name="connsiteX1" fmla="*/ 49721 w 99441"/>
                <a:gd name="connsiteY1" fmla="*/ 99441 h 99441"/>
                <a:gd name="connsiteX2" fmla="*/ 0 w 99441"/>
                <a:gd name="connsiteY2" fmla="*/ 49721 h 99441"/>
                <a:gd name="connsiteX3" fmla="*/ 49721 w 99441"/>
                <a:gd name="connsiteY3" fmla="*/ 0 h 99441"/>
                <a:gd name="connsiteX4" fmla="*/ 99441 w 99441"/>
                <a:gd name="connsiteY4" fmla="*/ 49721 h 99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41" h="99441">
                  <a:moveTo>
                    <a:pt x="99441" y="49721"/>
                  </a:moveTo>
                  <a:cubicBezTo>
                    <a:pt x="99441" y="77181"/>
                    <a:pt x="77180" y="99441"/>
                    <a:pt x="49721" y="99441"/>
                  </a:cubicBezTo>
                  <a:cubicBezTo>
                    <a:pt x="22261" y="99441"/>
                    <a:pt x="0" y="77181"/>
                    <a:pt x="0" y="49721"/>
                  </a:cubicBezTo>
                  <a:cubicBezTo>
                    <a:pt x="0" y="22261"/>
                    <a:pt x="22261" y="0"/>
                    <a:pt x="49721" y="0"/>
                  </a:cubicBezTo>
                  <a:cubicBezTo>
                    <a:pt x="77180" y="0"/>
                    <a:pt x="99441" y="22261"/>
                    <a:pt x="99441" y="49721"/>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27" name="Graphic 133">
            <a:extLst>
              <a:ext uri="{FF2B5EF4-FFF2-40B4-BE49-F238E27FC236}">
                <a16:creationId xmlns:a16="http://schemas.microsoft.com/office/drawing/2014/main" id="{D5E80D70-DE0D-324B-E8CE-5F7A795EECE3}"/>
              </a:ext>
            </a:extLst>
          </p:cNvPr>
          <p:cNvGrpSpPr/>
          <p:nvPr userDrawn="1"/>
        </p:nvGrpSpPr>
        <p:grpSpPr>
          <a:xfrm>
            <a:off x="8808110" y="3846256"/>
            <a:ext cx="1402365" cy="926306"/>
            <a:chOff x="9582043" y="2686498"/>
            <a:chExt cx="1402365" cy="926306"/>
          </a:xfrm>
          <a:noFill/>
        </p:grpSpPr>
        <p:sp>
          <p:nvSpPr>
            <p:cNvPr id="28" name="Freeform: Shape 59">
              <a:extLst>
                <a:ext uri="{FF2B5EF4-FFF2-40B4-BE49-F238E27FC236}">
                  <a16:creationId xmlns:a16="http://schemas.microsoft.com/office/drawing/2014/main" id="{EFF8B6D8-599A-8297-F3CE-020060B5C744}"/>
                </a:ext>
              </a:extLst>
            </p:cNvPr>
            <p:cNvSpPr/>
            <p:nvPr/>
          </p:nvSpPr>
          <p:spPr>
            <a:xfrm>
              <a:off x="10526637" y="2686498"/>
              <a:ext cx="457771" cy="457771"/>
            </a:xfrm>
            <a:custGeom>
              <a:avLst/>
              <a:gdLst>
                <a:gd name="connsiteX0" fmla="*/ 457772 w 457771"/>
                <a:gd name="connsiteY0" fmla="*/ 228886 h 457771"/>
                <a:gd name="connsiteX1" fmla="*/ 228886 w 457771"/>
                <a:gd name="connsiteY1" fmla="*/ 457771 h 457771"/>
                <a:gd name="connsiteX2" fmla="*/ 0 w 457771"/>
                <a:gd name="connsiteY2" fmla="*/ 228886 h 457771"/>
                <a:gd name="connsiteX3" fmla="*/ 228886 w 457771"/>
                <a:gd name="connsiteY3" fmla="*/ 0 h 457771"/>
                <a:gd name="connsiteX4" fmla="*/ 457772 w 457771"/>
                <a:gd name="connsiteY4" fmla="*/ 228886 h 4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771" h="457771">
                  <a:moveTo>
                    <a:pt x="457772" y="228886"/>
                  </a:moveTo>
                  <a:cubicBezTo>
                    <a:pt x="457772" y="355296"/>
                    <a:pt x="355296" y="457771"/>
                    <a:pt x="228886" y="457771"/>
                  </a:cubicBezTo>
                  <a:cubicBezTo>
                    <a:pt x="102476" y="457771"/>
                    <a:pt x="0" y="355296"/>
                    <a:pt x="0" y="228886"/>
                  </a:cubicBezTo>
                  <a:cubicBezTo>
                    <a:pt x="0" y="102476"/>
                    <a:pt x="102476" y="0"/>
                    <a:pt x="228886" y="0"/>
                  </a:cubicBezTo>
                  <a:cubicBezTo>
                    <a:pt x="355296" y="0"/>
                    <a:pt x="457772" y="102476"/>
                    <a:pt x="457772" y="228886"/>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9" name="Freeform: Shape 60">
              <a:extLst>
                <a:ext uri="{FF2B5EF4-FFF2-40B4-BE49-F238E27FC236}">
                  <a16:creationId xmlns:a16="http://schemas.microsoft.com/office/drawing/2014/main" id="{B57EC254-EF2B-6C04-85DA-6E74F97ED436}"/>
                </a:ext>
              </a:extLst>
            </p:cNvPr>
            <p:cNvSpPr/>
            <p:nvPr/>
          </p:nvSpPr>
          <p:spPr>
            <a:xfrm>
              <a:off x="9844552" y="2918146"/>
              <a:ext cx="779716" cy="9525"/>
            </a:xfrm>
            <a:custGeom>
              <a:avLst/>
              <a:gdLst>
                <a:gd name="connsiteX0" fmla="*/ 0 w 779716"/>
                <a:gd name="connsiteY0" fmla="*/ 0 h 9525"/>
                <a:gd name="connsiteX1" fmla="*/ 779717 w 779716"/>
                <a:gd name="connsiteY1" fmla="*/ 0 h 9525"/>
              </a:gdLst>
              <a:ahLst/>
              <a:cxnLst>
                <a:cxn ang="0">
                  <a:pos x="connsiteX0" y="connsiteY0"/>
                </a:cxn>
                <a:cxn ang="0">
                  <a:pos x="connsiteX1" y="connsiteY1"/>
                </a:cxn>
              </a:cxnLst>
              <a:rect l="l" t="t" r="r" b="b"/>
              <a:pathLst>
                <a:path w="779716" h="9525">
                  <a:moveTo>
                    <a:pt x="0" y="0"/>
                  </a:moveTo>
                  <a:lnTo>
                    <a:pt x="779717" y="0"/>
                  </a:lnTo>
                </a:path>
              </a:pathLst>
            </a:custGeom>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0" name="Freeform: Shape 61">
              <a:extLst>
                <a:ext uri="{FF2B5EF4-FFF2-40B4-BE49-F238E27FC236}">
                  <a16:creationId xmlns:a16="http://schemas.microsoft.com/office/drawing/2014/main" id="{1C63EA09-4CFB-8C63-DD66-F05467FDC002}"/>
                </a:ext>
              </a:extLst>
            </p:cNvPr>
            <p:cNvSpPr/>
            <p:nvPr/>
          </p:nvSpPr>
          <p:spPr>
            <a:xfrm>
              <a:off x="10624269" y="2786892"/>
              <a:ext cx="262508" cy="262508"/>
            </a:xfrm>
            <a:custGeom>
              <a:avLst/>
              <a:gdLst>
                <a:gd name="connsiteX0" fmla="*/ 262509 w 262508"/>
                <a:gd name="connsiteY0" fmla="*/ 131255 h 262508"/>
                <a:gd name="connsiteX1" fmla="*/ 131255 w 262508"/>
                <a:gd name="connsiteY1" fmla="*/ 262509 h 262508"/>
                <a:gd name="connsiteX2" fmla="*/ 0 w 262508"/>
                <a:gd name="connsiteY2" fmla="*/ 131255 h 262508"/>
                <a:gd name="connsiteX3" fmla="*/ 131255 w 262508"/>
                <a:gd name="connsiteY3" fmla="*/ 0 h 262508"/>
                <a:gd name="connsiteX4" fmla="*/ 262509 w 262508"/>
                <a:gd name="connsiteY4" fmla="*/ 131255 h 262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508" h="262508">
                  <a:moveTo>
                    <a:pt x="262509" y="131255"/>
                  </a:moveTo>
                  <a:cubicBezTo>
                    <a:pt x="262509" y="203744"/>
                    <a:pt x="203744" y="262509"/>
                    <a:pt x="131255" y="262509"/>
                  </a:cubicBezTo>
                  <a:cubicBezTo>
                    <a:pt x="58765" y="262509"/>
                    <a:pt x="0" y="203744"/>
                    <a:pt x="0" y="131255"/>
                  </a:cubicBezTo>
                  <a:cubicBezTo>
                    <a:pt x="0" y="58765"/>
                    <a:pt x="58765" y="0"/>
                    <a:pt x="131255" y="0"/>
                  </a:cubicBezTo>
                  <a:cubicBezTo>
                    <a:pt x="203744" y="0"/>
                    <a:pt x="262509" y="58765"/>
                    <a:pt x="262509" y="131255"/>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1" name="Freeform: Shape 62">
              <a:extLst>
                <a:ext uri="{FF2B5EF4-FFF2-40B4-BE49-F238E27FC236}">
                  <a16:creationId xmlns:a16="http://schemas.microsoft.com/office/drawing/2014/main" id="{010C34D6-5506-DCAC-F3DB-E29523F9E7E4}"/>
                </a:ext>
              </a:extLst>
            </p:cNvPr>
            <p:cNvSpPr/>
            <p:nvPr/>
          </p:nvSpPr>
          <p:spPr>
            <a:xfrm>
              <a:off x="9582043" y="2786892"/>
              <a:ext cx="262509" cy="262508"/>
            </a:xfrm>
            <a:custGeom>
              <a:avLst/>
              <a:gdLst>
                <a:gd name="connsiteX0" fmla="*/ 262509 w 262509"/>
                <a:gd name="connsiteY0" fmla="*/ 131255 h 262508"/>
                <a:gd name="connsiteX1" fmla="*/ 131254 w 262509"/>
                <a:gd name="connsiteY1" fmla="*/ 262509 h 262508"/>
                <a:gd name="connsiteX2" fmla="*/ 0 w 262509"/>
                <a:gd name="connsiteY2" fmla="*/ 131255 h 262508"/>
                <a:gd name="connsiteX3" fmla="*/ 131254 w 262509"/>
                <a:gd name="connsiteY3" fmla="*/ 0 h 262508"/>
                <a:gd name="connsiteX4" fmla="*/ 262509 w 262509"/>
                <a:gd name="connsiteY4" fmla="*/ 131255 h 262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509" h="262508">
                  <a:moveTo>
                    <a:pt x="262509" y="131255"/>
                  </a:moveTo>
                  <a:cubicBezTo>
                    <a:pt x="262509" y="203744"/>
                    <a:pt x="203744" y="262509"/>
                    <a:pt x="131254" y="262509"/>
                  </a:cubicBezTo>
                  <a:cubicBezTo>
                    <a:pt x="58765" y="262509"/>
                    <a:pt x="0" y="203744"/>
                    <a:pt x="0" y="131255"/>
                  </a:cubicBezTo>
                  <a:cubicBezTo>
                    <a:pt x="0" y="58765"/>
                    <a:pt x="58765" y="0"/>
                    <a:pt x="131254" y="0"/>
                  </a:cubicBezTo>
                  <a:cubicBezTo>
                    <a:pt x="203744" y="0"/>
                    <a:pt x="262509" y="58765"/>
                    <a:pt x="262509" y="131255"/>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2" name="Freeform: Shape 191">
              <a:extLst>
                <a:ext uri="{FF2B5EF4-FFF2-40B4-BE49-F238E27FC236}">
                  <a16:creationId xmlns:a16="http://schemas.microsoft.com/office/drawing/2014/main" id="{A3C867D4-6456-24F9-F2AD-C21C181587A3}"/>
                </a:ext>
              </a:extLst>
            </p:cNvPr>
            <p:cNvSpPr/>
            <p:nvPr/>
          </p:nvSpPr>
          <p:spPr>
            <a:xfrm>
              <a:off x="10755523" y="3144270"/>
              <a:ext cx="9525" cy="468534"/>
            </a:xfrm>
            <a:custGeom>
              <a:avLst/>
              <a:gdLst>
                <a:gd name="connsiteX0" fmla="*/ 0 w 9525"/>
                <a:gd name="connsiteY0" fmla="*/ 0 h 468534"/>
                <a:gd name="connsiteX1" fmla="*/ 0 w 9525"/>
                <a:gd name="connsiteY1" fmla="*/ 468535 h 468534"/>
              </a:gdLst>
              <a:ahLst/>
              <a:cxnLst>
                <a:cxn ang="0">
                  <a:pos x="connsiteX0" y="connsiteY0"/>
                </a:cxn>
                <a:cxn ang="0">
                  <a:pos x="connsiteX1" y="connsiteY1"/>
                </a:cxn>
              </a:cxnLst>
              <a:rect l="l" t="t" r="r" b="b"/>
              <a:pathLst>
                <a:path w="9525" h="468534">
                  <a:moveTo>
                    <a:pt x="0" y="0"/>
                  </a:moveTo>
                  <a:lnTo>
                    <a:pt x="0" y="468535"/>
                  </a:lnTo>
                </a:path>
              </a:pathLst>
            </a:custGeom>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33" name="Graphic 133">
            <a:extLst>
              <a:ext uri="{FF2B5EF4-FFF2-40B4-BE49-F238E27FC236}">
                <a16:creationId xmlns:a16="http://schemas.microsoft.com/office/drawing/2014/main" id="{57831333-3178-1639-3480-08CCE736CAE1}"/>
              </a:ext>
            </a:extLst>
          </p:cNvPr>
          <p:cNvGrpSpPr/>
          <p:nvPr userDrawn="1"/>
        </p:nvGrpSpPr>
        <p:grpSpPr>
          <a:xfrm rot="5400000">
            <a:off x="6771789" y="816810"/>
            <a:ext cx="993032" cy="1949867"/>
            <a:chOff x="7819347" y="302010"/>
            <a:chExt cx="1311783" cy="2575750"/>
          </a:xfrm>
          <a:noFill/>
        </p:grpSpPr>
        <p:sp>
          <p:nvSpPr>
            <p:cNvPr id="34" name="Freeform: Shape 13">
              <a:extLst>
                <a:ext uri="{FF2B5EF4-FFF2-40B4-BE49-F238E27FC236}">
                  <a16:creationId xmlns:a16="http://schemas.microsoft.com/office/drawing/2014/main" id="{E605CA0F-727B-01C1-1381-7AE8642E5766}"/>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5" name="Freeform: Shape 14">
              <a:extLst>
                <a:ext uri="{FF2B5EF4-FFF2-40B4-BE49-F238E27FC236}">
                  <a16:creationId xmlns:a16="http://schemas.microsoft.com/office/drawing/2014/main" id="{BAAD02CB-CC71-132C-7BB2-C79ADC974FAC}"/>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6" name="Freeform: Shape 15">
              <a:extLst>
                <a:ext uri="{FF2B5EF4-FFF2-40B4-BE49-F238E27FC236}">
                  <a16:creationId xmlns:a16="http://schemas.microsoft.com/office/drawing/2014/main" id="{27657B4B-656E-BF09-A201-59B8F6E2BE7C}"/>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7" name="Freeform: Shape 16">
              <a:extLst>
                <a:ext uri="{FF2B5EF4-FFF2-40B4-BE49-F238E27FC236}">
                  <a16:creationId xmlns:a16="http://schemas.microsoft.com/office/drawing/2014/main" id="{AD313456-B77A-E666-1556-D29D22A2363F}"/>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8" name="Freeform: Shape 17">
              <a:extLst>
                <a:ext uri="{FF2B5EF4-FFF2-40B4-BE49-F238E27FC236}">
                  <a16:creationId xmlns:a16="http://schemas.microsoft.com/office/drawing/2014/main" id="{C2C5B237-6986-5A5A-4C4A-766D9915D73D}"/>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39" name="Graphic 143">
            <a:extLst>
              <a:ext uri="{FF2B5EF4-FFF2-40B4-BE49-F238E27FC236}">
                <a16:creationId xmlns:a16="http://schemas.microsoft.com/office/drawing/2014/main" id="{5BCB9577-FCDE-83FA-0774-76FBC2390276}"/>
              </a:ext>
            </a:extLst>
          </p:cNvPr>
          <p:cNvSpPr/>
          <p:nvPr userDrawn="1"/>
        </p:nvSpPr>
        <p:spPr>
          <a:xfrm>
            <a:off x="4130978" y="4499933"/>
            <a:ext cx="2421204" cy="666750"/>
          </a:xfrm>
          <a:custGeom>
            <a:avLst/>
            <a:gdLst>
              <a:gd name="connsiteX0" fmla="*/ 482061 w 600651"/>
              <a:gd name="connsiteY0" fmla="*/ 38962 h 165407"/>
              <a:gd name="connsiteX1" fmla="*/ 398886 w 600651"/>
              <a:gd name="connsiteY1" fmla="*/ 75298 h 165407"/>
              <a:gd name="connsiteX2" fmla="*/ 268849 w 600651"/>
              <a:gd name="connsiteY2" fmla="*/ 0 h 165407"/>
              <a:gd name="connsiteX3" fmla="*/ 118927 w 600651"/>
              <a:gd name="connsiteY3" fmla="*/ 122878 h 165407"/>
              <a:gd name="connsiteX4" fmla="*/ 66185 w 600651"/>
              <a:gd name="connsiteY4" fmla="*/ 94823 h 165407"/>
              <a:gd name="connsiteX5" fmla="*/ 0 w 600651"/>
              <a:gd name="connsiteY5" fmla="*/ 165408 h 165407"/>
              <a:gd name="connsiteX6" fmla="*/ 600652 w 600651"/>
              <a:gd name="connsiteY6" fmla="*/ 165408 h 165407"/>
              <a:gd name="connsiteX7" fmla="*/ 482061 w 600651"/>
              <a:gd name="connsiteY7" fmla="*/ 38939 h 16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651" h="165407">
                <a:moveTo>
                  <a:pt x="482061" y="38962"/>
                </a:moveTo>
                <a:cubicBezTo>
                  <a:pt x="449653" y="38962"/>
                  <a:pt x="420297" y="52832"/>
                  <a:pt x="398886" y="75298"/>
                </a:cubicBezTo>
                <a:cubicBezTo>
                  <a:pt x="371236" y="29984"/>
                  <a:pt x="323341" y="0"/>
                  <a:pt x="268849" y="0"/>
                </a:cubicBezTo>
                <a:cubicBezTo>
                  <a:pt x="196963" y="0"/>
                  <a:pt x="136523" y="52136"/>
                  <a:pt x="118927" y="122878"/>
                </a:cubicBezTo>
                <a:cubicBezTo>
                  <a:pt x="106853" y="105865"/>
                  <a:pt x="87754" y="94823"/>
                  <a:pt x="66185" y="94823"/>
                </a:cubicBezTo>
                <a:cubicBezTo>
                  <a:pt x="29625" y="94823"/>
                  <a:pt x="0" y="126446"/>
                  <a:pt x="0" y="165408"/>
                </a:cubicBezTo>
                <a:lnTo>
                  <a:pt x="600652" y="165408"/>
                </a:lnTo>
                <a:cubicBezTo>
                  <a:pt x="600652" y="95564"/>
                  <a:pt x="547551" y="38939"/>
                  <a:pt x="482061" y="38939"/>
                </a:cubicBezTo>
                <a:close/>
              </a:path>
            </a:pathLst>
          </a:custGeom>
          <a:solidFill>
            <a:schemeClr val="accent3">
              <a:alpha val="13000"/>
            </a:schemeClr>
          </a:soli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40" name="Graphic 39">
            <a:extLst>
              <a:ext uri="{FF2B5EF4-FFF2-40B4-BE49-F238E27FC236}">
                <a16:creationId xmlns:a16="http://schemas.microsoft.com/office/drawing/2014/main" id="{3EDF18DC-E283-4A14-6874-DA3635B82B7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79191" y="2319345"/>
            <a:ext cx="3124591" cy="1207366"/>
          </a:xfrm>
          <a:prstGeom prst="rect">
            <a:avLst/>
          </a:prstGeom>
        </p:spPr>
      </p:pic>
      <p:grpSp>
        <p:nvGrpSpPr>
          <p:cNvPr id="41" name="Graphic 133">
            <a:extLst>
              <a:ext uri="{FF2B5EF4-FFF2-40B4-BE49-F238E27FC236}">
                <a16:creationId xmlns:a16="http://schemas.microsoft.com/office/drawing/2014/main" id="{49C6E3E8-DE97-079B-0620-5A9FBD7690E5}"/>
              </a:ext>
            </a:extLst>
          </p:cNvPr>
          <p:cNvGrpSpPr/>
          <p:nvPr userDrawn="1"/>
        </p:nvGrpSpPr>
        <p:grpSpPr>
          <a:xfrm rot="16200000" flipV="1">
            <a:off x="5423366" y="2833875"/>
            <a:ext cx="747561" cy="1467873"/>
            <a:chOff x="7819347" y="302010"/>
            <a:chExt cx="1311783" cy="2575750"/>
          </a:xfrm>
          <a:noFill/>
        </p:grpSpPr>
        <p:sp>
          <p:nvSpPr>
            <p:cNvPr id="42" name="Freeform: Shape 232">
              <a:extLst>
                <a:ext uri="{FF2B5EF4-FFF2-40B4-BE49-F238E27FC236}">
                  <a16:creationId xmlns:a16="http://schemas.microsoft.com/office/drawing/2014/main" id="{BC301553-8513-C09B-DD44-F27A6E4BE9DB}"/>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3" name="Freeform: Shape 233">
              <a:extLst>
                <a:ext uri="{FF2B5EF4-FFF2-40B4-BE49-F238E27FC236}">
                  <a16:creationId xmlns:a16="http://schemas.microsoft.com/office/drawing/2014/main" id="{A370375C-608D-2627-9D85-F6F5C9EE8AA4}"/>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4" name="Freeform: Shape 234">
              <a:extLst>
                <a:ext uri="{FF2B5EF4-FFF2-40B4-BE49-F238E27FC236}">
                  <a16:creationId xmlns:a16="http://schemas.microsoft.com/office/drawing/2014/main" id="{B13EC1B2-6B31-0889-33FA-F4F91F0BDD63}"/>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5" name="Freeform: Shape 235">
              <a:extLst>
                <a:ext uri="{FF2B5EF4-FFF2-40B4-BE49-F238E27FC236}">
                  <a16:creationId xmlns:a16="http://schemas.microsoft.com/office/drawing/2014/main" id="{4A924F82-25CF-1CA0-09E5-3981A64BB9BB}"/>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6" name="Freeform: Shape 236">
              <a:extLst>
                <a:ext uri="{FF2B5EF4-FFF2-40B4-BE49-F238E27FC236}">
                  <a16:creationId xmlns:a16="http://schemas.microsoft.com/office/drawing/2014/main" id="{DFB5331F-4943-07C6-E310-EC8942CD6972}"/>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47" name="Freeform: Shape 265">
            <a:extLst>
              <a:ext uri="{FF2B5EF4-FFF2-40B4-BE49-F238E27FC236}">
                <a16:creationId xmlns:a16="http://schemas.microsoft.com/office/drawing/2014/main" id="{7FD3BE2C-4460-A681-1A36-C4893BE7C608}"/>
              </a:ext>
            </a:extLst>
          </p:cNvPr>
          <p:cNvSpPr/>
          <p:nvPr userDrawn="1"/>
        </p:nvSpPr>
        <p:spPr>
          <a:xfrm>
            <a:off x="11119385" y="4173017"/>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8" name="Freeform: Shape 269">
            <a:extLst>
              <a:ext uri="{FF2B5EF4-FFF2-40B4-BE49-F238E27FC236}">
                <a16:creationId xmlns:a16="http://schemas.microsoft.com/office/drawing/2014/main" id="{63C9B041-CF4B-C9B7-45A3-CAAD6FF541CC}"/>
              </a:ext>
            </a:extLst>
          </p:cNvPr>
          <p:cNvSpPr/>
          <p:nvPr userDrawn="1"/>
        </p:nvSpPr>
        <p:spPr>
          <a:xfrm>
            <a:off x="6195382" y="430769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9" name="Freeform: Shape 285">
            <a:extLst>
              <a:ext uri="{FF2B5EF4-FFF2-40B4-BE49-F238E27FC236}">
                <a16:creationId xmlns:a16="http://schemas.microsoft.com/office/drawing/2014/main" id="{BCAD775B-D002-22D8-9A30-65715F4974E2}"/>
              </a:ext>
            </a:extLst>
          </p:cNvPr>
          <p:cNvSpPr/>
          <p:nvPr userDrawn="1"/>
        </p:nvSpPr>
        <p:spPr>
          <a:xfrm>
            <a:off x="8709950" y="5303803"/>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0" name="Freeform: Shape 286">
            <a:extLst>
              <a:ext uri="{FF2B5EF4-FFF2-40B4-BE49-F238E27FC236}">
                <a16:creationId xmlns:a16="http://schemas.microsoft.com/office/drawing/2014/main" id="{69BAEC5C-3581-1D6E-3D8D-5D651412E0CC}"/>
              </a:ext>
            </a:extLst>
          </p:cNvPr>
          <p:cNvSpPr/>
          <p:nvPr userDrawn="1"/>
        </p:nvSpPr>
        <p:spPr>
          <a:xfrm>
            <a:off x="9116688" y="50100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1" name="Oval 50">
            <a:extLst>
              <a:ext uri="{FF2B5EF4-FFF2-40B4-BE49-F238E27FC236}">
                <a16:creationId xmlns:a16="http://schemas.microsoft.com/office/drawing/2014/main" id="{9AAEF64A-351B-6ED3-7D6B-D41E9C2D5738}"/>
              </a:ext>
            </a:extLst>
          </p:cNvPr>
          <p:cNvSpPr/>
          <p:nvPr userDrawn="1"/>
        </p:nvSpPr>
        <p:spPr>
          <a:xfrm flipV="1">
            <a:off x="6354876" y="1852997"/>
            <a:ext cx="3152006" cy="3152006"/>
          </a:xfrm>
          <a:prstGeom prst="ellipse">
            <a:avLst/>
          </a:prstGeom>
          <a:solidFill>
            <a:schemeClr val="bg1"/>
          </a:solidFill>
          <a:ln w="508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52" name="Freeform: Shape 298">
            <a:extLst>
              <a:ext uri="{FF2B5EF4-FFF2-40B4-BE49-F238E27FC236}">
                <a16:creationId xmlns:a16="http://schemas.microsoft.com/office/drawing/2014/main" id="{DC1319E1-72A5-F059-9339-E2B002713FBC}"/>
              </a:ext>
            </a:extLst>
          </p:cNvPr>
          <p:cNvSpPr/>
          <p:nvPr userDrawn="1"/>
        </p:nvSpPr>
        <p:spPr>
          <a:xfrm>
            <a:off x="5406003" y="4429286"/>
            <a:ext cx="2921280" cy="1192670"/>
          </a:xfrm>
          <a:custGeom>
            <a:avLst/>
            <a:gdLst>
              <a:gd name="connsiteX0" fmla="*/ 2797989 w 3387980"/>
              <a:gd name="connsiteY0" fmla="*/ 793219 h 1383210"/>
              <a:gd name="connsiteX1" fmla="*/ 2614092 w 3387980"/>
              <a:gd name="connsiteY1" fmla="*/ 822614 h 1383210"/>
              <a:gd name="connsiteX2" fmla="*/ 1697357 w 3387980"/>
              <a:gd name="connsiteY2" fmla="*/ 0 h 1383210"/>
              <a:gd name="connsiteX3" fmla="*/ 798795 w 3387980"/>
              <a:gd name="connsiteY3" fmla="*/ 714810 h 1383210"/>
              <a:gd name="connsiteX4" fmla="*/ 668546 w 3387980"/>
              <a:gd name="connsiteY4" fmla="*/ 714665 h 1383210"/>
              <a:gd name="connsiteX5" fmla="*/ 0 w 3387980"/>
              <a:gd name="connsiteY5" fmla="*/ 1383211 h 1383210"/>
              <a:gd name="connsiteX6" fmla="*/ 3387981 w 3387980"/>
              <a:gd name="connsiteY6" fmla="*/ 1383211 h 1383210"/>
              <a:gd name="connsiteX7" fmla="*/ 2797989 w 3387980"/>
              <a:gd name="connsiteY7" fmla="*/ 793219 h 138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7980" h="1383210">
                <a:moveTo>
                  <a:pt x="2797989" y="793219"/>
                </a:moveTo>
                <a:cubicBezTo>
                  <a:pt x="2733770" y="793219"/>
                  <a:pt x="2671940" y="803573"/>
                  <a:pt x="2614092" y="822614"/>
                </a:cubicBezTo>
                <a:cubicBezTo>
                  <a:pt x="2564425" y="360192"/>
                  <a:pt x="2172956" y="0"/>
                  <a:pt x="1697357" y="0"/>
                </a:cubicBezTo>
                <a:cubicBezTo>
                  <a:pt x="1259406" y="0"/>
                  <a:pt x="892915" y="305385"/>
                  <a:pt x="798795" y="714810"/>
                </a:cubicBezTo>
                <a:lnTo>
                  <a:pt x="668546" y="714665"/>
                </a:lnTo>
                <a:cubicBezTo>
                  <a:pt x="299304" y="714737"/>
                  <a:pt x="0" y="1014041"/>
                  <a:pt x="0" y="1383211"/>
                </a:cubicBezTo>
                <a:lnTo>
                  <a:pt x="3387981" y="1383211"/>
                </a:lnTo>
                <a:cubicBezTo>
                  <a:pt x="3387981" y="1057336"/>
                  <a:pt x="3123864" y="793219"/>
                  <a:pt x="2797989" y="793219"/>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53" name="Graphic 133">
            <a:extLst>
              <a:ext uri="{FF2B5EF4-FFF2-40B4-BE49-F238E27FC236}">
                <a16:creationId xmlns:a16="http://schemas.microsoft.com/office/drawing/2014/main" id="{525A32AC-66C7-1A3E-B6F4-A653362CE9F0}"/>
              </a:ext>
            </a:extLst>
          </p:cNvPr>
          <p:cNvGrpSpPr/>
          <p:nvPr userDrawn="1"/>
        </p:nvGrpSpPr>
        <p:grpSpPr>
          <a:xfrm>
            <a:off x="10600833" y="1243459"/>
            <a:ext cx="845544" cy="920851"/>
            <a:chOff x="8799755" y="943899"/>
            <a:chExt cx="839533" cy="914304"/>
          </a:xfrm>
          <a:noFill/>
        </p:grpSpPr>
        <p:sp>
          <p:nvSpPr>
            <p:cNvPr id="54" name="Freeform: Shape 8">
              <a:extLst>
                <a:ext uri="{FF2B5EF4-FFF2-40B4-BE49-F238E27FC236}">
                  <a16:creationId xmlns:a16="http://schemas.microsoft.com/office/drawing/2014/main" id="{CA87B19F-A191-9D33-36CA-BF7B621C1DEF}"/>
                </a:ext>
              </a:extLst>
            </p:cNvPr>
            <p:cNvSpPr/>
            <p:nvPr/>
          </p:nvSpPr>
          <p:spPr>
            <a:xfrm>
              <a:off x="8799755" y="943899"/>
              <a:ext cx="839533" cy="914304"/>
            </a:xfrm>
            <a:custGeom>
              <a:avLst/>
              <a:gdLst>
                <a:gd name="connsiteX0" fmla="*/ 419767 w 839533"/>
                <a:gd name="connsiteY0" fmla="*/ 914305 h 914304"/>
                <a:gd name="connsiteX1" fmla="*/ 415576 w 839533"/>
                <a:gd name="connsiteY1" fmla="*/ 913638 h 914304"/>
                <a:gd name="connsiteX2" fmla="*/ 0 w 839533"/>
                <a:gd name="connsiteY2" fmla="*/ 345281 h 914304"/>
                <a:gd name="connsiteX3" fmla="*/ 0 w 839533"/>
                <a:gd name="connsiteY3" fmla="*/ 13906 h 914304"/>
                <a:gd name="connsiteX4" fmla="*/ 13906 w 839533"/>
                <a:gd name="connsiteY4" fmla="*/ 0 h 914304"/>
                <a:gd name="connsiteX5" fmla="*/ 825627 w 839533"/>
                <a:gd name="connsiteY5" fmla="*/ 0 h 914304"/>
                <a:gd name="connsiteX6" fmla="*/ 839534 w 839533"/>
                <a:gd name="connsiteY6" fmla="*/ 13906 h 914304"/>
                <a:gd name="connsiteX7" fmla="*/ 839534 w 839533"/>
                <a:gd name="connsiteY7" fmla="*/ 345281 h 914304"/>
                <a:gd name="connsiteX8" fmla="*/ 424053 w 839533"/>
                <a:gd name="connsiteY8" fmla="*/ 913638 h 914304"/>
                <a:gd name="connsiteX9" fmla="*/ 419862 w 839533"/>
                <a:gd name="connsiteY9" fmla="*/ 914305 h 91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9533" h="914304">
                  <a:moveTo>
                    <a:pt x="419767" y="914305"/>
                  </a:moveTo>
                  <a:cubicBezTo>
                    <a:pt x="418338" y="914305"/>
                    <a:pt x="416909" y="914114"/>
                    <a:pt x="415576" y="913638"/>
                  </a:cubicBezTo>
                  <a:cubicBezTo>
                    <a:pt x="167069" y="834676"/>
                    <a:pt x="0" y="606266"/>
                    <a:pt x="0" y="345281"/>
                  </a:cubicBezTo>
                  <a:lnTo>
                    <a:pt x="0" y="13906"/>
                  </a:lnTo>
                  <a:cubicBezTo>
                    <a:pt x="0" y="6191"/>
                    <a:pt x="6191" y="0"/>
                    <a:pt x="13906" y="0"/>
                  </a:cubicBezTo>
                  <a:lnTo>
                    <a:pt x="825627" y="0"/>
                  </a:lnTo>
                  <a:cubicBezTo>
                    <a:pt x="833342" y="0"/>
                    <a:pt x="839534" y="6191"/>
                    <a:pt x="839534" y="13906"/>
                  </a:cubicBezTo>
                  <a:lnTo>
                    <a:pt x="839534" y="345281"/>
                  </a:lnTo>
                  <a:cubicBezTo>
                    <a:pt x="839534" y="606266"/>
                    <a:pt x="672560" y="834676"/>
                    <a:pt x="424053" y="913638"/>
                  </a:cubicBezTo>
                  <a:cubicBezTo>
                    <a:pt x="422624" y="914114"/>
                    <a:pt x="421195" y="914305"/>
                    <a:pt x="419862" y="914305"/>
                  </a:cubicBezTo>
                  <a:close/>
                </a:path>
              </a:pathLst>
            </a:custGeom>
            <a:grp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5" name="Freeform: Shape 10">
              <a:extLst>
                <a:ext uri="{FF2B5EF4-FFF2-40B4-BE49-F238E27FC236}">
                  <a16:creationId xmlns:a16="http://schemas.microsoft.com/office/drawing/2014/main" id="{49C8AC2B-1835-04AE-1B3D-0DD84D351FE8}"/>
                </a:ext>
              </a:extLst>
            </p:cNvPr>
            <p:cNvSpPr/>
            <p:nvPr/>
          </p:nvSpPr>
          <p:spPr>
            <a:xfrm>
              <a:off x="9223713" y="943899"/>
              <a:ext cx="9525" cy="913638"/>
            </a:xfrm>
            <a:custGeom>
              <a:avLst/>
              <a:gdLst>
                <a:gd name="connsiteX0" fmla="*/ 0 w 9525"/>
                <a:gd name="connsiteY0" fmla="*/ 913638 h 913638"/>
                <a:gd name="connsiteX1" fmla="*/ 0 w 9525"/>
                <a:gd name="connsiteY1" fmla="*/ 0 h 913638"/>
              </a:gdLst>
              <a:ahLst/>
              <a:cxnLst>
                <a:cxn ang="0">
                  <a:pos x="connsiteX0" y="connsiteY0"/>
                </a:cxn>
                <a:cxn ang="0">
                  <a:pos x="connsiteX1" y="connsiteY1"/>
                </a:cxn>
              </a:cxnLst>
              <a:rect l="l" t="t" r="r" b="b"/>
              <a:pathLst>
                <a:path w="9525" h="913638">
                  <a:moveTo>
                    <a:pt x="0" y="913638"/>
                  </a:moveTo>
                  <a:lnTo>
                    <a:pt x="0" y="0"/>
                  </a:lnTo>
                </a:path>
              </a:pathLst>
            </a:custGeom>
            <a:grp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pic>
        <p:nvPicPr>
          <p:cNvPr id="56" name="Graphic 55">
            <a:extLst>
              <a:ext uri="{FF2B5EF4-FFF2-40B4-BE49-F238E27FC236}">
                <a16:creationId xmlns:a16="http://schemas.microsoft.com/office/drawing/2014/main" id="{455F01A6-2368-18EF-F1D1-FB6AAC4625B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977580" y="2602869"/>
            <a:ext cx="1909740" cy="1807074"/>
          </a:xfrm>
          <a:prstGeom prst="rect">
            <a:avLst/>
          </a:prstGeom>
        </p:spPr>
      </p:pic>
      <p:grpSp>
        <p:nvGrpSpPr>
          <p:cNvPr id="57" name="Group 56">
            <a:extLst>
              <a:ext uri="{FF2B5EF4-FFF2-40B4-BE49-F238E27FC236}">
                <a16:creationId xmlns:a16="http://schemas.microsoft.com/office/drawing/2014/main" id="{9D288DED-E377-3089-999C-C9DDE7B3010A}"/>
              </a:ext>
            </a:extLst>
          </p:cNvPr>
          <p:cNvGrpSpPr/>
          <p:nvPr userDrawn="1"/>
        </p:nvGrpSpPr>
        <p:grpSpPr>
          <a:xfrm>
            <a:off x="6977580" y="2603279"/>
            <a:ext cx="1909149" cy="1800980"/>
            <a:chOff x="6977580" y="2603279"/>
            <a:chExt cx="1909149" cy="1800980"/>
          </a:xfrm>
          <a:solidFill>
            <a:schemeClr val="accent3"/>
          </a:solidFill>
        </p:grpSpPr>
        <p:grpSp>
          <p:nvGrpSpPr>
            <p:cNvPr id="58" name="Graphic 192">
              <a:extLst>
                <a:ext uri="{FF2B5EF4-FFF2-40B4-BE49-F238E27FC236}">
                  <a16:creationId xmlns:a16="http://schemas.microsoft.com/office/drawing/2014/main" id="{89A7A90D-5E81-21E2-FB18-15A7C051B7A3}"/>
                </a:ext>
              </a:extLst>
            </p:cNvPr>
            <p:cNvGrpSpPr/>
            <p:nvPr/>
          </p:nvGrpSpPr>
          <p:grpSpPr>
            <a:xfrm>
              <a:off x="6977580" y="2603279"/>
              <a:ext cx="1909149" cy="1800980"/>
              <a:chOff x="6977580" y="2603279"/>
              <a:chExt cx="1909149" cy="1800980"/>
            </a:xfrm>
            <a:grpFill/>
          </p:grpSpPr>
          <p:sp>
            <p:nvSpPr>
              <p:cNvPr id="60" name="Freeform: Shape 195">
                <a:extLst>
                  <a:ext uri="{FF2B5EF4-FFF2-40B4-BE49-F238E27FC236}">
                    <a16:creationId xmlns:a16="http://schemas.microsoft.com/office/drawing/2014/main" id="{08E303E3-C6A2-743B-3C30-F001CB519182}"/>
                  </a:ext>
                </a:extLst>
              </p:cNvPr>
              <p:cNvSpPr/>
              <p:nvPr/>
            </p:nvSpPr>
            <p:spPr>
              <a:xfrm>
                <a:off x="7274719" y="3887713"/>
                <a:ext cx="205964" cy="204983"/>
              </a:xfrm>
              <a:custGeom>
                <a:avLst/>
                <a:gdLst>
                  <a:gd name="connsiteX0" fmla="*/ 102661 w 205964"/>
                  <a:gd name="connsiteY0" fmla="*/ 9 h 204983"/>
                  <a:gd name="connsiteX1" fmla="*/ -13 w 205964"/>
                  <a:gd name="connsiteY1" fmla="*/ 102684 h 204983"/>
                  <a:gd name="connsiteX2" fmla="*/ 30173 w 205964"/>
                  <a:gd name="connsiteY2" fmla="*/ 175788 h 204983"/>
                  <a:gd name="connsiteX3" fmla="*/ 103277 w 205964"/>
                  <a:gd name="connsiteY3" fmla="*/ 204948 h 204983"/>
                  <a:gd name="connsiteX4" fmla="*/ 205951 w 205964"/>
                  <a:gd name="connsiteY4" fmla="*/ 102273 h 204983"/>
                  <a:gd name="connsiteX5" fmla="*/ 175765 w 205964"/>
                  <a:gd name="connsiteY5" fmla="*/ 30401 h 204983"/>
                  <a:gd name="connsiteX6" fmla="*/ 102661 w 205964"/>
                  <a:gd name="connsiteY6" fmla="*/ 9 h 204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5964" h="204983">
                    <a:moveTo>
                      <a:pt x="102661" y="9"/>
                    </a:moveTo>
                    <a:cubicBezTo>
                      <a:pt x="45956" y="9"/>
                      <a:pt x="-13" y="45979"/>
                      <a:pt x="-13" y="102684"/>
                    </a:cubicBezTo>
                    <a:cubicBezTo>
                      <a:pt x="106" y="130061"/>
                      <a:pt x="10942" y="156303"/>
                      <a:pt x="30173" y="175788"/>
                    </a:cubicBezTo>
                    <a:cubicBezTo>
                      <a:pt x="49611" y="194970"/>
                      <a:pt x="75974" y="205486"/>
                      <a:pt x="103277" y="204948"/>
                    </a:cubicBezTo>
                    <a:cubicBezTo>
                      <a:pt x="159982" y="204948"/>
                      <a:pt x="205951" y="158978"/>
                      <a:pt x="205951" y="102273"/>
                    </a:cubicBezTo>
                    <a:cubicBezTo>
                      <a:pt x="205885" y="75247"/>
                      <a:pt x="195016" y="49369"/>
                      <a:pt x="175765" y="30401"/>
                    </a:cubicBezTo>
                    <a:cubicBezTo>
                      <a:pt x="156774" y="10414"/>
                      <a:pt x="130225" y="-623"/>
                      <a:pt x="102661" y="9"/>
                    </a:cubicBezTo>
                    <a:close/>
                  </a:path>
                </a:pathLst>
              </a:custGeom>
              <a:grpFill/>
              <a:ln w="20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61" name="Freeform: Shape 196">
                <a:extLst>
                  <a:ext uri="{FF2B5EF4-FFF2-40B4-BE49-F238E27FC236}">
                    <a16:creationId xmlns:a16="http://schemas.microsoft.com/office/drawing/2014/main" id="{A4BACF78-5AAC-D237-9C31-3179080EEB6B}"/>
                  </a:ext>
                </a:extLst>
              </p:cNvPr>
              <p:cNvSpPr/>
              <p:nvPr/>
            </p:nvSpPr>
            <p:spPr>
              <a:xfrm>
                <a:off x="8457936" y="3887729"/>
                <a:ext cx="206785" cy="205379"/>
              </a:xfrm>
              <a:custGeom>
                <a:avLst/>
                <a:gdLst>
                  <a:gd name="connsiteX0" fmla="*/ 104098 w 206785"/>
                  <a:gd name="connsiteY0" fmla="*/ -6 h 205379"/>
                  <a:gd name="connsiteX1" fmla="*/ -3 w 206785"/>
                  <a:gd name="connsiteY1" fmla="*/ 101221 h 205379"/>
                  <a:gd name="connsiteX2" fmla="*/ 30994 w 206785"/>
                  <a:gd name="connsiteY2" fmla="*/ 176184 h 205379"/>
                  <a:gd name="connsiteX3" fmla="*/ 104098 w 206785"/>
                  <a:gd name="connsiteY3" fmla="*/ 205343 h 205379"/>
                  <a:gd name="connsiteX4" fmla="*/ 206772 w 206785"/>
                  <a:gd name="connsiteY4" fmla="*/ 102668 h 205379"/>
                  <a:gd name="connsiteX5" fmla="*/ 176586 w 206785"/>
                  <a:gd name="connsiteY5" fmla="*/ 30796 h 205379"/>
                  <a:gd name="connsiteX6" fmla="*/ 104098 w 206785"/>
                  <a:gd name="connsiteY6" fmla="*/ -6 h 205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785" h="205379">
                    <a:moveTo>
                      <a:pt x="104098" y="-6"/>
                    </a:moveTo>
                    <a:cubicBezTo>
                      <a:pt x="47397" y="-801"/>
                      <a:pt x="789" y="44522"/>
                      <a:pt x="-3" y="101221"/>
                    </a:cubicBezTo>
                    <a:cubicBezTo>
                      <a:pt x="-398" y="129405"/>
                      <a:pt x="10810" y="156509"/>
                      <a:pt x="30994" y="176184"/>
                    </a:cubicBezTo>
                    <a:cubicBezTo>
                      <a:pt x="50432" y="195365"/>
                      <a:pt x="76795" y="205881"/>
                      <a:pt x="104098" y="205343"/>
                    </a:cubicBezTo>
                    <a:cubicBezTo>
                      <a:pt x="160803" y="205343"/>
                      <a:pt x="206772" y="159374"/>
                      <a:pt x="206772" y="102668"/>
                    </a:cubicBezTo>
                    <a:cubicBezTo>
                      <a:pt x="206706" y="75642"/>
                      <a:pt x="195837" y="49764"/>
                      <a:pt x="176586" y="30796"/>
                    </a:cubicBezTo>
                    <a:cubicBezTo>
                      <a:pt x="157782" y="10859"/>
                      <a:pt x="131502" y="-308"/>
                      <a:pt x="104098" y="-6"/>
                    </a:cubicBezTo>
                    <a:close/>
                  </a:path>
                </a:pathLst>
              </a:custGeom>
              <a:grpFill/>
              <a:ln w="20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62" name="Freeform: Shape 197">
                <a:extLst>
                  <a:ext uri="{FF2B5EF4-FFF2-40B4-BE49-F238E27FC236}">
                    <a16:creationId xmlns:a16="http://schemas.microsoft.com/office/drawing/2014/main" id="{B24A519E-22E1-7BDD-A72D-66B26101DDDF}"/>
                  </a:ext>
                </a:extLst>
              </p:cNvPr>
              <p:cNvSpPr/>
              <p:nvPr/>
            </p:nvSpPr>
            <p:spPr>
              <a:xfrm>
                <a:off x="7835320" y="4199656"/>
                <a:ext cx="204189" cy="204603"/>
              </a:xfrm>
              <a:custGeom>
                <a:avLst/>
                <a:gdLst>
                  <a:gd name="connsiteX0" fmla="*/ 102661 w 204189"/>
                  <a:gd name="connsiteY0" fmla="*/ -8 h 204603"/>
                  <a:gd name="connsiteX1" fmla="*/ -13 w 204189"/>
                  <a:gd name="connsiteY1" fmla="*/ 102667 h 204603"/>
                  <a:gd name="connsiteX2" fmla="*/ 30173 w 204189"/>
                  <a:gd name="connsiteY2" fmla="*/ 175771 h 204603"/>
                  <a:gd name="connsiteX3" fmla="*/ 175354 w 204189"/>
                  <a:gd name="connsiteY3" fmla="*/ 173245 h 204603"/>
                  <a:gd name="connsiteX4" fmla="*/ 175354 w 204189"/>
                  <a:gd name="connsiteY4" fmla="*/ 30589 h 204603"/>
                  <a:gd name="connsiteX5" fmla="*/ 102661 w 204189"/>
                  <a:gd name="connsiteY5" fmla="*/ -8 h 204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189" h="204603">
                    <a:moveTo>
                      <a:pt x="102661" y="-8"/>
                    </a:moveTo>
                    <a:cubicBezTo>
                      <a:pt x="45956" y="-8"/>
                      <a:pt x="-13" y="45962"/>
                      <a:pt x="-13" y="102667"/>
                    </a:cubicBezTo>
                    <a:cubicBezTo>
                      <a:pt x="171" y="130040"/>
                      <a:pt x="10997" y="156242"/>
                      <a:pt x="30173" y="175771"/>
                    </a:cubicBezTo>
                    <a:cubicBezTo>
                      <a:pt x="70961" y="215157"/>
                      <a:pt x="135960" y="214028"/>
                      <a:pt x="175354" y="173245"/>
                    </a:cubicBezTo>
                    <a:cubicBezTo>
                      <a:pt x="213783" y="133469"/>
                      <a:pt x="213783" y="70378"/>
                      <a:pt x="175354" y="30589"/>
                    </a:cubicBezTo>
                    <a:cubicBezTo>
                      <a:pt x="156437" y="10718"/>
                      <a:pt x="130093" y="-371"/>
                      <a:pt x="102661" y="-8"/>
                    </a:cubicBezTo>
                    <a:close/>
                  </a:path>
                </a:pathLst>
              </a:custGeom>
              <a:grpFill/>
              <a:ln w="20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63" name="Freeform: Shape 198">
                <a:extLst>
                  <a:ext uri="{FF2B5EF4-FFF2-40B4-BE49-F238E27FC236}">
                    <a16:creationId xmlns:a16="http://schemas.microsoft.com/office/drawing/2014/main" id="{45068C02-FA62-4D93-6E01-0EC319B28376}"/>
                  </a:ext>
                </a:extLst>
              </p:cNvPr>
              <p:cNvSpPr/>
              <p:nvPr/>
            </p:nvSpPr>
            <p:spPr>
              <a:xfrm>
                <a:off x="7719093" y="3403731"/>
                <a:ext cx="205378" cy="205349"/>
              </a:xfrm>
              <a:custGeom>
                <a:avLst/>
                <a:gdLst>
                  <a:gd name="connsiteX0" fmla="*/ 103277 w 205378"/>
                  <a:gd name="connsiteY0" fmla="*/ 204717 h 205349"/>
                  <a:gd name="connsiteX1" fmla="*/ 197121 w 205378"/>
                  <a:gd name="connsiteY1" fmla="*/ 142085 h 205349"/>
                  <a:gd name="connsiteX2" fmla="*/ 205335 w 205378"/>
                  <a:gd name="connsiteY2" fmla="*/ 102658 h 205349"/>
                  <a:gd name="connsiteX3" fmla="*/ 102661 w 205378"/>
                  <a:gd name="connsiteY3" fmla="*/ -17 h 205349"/>
                  <a:gd name="connsiteX4" fmla="*/ -13 w 205378"/>
                  <a:gd name="connsiteY4" fmla="*/ 102658 h 205349"/>
                  <a:gd name="connsiteX5" fmla="*/ 102661 w 205378"/>
                  <a:gd name="connsiteY5" fmla="*/ 205333 h 205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378" h="205349">
                    <a:moveTo>
                      <a:pt x="103277" y="204717"/>
                    </a:moveTo>
                    <a:cubicBezTo>
                      <a:pt x="144254" y="204437"/>
                      <a:pt x="181141" y="179818"/>
                      <a:pt x="197121" y="142085"/>
                    </a:cubicBezTo>
                    <a:cubicBezTo>
                      <a:pt x="202881" y="129758"/>
                      <a:pt x="205692" y="116260"/>
                      <a:pt x="205335" y="102658"/>
                    </a:cubicBezTo>
                    <a:cubicBezTo>
                      <a:pt x="205335" y="45953"/>
                      <a:pt x="159366" y="-17"/>
                      <a:pt x="102661" y="-17"/>
                    </a:cubicBezTo>
                    <a:cubicBezTo>
                      <a:pt x="45956" y="-17"/>
                      <a:pt x="-13" y="45953"/>
                      <a:pt x="-13" y="102658"/>
                    </a:cubicBezTo>
                    <a:cubicBezTo>
                      <a:pt x="-13" y="159363"/>
                      <a:pt x="45956" y="205333"/>
                      <a:pt x="102661" y="205333"/>
                    </a:cubicBezTo>
                    <a:close/>
                  </a:path>
                </a:pathLst>
              </a:custGeom>
              <a:grpFill/>
              <a:ln w="20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9" name="Freeform: Shape 199">
                <a:extLst>
                  <a:ext uri="{FF2B5EF4-FFF2-40B4-BE49-F238E27FC236}">
                    <a16:creationId xmlns:a16="http://schemas.microsoft.com/office/drawing/2014/main" id="{26C42C4A-3F6A-24F9-F192-A92BF73869CD}"/>
                  </a:ext>
                </a:extLst>
              </p:cNvPr>
              <p:cNvSpPr/>
              <p:nvPr/>
            </p:nvSpPr>
            <p:spPr>
              <a:xfrm>
                <a:off x="7014337" y="3403115"/>
                <a:ext cx="205374" cy="205023"/>
              </a:xfrm>
              <a:custGeom>
                <a:avLst/>
                <a:gdLst>
                  <a:gd name="connsiteX0" fmla="*/ 102661 w 205374"/>
                  <a:gd name="connsiteY0" fmla="*/ -17 h 205023"/>
                  <a:gd name="connsiteX1" fmla="*/ -13 w 205374"/>
                  <a:gd name="connsiteY1" fmla="*/ 102658 h 205023"/>
                  <a:gd name="connsiteX2" fmla="*/ 102987 w 205374"/>
                  <a:gd name="connsiteY2" fmla="*/ 205006 h 205023"/>
                  <a:gd name="connsiteX3" fmla="*/ 197326 w 205374"/>
                  <a:gd name="connsiteY3" fmla="*/ 142085 h 205023"/>
                  <a:gd name="connsiteX4" fmla="*/ 205335 w 205374"/>
                  <a:gd name="connsiteY4" fmla="*/ 102658 h 205023"/>
                  <a:gd name="connsiteX5" fmla="*/ 102661 w 205374"/>
                  <a:gd name="connsiteY5" fmla="*/ -17 h 20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374" h="205023">
                    <a:moveTo>
                      <a:pt x="102661" y="-17"/>
                    </a:moveTo>
                    <a:cubicBezTo>
                      <a:pt x="45956" y="-17"/>
                      <a:pt x="-13" y="45953"/>
                      <a:pt x="-13" y="102658"/>
                    </a:cubicBezTo>
                    <a:cubicBezTo>
                      <a:pt x="167" y="159363"/>
                      <a:pt x="46282" y="205187"/>
                      <a:pt x="102987" y="205006"/>
                    </a:cubicBezTo>
                    <a:cubicBezTo>
                      <a:pt x="144213" y="204875"/>
                      <a:pt x="181365" y="180097"/>
                      <a:pt x="197326" y="142085"/>
                    </a:cubicBezTo>
                    <a:cubicBezTo>
                      <a:pt x="202924" y="129711"/>
                      <a:pt x="205661" y="116236"/>
                      <a:pt x="205335" y="102658"/>
                    </a:cubicBezTo>
                    <a:cubicBezTo>
                      <a:pt x="205335" y="45953"/>
                      <a:pt x="159366" y="-17"/>
                      <a:pt x="102661" y="-17"/>
                    </a:cubicBezTo>
                    <a:close/>
                  </a:path>
                </a:pathLst>
              </a:custGeom>
              <a:grpFill/>
              <a:ln w="20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0" name="Freeform: Shape 200">
                <a:extLst>
                  <a:ext uri="{FF2B5EF4-FFF2-40B4-BE49-F238E27FC236}">
                    <a16:creationId xmlns:a16="http://schemas.microsoft.com/office/drawing/2014/main" id="{991B976A-8E5A-8202-B0C5-65F1EE436BBC}"/>
                  </a:ext>
                </a:extLst>
              </p:cNvPr>
              <p:cNvSpPr/>
              <p:nvPr/>
            </p:nvSpPr>
            <p:spPr>
              <a:xfrm>
                <a:off x="6977580" y="3069011"/>
                <a:ext cx="205386" cy="205350"/>
              </a:xfrm>
              <a:custGeom>
                <a:avLst/>
                <a:gdLst>
                  <a:gd name="connsiteX0" fmla="*/ 197121 w 205386"/>
                  <a:gd name="connsiteY0" fmla="*/ 142085 h 205350"/>
                  <a:gd name="connsiteX1" fmla="*/ 205335 w 205386"/>
                  <a:gd name="connsiteY1" fmla="*/ 102658 h 205350"/>
                  <a:gd name="connsiteX2" fmla="*/ 102661 w 205386"/>
                  <a:gd name="connsiteY2" fmla="*/ -17 h 205350"/>
                  <a:gd name="connsiteX3" fmla="*/ -13 w 205386"/>
                  <a:gd name="connsiteY3" fmla="*/ 102658 h 205350"/>
                  <a:gd name="connsiteX4" fmla="*/ 102661 w 205386"/>
                  <a:gd name="connsiteY4" fmla="*/ 205333 h 205350"/>
                  <a:gd name="connsiteX5" fmla="*/ 197121 w 205386"/>
                  <a:gd name="connsiteY5" fmla="*/ 142085 h 20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386" h="205350">
                    <a:moveTo>
                      <a:pt x="197121" y="142085"/>
                    </a:moveTo>
                    <a:cubicBezTo>
                      <a:pt x="202924" y="129772"/>
                      <a:pt x="205739" y="116265"/>
                      <a:pt x="205335" y="102658"/>
                    </a:cubicBezTo>
                    <a:cubicBezTo>
                      <a:pt x="205335" y="45953"/>
                      <a:pt x="159366" y="-17"/>
                      <a:pt x="102661" y="-17"/>
                    </a:cubicBezTo>
                    <a:cubicBezTo>
                      <a:pt x="45956" y="-17"/>
                      <a:pt x="-13" y="45953"/>
                      <a:pt x="-13" y="102658"/>
                    </a:cubicBezTo>
                    <a:cubicBezTo>
                      <a:pt x="-13" y="159363"/>
                      <a:pt x="45956" y="205333"/>
                      <a:pt x="102661" y="205333"/>
                    </a:cubicBezTo>
                    <a:cubicBezTo>
                      <a:pt x="144112" y="205530"/>
                      <a:pt x="181514" y="180488"/>
                      <a:pt x="197121" y="142085"/>
                    </a:cubicBezTo>
                    <a:close/>
                  </a:path>
                </a:pathLst>
              </a:custGeom>
              <a:grpFill/>
              <a:ln w="20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1" name="Freeform: Shape 201">
                <a:extLst>
                  <a:ext uri="{FF2B5EF4-FFF2-40B4-BE49-F238E27FC236}">
                    <a16:creationId xmlns:a16="http://schemas.microsoft.com/office/drawing/2014/main" id="{BC3E4621-B73F-19CF-D58C-CE329715314B}"/>
                  </a:ext>
                </a:extLst>
              </p:cNvPr>
              <p:cNvSpPr/>
              <p:nvPr/>
            </p:nvSpPr>
            <p:spPr>
              <a:xfrm>
                <a:off x="7389098" y="2603279"/>
                <a:ext cx="205370" cy="205349"/>
              </a:xfrm>
              <a:custGeom>
                <a:avLst/>
                <a:gdLst>
                  <a:gd name="connsiteX0" fmla="*/ 103071 w 205370"/>
                  <a:gd name="connsiteY0" fmla="*/ 204922 h 205349"/>
                  <a:gd name="connsiteX1" fmla="*/ 197121 w 205370"/>
                  <a:gd name="connsiteY1" fmla="*/ 142085 h 205349"/>
                  <a:gd name="connsiteX2" fmla="*/ 205335 w 205370"/>
                  <a:gd name="connsiteY2" fmla="*/ 102658 h 205349"/>
                  <a:gd name="connsiteX3" fmla="*/ 102661 w 205370"/>
                  <a:gd name="connsiteY3" fmla="*/ -17 h 205349"/>
                  <a:gd name="connsiteX4" fmla="*/ -13 w 205370"/>
                  <a:gd name="connsiteY4" fmla="*/ 102658 h 205349"/>
                  <a:gd name="connsiteX5" fmla="*/ 102661 w 205370"/>
                  <a:gd name="connsiteY5" fmla="*/ 205333 h 205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370" h="205349">
                    <a:moveTo>
                      <a:pt x="103071" y="204922"/>
                    </a:moveTo>
                    <a:cubicBezTo>
                      <a:pt x="144172" y="204690"/>
                      <a:pt x="181174" y="179968"/>
                      <a:pt x="197121" y="142085"/>
                    </a:cubicBezTo>
                    <a:cubicBezTo>
                      <a:pt x="202824" y="129740"/>
                      <a:pt x="205635" y="116254"/>
                      <a:pt x="205335" y="102658"/>
                    </a:cubicBezTo>
                    <a:cubicBezTo>
                      <a:pt x="205335" y="45953"/>
                      <a:pt x="159366" y="-17"/>
                      <a:pt x="102661" y="-17"/>
                    </a:cubicBezTo>
                    <a:cubicBezTo>
                      <a:pt x="45956" y="-17"/>
                      <a:pt x="-13" y="45953"/>
                      <a:pt x="-13" y="102658"/>
                    </a:cubicBezTo>
                    <a:cubicBezTo>
                      <a:pt x="-13" y="159363"/>
                      <a:pt x="45956" y="205333"/>
                      <a:pt x="102661" y="205333"/>
                    </a:cubicBezTo>
                    <a:close/>
                  </a:path>
                </a:pathLst>
              </a:custGeom>
              <a:grpFill/>
              <a:ln w="20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2" name="Freeform: Shape 202">
                <a:extLst>
                  <a:ext uri="{FF2B5EF4-FFF2-40B4-BE49-F238E27FC236}">
                    <a16:creationId xmlns:a16="http://schemas.microsoft.com/office/drawing/2014/main" id="{C286B3C7-CA25-4ED3-4152-F464BF405385}"/>
                  </a:ext>
                </a:extLst>
              </p:cNvPr>
              <p:cNvSpPr/>
              <p:nvPr/>
            </p:nvSpPr>
            <p:spPr>
              <a:xfrm>
                <a:off x="8338423" y="2603279"/>
                <a:ext cx="205381" cy="205349"/>
              </a:xfrm>
              <a:custGeom>
                <a:avLst/>
                <a:gdLst>
                  <a:gd name="connsiteX0" fmla="*/ 103277 w 205381"/>
                  <a:gd name="connsiteY0" fmla="*/ 204922 h 205349"/>
                  <a:gd name="connsiteX1" fmla="*/ 197326 w 205381"/>
                  <a:gd name="connsiteY1" fmla="*/ 142085 h 205349"/>
                  <a:gd name="connsiteX2" fmla="*/ 205335 w 205381"/>
                  <a:gd name="connsiteY2" fmla="*/ 102658 h 205349"/>
                  <a:gd name="connsiteX3" fmla="*/ 102661 w 205381"/>
                  <a:gd name="connsiteY3" fmla="*/ -17 h 205349"/>
                  <a:gd name="connsiteX4" fmla="*/ -13 w 205381"/>
                  <a:gd name="connsiteY4" fmla="*/ 102658 h 205349"/>
                  <a:gd name="connsiteX5" fmla="*/ 102661 w 205381"/>
                  <a:gd name="connsiteY5" fmla="*/ 205333 h 205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381" h="205349">
                    <a:moveTo>
                      <a:pt x="103277" y="204922"/>
                    </a:moveTo>
                    <a:cubicBezTo>
                      <a:pt x="144377" y="204690"/>
                      <a:pt x="181379" y="179968"/>
                      <a:pt x="197326" y="142085"/>
                    </a:cubicBezTo>
                    <a:cubicBezTo>
                      <a:pt x="202965" y="129725"/>
                      <a:pt x="205705" y="116240"/>
                      <a:pt x="205335" y="102658"/>
                    </a:cubicBezTo>
                    <a:cubicBezTo>
                      <a:pt x="205335" y="45953"/>
                      <a:pt x="159366" y="-17"/>
                      <a:pt x="102661" y="-17"/>
                    </a:cubicBezTo>
                    <a:cubicBezTo>
                      <a:pt x="45956" y="-17"/>
                      <a:pt x="-13" y="45953"/>
                      <a:pt x="-13" y="102658"/>
                    </a:cubicBezTo>
                    <a:cubicBezTo>
                      <a:pt x="-13" y="159363"/>
                      <a:pt x="45956" y="205333"/>
                      <a:pt x="102661" y="205333"/>
                    </a:cubicBezTo>
                    <a:close/>
                  </a:path>
                </a:pathLst>
              </a:custGeom>
              <a:grpFill/>
              <a:ln w="20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3" name="Freeform: Shape 203">
                <a:extLst>
                  <a:ext uri="{FF2B5EF4-FFF2-40B4-BE49-F238E27FC236}">
                    <a16:creationId xmlns:a16="http://schemas.microsoft.com/office/drawing/2014/main" id="{D63AA01C-D41C-49D2-10E3-D7BE38F7BCB5}"/>
                  </a:ext>
                </a:extLst>
              </p:cNvPr>
              <p:cNvSpPr/>
              <p:nvPr/>
            </p:nvSpPr>
            <p:spPr>
              <a:xfrm>
                <a:off x="8681355" y="3402498"/>
                <a:ext cx="205374" cy="205023"/>
              </a:xfrm>
              <a:custGeom>
                <a:avLst/>
                <a:gdLst>
                  <a:gd name="connsiteX0" fmla="*/ 175765 w 205374"/>
                  <a:gd name="connsiteY0" fmla="*/ 31197 h 205023"/>
                  <a:gd name="connsiteX1" fmla="*/ 102661 w 205374"/>
                  <a:gd name="connsiteY1" fmla="*/ -16 h 205023"/>
                  <a:gd name="connsiteX2" fmla="*/ -13 w 205374"/>
                  <a:gd name="connsiteY2" fmla="*/ 102658 h 205023"/>
                  <a:gd name="connsiteX3" fmla="*/ 102989 w 205374"/>
                  <a:gd name="connsiteY3" fmla="*/ 205007 h 205023"/>
                  <a:gd name="connsiteX4" fmla="*/ 197326 w 205374"/>
                  <a:gd name="connsiteY4" fmla="*/ 142086 h 205023"/>
                  <a:gd name="connsiteX5" fmla="*/ 205335 w 205374"/>
                  <a:gd name="connsiteY5" fmla="*/ 102658 h 205023"/>
                  <a:gd name="connsiteX6" fmla="*/ 175765 w 205374"/>
                  <a:gd name="connsiteY6" fmla="*/ 31197 h 20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5374" h="205023">
                    <a:moveTo>
                      <a:pt x="175765" y="31197"/>
                    </a:moveTo>
                    <a:cubicBezTo>
                      <a:pt x="156708" y="11200"/>
                      <a:pt x="130280" y="-86"/>
                      <a:pt x="102661" y="-16"/>
                    </a:cubicBezTo>
                    <a:cubicBezTo>
                      <a:pt x="45956" y="-16"/>
                      <a:pt x="-13" y="45953"/>
                      <a:pt x="-13" y="102658"/>
                    </a:cubicBezTo>
                    <a:cubicBezTo>
                      <a:pt x="167" y="159364"/>
                      <a:pt x="46282" y="205187"/>
                      <a:pt x="102989" y="205007"/>
                    </a:cubicBezTo>
                    <a:cubicBezTo>
                      <a:pt x="144223" y="204875"/>
                      <a:pt x="181371" y="180098"/>
                      <a:pt x="197326" y="142086"/>
                    </a:cubicBezTo>
                    <a:cubicBezTo>
                      <a:pt x="202932" y="129711"/>
                      <a:pt x="205663" y="116236"/>
                      <a:pt x="205335" y="102658"/>
                    </a:cubicBezTo>
                    <a:cubicBezTo>
                      <a:pt x="205396" y="75850"/>
                      <a:pt x="194739" y="50128"/>
                      <a:pt x="175765" y="31197"/>
                    </a:cubicBezTo>
                    <a:close/>
                  </a:path>
                </a:pathLst>
              </a:custGeom>
              <a:grpFill/>
              <a:ln w="20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4" name="Freeform: Shape 204">
                <a:extLst>
                  <a:ext uri="{FF2B5EF4-FFF2-40B4-BE49-F238E27FC236}">
                    <a16:creationId xmlns:a16="http://schemas.microsoft.com/office/drawing/2014/main" id="{F49CAB9D-99BC-6426-C470-AB0ABC2C3A64}"/>
                  </a:ext>
                </a:extLst>
              </p:cNvPr>
              <p:cNvSpPr/>
              <p:nvPr/>
            </p:nvSpPr>
            <p:spPr>
              <a:xfrm rot="-2755800">
                <a:off x="7411495" y="3700540"/>
                <a:ext cx="369627" cy="51337"/>
              </a:xfrm>
              <a:custGeom>
                <a:avLst/>
                <a:gdLst>
                  <a:gd name="connsiteX0" fmla="*/ -14 w 369627"/>
                  <a:gd name="connsiteY0" fmla="*/ -17 h 51337"/>
                  <a:gd name="connsiteX1" fmla="*/ 369614 w 369627"/>
                  <a:gd name="connsiteY1" fmla="*/ -17 h 51337"/>
                  <a:gd name="connsiteX2" fmla="*/ 369614 w 369627"/>
                  <a:gd name="connsiteY2" fmla="*/ 51321 h 51337"/>
                  <a:gd name="connsiteX3" fmla="*/ -14 w 369627"/>
                  <a:gd name="connsiteY3" fmla="*/ 51321 h 51337"/>
                </a:gdLst>
                <a:ahLst/>
                <a:cxnLst>
                  <a:cxn ang="0">
                    <a:pos x="connsiteX0" y="connsiteY0"/>
                  </a:cxn>
                  <a:cxn ang="0">
                    <a:pos x="connsiteX1" y="connsiteY1"/>
                  </a:cxn>
                  <a:cxn ang="0">
                    <a:pos x="connsiteX2" y="connsiteY2"/>
                  </a:cxn>
                  <a:cxn ang="0">
                    <a:pos x="connsiteX3" y="connsiteY3"/>
                  </a:cxn>
                </a:cxnLst>
                <a:rect l="l" t="t" r="r" b="b"/>
                <a:pathLst>
                  <a:path w="369627" h="51337">
                    <a:moveTo>
                      <a:pt x="-14" y="-17"/>
                    </a:moveTo>
                    <a:lnTo>
                      <a:pt x="369614" y="-17"/>
                    </a:lnTo>
                    <a:lnTo>
                      <a:pt x="369614" y="51321"/>
                    </a:lnTo>
                    <a:lnTo>
                      <a:pt x="-14" y="51321"/>
                    </a:lnTo>
                    <a:close/>
                  </a:path>
                </a:pathLst>
              </a:custGeom>
              <a:grpFill/>
              <a:ln w="20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59" name="Freeform: Shape 205">
              <a:extLst>
                <a:ext uri="{FF2B5EF4-FFF2-40B4-BE49-F238E27FC236}">
                  <a16:creationId xmlns:a16="http://schemas.microsoft.com/office/drawing/2014/main" id="{A57D59D7-A7B2-0248-5AC4-5AB957F0A67E}"/>
                </a:ext>
              </a:extLst>
            </p:cNvPr>
            <p:cNvSpPr/>
            <p:nvPr/>
          </p:nvSpPr>
          <p:spPr>
            <a:xfrm>
              <a:off x="7206954" y="2846207"/>
              <a:ext cx="1436412" cy="1311566"/>
            </a:xfrm>
            <a:custGeom>
              <a:avLst/>
              <a:gdLst>
                <a:gd name="connsiteX0" fmla="*/ 1268437 w 1436412"/>
                <a:gd name="connsiteY0" fmla="*/ 621182 h 1311566"/>
                <a:gd name="connsiteX1" fmla="*/ 1260429 w 1436412"/>
                <a:gd name="connsiteY1" fmla="*/ 613378 h 1311566"/>
                <a:gd name="connsiteX2" fmla="*/ 1260429 w 1436412"/>
                <a:gd name="connsiteY2" fmla="*/ 0 h 1311566"/>
                <a:gd name="connsiteX3" fmla="*/ 1209091 w 1436412"/>
                <a:gd name="connsiteY3" fmla="*/ 0 h 1311566"/>
                <a:gd name="connsiteX4" fmla="*/ 1209091 w 1436412"/>
                <a:gd name="connsiteY4" fmla="*/ 562657 h 1311566"/>
                <a:gd name="connsiteX5" fmla="*/ 935773 w 1436412"/>
                <a:gd name="connsiteY5" fmla="*/ 293034 h 1311566"/>
                <a:gd name="connsiteX6" fmla="*/ 312130 w 1436412"/>
                <a:gd name="connsiteY6" fmla="*/ 293034 h 1311566"/>
                <a:gd name="connsiteX7" fmla="*/ 312130 w 1436412"/>
                <a:gd name="connsiteY7" fmla="*/ 291596 h 1311566"/>
                <a:gd name="connsiteX8" fmla="*/ 312335 w 1436412"/>
                <a:gd name="connsiteY8" fmla="*/ 291596 h 1311566"/>
                <a:gd name="connsiteX9" fmla="*/ 312335 w 1436412"/>
                <a:gd name="connsiteY9" fmla="*/ 4518 h 1311566"/>
                <a:gd name="connsiteX10" fmla="*/ 260998 w 1436412"/>
                <a:gd name="connsiteY10" fmla="*/ 4518 h 1311566"/>
                <a:gd name="connsiteX11" fmla="*/ 260998 w 1436412"/>
                <a:gd name="connsiteY11" fmla="*/ 272088 h 1311566"/>
                <a:gd name="connsiteX12" fmla="*/ 260998 w 1436412"/>
                <a:gd name="connsiteY12" fmla="*/ 291596 h 1311566"/>
                <a:gd name="connsiteX13" fmla="*/ 260998 w 1436412"/>
                <a:gd name="connsiteY13" fmla="*/ 293034 h 1311566"/>
                <a:gd name="connsiteX14" fmla="*/ 19508 w 1436412"/>
                <a:gd name="connsiteY14" fmla="*/ 293034 h 1311566"/>
                <a:gd name="connsiteX15" fmla="*/ 19508 w 1436412"/>
                <a:gd name="connsiteY15" fmla="*/ 344371 h 1311566"/>
                <a:gd name="connsiteX16" fmla="*/ 228758 w 1436412"/>
                <a:gd name="connsiteY16" fmla="*/ 344371 h 1311566"/>
                <a:gd name="connsiteX17" fmla="*/ 0 w 1436412"/>
                <a:gd name="connsiteY17" fmla="*/ 573130 h 1311566"/>
                <a:gd name="connsiteX18" fmla="*/ 36347 w 1436412"/>
                <a:gd name="connsiteY18" fmla="*/ 609271 h 1311566"/>
                <a:gd name="connsiteX19" fmla="*/ 291184 w 1436412"/>
                <a:gd name="connsiteY19" fmla="*/ 354433 h 1311566"/>
                <a:gd name="connsiteX20" fmla="*/ 510907 w 1436412"/>
                <a:gd name="connsiteY20" fmla="*/ 574157 h 1311566"/>
                <a:gd name="connsiteX21" fmla="*/ 547253 w 1436412"/>
                <a:gd name="connsiteY21" fmla="*/ 538015 h 1311566"/>
                <a:gd name="connsiteX22" fmla="*/ 353815 w 1436412"/>
                <a:gd name="connsiteY22" fmla="*/ 344371 h 1311566"/>
                <a:gd name="connsiteX23" fmla="*/ 914827 w 1436412"/>
                <a:gd name="connsiteY23" fmla="*/ 344371 h 1311566"/>
                <a:gd name="connsiteX24" fmla="*/ 1207243 w 1436412"/>
                <a:gd name="connsiteY24" fmla="*/ 633092 h 1311566"/>
                <a:gd name="connsiteX25" fmla="*/ 717898 w 1436412"/>
                <a:gd name="connsiteY25" fmla="*/ 1118743 h 1311566"/>
                <a:gd name="connsiteX26" fmla="*/ 315826 w 1436412"/>
                <a:gd name="connsiteY26" fmla="*/ 1118743 h 1311566"/>
                <a:gd name="connsiteX27" fmla="*/ 315826 w 1436412"/>
                <a:gd name="connsiteY27" fmla="*/ 1170081 h 1311566"/>
                <a:gd name="connsiteX28" fmla="*/ 701881 w 1436412"/>
                <a:gd name="connsiteY28" fmla="*/ 1170081 h 1311566"/>
                <a:gd name="connsiteX29" fmla="*/ 700854 w 1436412"/>
                <a:gd name="connsiteY29" fmla="*/ 1311155 h 1311566"/>
                <a:gd name="connsiteX30" fmla="*/ 752191 w 1436412"/>
                <a:gd name="connsiteY30" fmla="*/ 1311566 h 1311566"/>
                <a:gd name="connsiteX31" fmla="*/ 753218 w 1436412"/>
                <a:gd name="connsiteY31" fmla="*/ 1170081 h 1311566"/>
                <a:gd name="connsiteX32" fmla="*/ 1218948 w 1436412"/>
                <a:gd name="connsiteY32" fmla="*/ 1170081 h 1311566"/>
                <a:gd name="connsiteX33" fmla="*/ 1218948 w 1436412"/>
                <a:gd name="connsiteY33" fmla="*/ 1118743 h 1311566"/>
                <a:gd name="connsiteX34" fmla="*/ 790797 w 1436412"/>
                <a:gd name="connsiteY34" fmla="*/ 1118743 h 1311566"/>
                <a:gd name="connsiteX35" fmla="*/ 1243795 w 1436412"/>
                <a:gd name="connsiteY35" fmla="*/ 669233 h 1311566"/>
                <a:gd name="connsiteX36" fmla="*/ 1247286 w 1436412"/>
                <a:gd name="connsiteY36" fmla="*/ 672519 h 1311566"/>
                <a:gd name="connsiteX37" fmla="*/ 1436412 w 1436412"/>
                <a:gd name="connsiteY37" fmla="*/ 672519 h 1311566"/>
                <a:gd name="connsiteX38" fmla="*/ 1436412 w 1436412"/>
                <a:gd name="connsiteY38" fmla="*/ 621182 h 1311566"/>
                <a:gd name="connsiteX39" fmla="*/ 1268437 w 1436412"/>
                <a:gd name="connsiteY39" fmla="*/ 621182 h 1311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436412" h="1311566">
                  <a:moveTo>
                    <a:pt x="1268437" y="621182"/>
                  </a:moveTo>
                  <a:lnTo>
                    <a:pt x="1260429" y="613378"/>
                  </a:lnTo>
                  <a:lnTo>
                    <a:pt x="1260429" y="0"/>
                  </a:lnTo>
                  <a:lnTo>
                    <a:pt x="1209091" y="0"/>
                  </a:lnTo>
                  <a:lnTo>
                    <a:pt x="1209091" y="562657"/>
                  </a:lnTo>
                  <a:lnTo>
                    <a:pt x="935773" y="293034"/>
                  </a:lnTo>
                  <a:lnTo>
                    <a:pt x="312130" y="293034"/>
                  </a:lnTo>
                  <a:lnTo>
                    <a:pt x="312130" y="291596"/>
                  </a:lnTo>
                  <a:lnTo>
                    <a:pt x="312335" y="291596"/>
                  </a:lnTo>
                  <a:lnTo>
                    <a:pt x="312335" y="4518"/>
                  </a:lnTo>
                  <a:lnTo>
                    <a:pt x="260998" y="4518"/>
                  </a:lnTo>
                  <a:lnTo>
                    <a:pt x="260998" y="272088"/>
                  </a:lnTo>
                  <a:lnTo>
                    <a:pt x="260998" y="291596"/>
                  </a:lnTo>
                  <a:lnTo>
                    <a:pt x="260998" y="293034"/>
                  </a:lnTo>
                  <a:lnTo>
                    <a:pt x="19508" y="293034"/>
                  </a:lnTo>
                  <a:lnTo>
                    <a:pt x="19508" y="344371"/>
                  </a:lnTo>
                  <a:lnTo>
                    <a:pt x="228758" y="344371"/>
                  </a:lnTo>
                  <a:lnTo>
                    <a:pt x="0" y="573130"/>
                  </a:lnTo>
                  <a:lnTo>
                    <a:pt x="36347" y="609271"/>
                  </a:lnTo>
                  <a:lnTo>
                    <a:pt x="291184" y="354433"/>
                  </a:lnTo>
                  <a:lnTo>
                    <a:pt x="510907" y="574157"/>
                  </a:lnTo>
                  <a:lnTo>
                    <a:pt x="547253" y="538015"/>
                  </a:lnTo>
                  <a:lnTo>
                    <a:pt x="353815" y="344371"/>
                  </a:lnTo>
                  <a:lnTo>
                    <a:pt x="914827" y="344371"/>
                  </a:lnTo>
                  <a:lnTo>
                    <a:pt x="1207243" y="633092"/>
                  </a:lnTo>
                  <a:lnTo>
                    <a:pt x="717898" y="1118743"/>
                  </a:lnTo>
                  <a:lnTo>
                    <a:pt x="315826" y="1118743"/>
                  </a:lnTo>
                  <a:lnTo>
                    <a:pt x="315826" y="1170081"/>
                  </a:lnTo>
                  <a:lnTo>
                    <a:pt x="701881" y="1170081"/>
                  </a:lnTo>
                  <a:lnTo>
                    <a:pt x="700854" y="1311155"/>
                  </a:lnTo>
                  <a:lnTo>
                    <a:pt x="752191" y="1311566"/>
                  </a:lnTo>
                  <a:lnTo>
                    <a:pt x="753218" y="1170081"/>
                  </a:lnTo>
                  <a:lnTo>
                    <a:pt x="1218948" y="1170081"/>
                  </a:lnTo>
                  <a:lnTo>
                    <a:pt x="1218948" y="1118743"/>
                  </a:lnTo>
                  <a:lnTo>
                    <a:pt x="790797" y="1118743"/>
                  </a:lnTo>
                  <a:lnTo>
                    <a:pt x="1243795" y="669233"/>
                  </a:lnTo>
                  <a:lnTo>
                    <a:pt x="1247286" y="672519"/>
                  </a:lnTo>
                  <a:lnTo>
                    <a:pt x="1436412" y="672519"/>
                  </a:lnTo>
                  <a:lnTo>
                    <a:pt x="1436412" y="621182"/>
                  </a:lnTo>
                  <a:lnTo>
                    <a:pt x="1268437" y="621182"/>
                  </a:lnTo>
                  <a:close/>
                </a:path>
              </a:pathLst>
            </a:custGeom>
            <a:grpFill/>
            <a:ln w="20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135" name="TextBox 134">
            <a:extLst>
              <a:ext uri="{FF2B5EF4-FFF2-40B4-BE49-F238E27FC236}">
                <a16:creationId xmlns:a16="http://schemas.microsoft.com/office/drawing/2014/main" id="{26B16903-EC72-EEAF-CDF9-40BCCADA5528}"/>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137" name="Graphic 8">
            <a:extLst>
              <a:ext uri="{FF2B5EF4-FFF2-40B4-BE49-F238E27FC236}">
                <a16:creationId xmlns:a16="http://schemas.microsoft.com/office/drawing/2014/main" id="{F142784D-5CC0-EC97-2E2C-EC82191D3C4B}"/>
              </a:ext>
            </a:extLst>
          </p:cNvPr>
          <p:cNvGrpSpPr/>
          <p:nvPr userDrawn="1"/>
        </p:nvGrpSpPr>
        <p:grpSpPr>
          <a:xfrm>
            <a:off x="265625" y="6323271"/>
            <a:ext cx="1249223" cy="369648"/>
            <a:chOff x="265625" y="6323271"/>
            <a:chExt cx="1249223" cy="369648"/>
          </a:xfrm>
          <a:solidFill>
            <a:srgbClr val="000000"/>
          </a:solidFill>
        </p:grpSpPr>
        <p:grpSp>
          <p:nvGrpSpPr>
            <p:cNvPr id="138" name="Graphic 8">
              <a:extLst>
                <a:ext uri="{FF2B5EF4-FFF2-40B4-BE49-F238E27FC236}">
                  <a16:creationId xmlns:a16="http://schemas.microsoft.com/office/drawing/2014/main" id="{AA7A5291-875F-C63D-542E-637964D0EE49}"/>
                </a:ext>
              </a:extLst>
            </p:cNvPr>
            <p:cNvGrpSpPr/>
            <p:nvPr/>
          </p:nvGrpSpPr>
          <p:grpSpPr>
            <a:xfrm>
              <a:off x="745455" y="6594444"/>
              <a:ext cx="722662" cy="98475"/>
              <a:chOff x="745455" y="6594444"/>
              <a:chExt cx="722662" cy="98475"/>
            </a:xfrm>
            <a:solidFill>
              <a:srgbClr val="000000"/>
            </a:solidFill>
          </p:grpSpPr>
          <p:sp>
            <p:nvSpPr>
              <p:cNvPr id="147" name="Freeform 19">
                <a:extLst>
                  <a:ext uri="{FF2B5EF4-FFF2-40B4-BE49-F238E27FC236}">
                    <a16:creationId xmlns:a16="http://schemas.microsoft.com/office/drawing/2014/main" id="{89C367D3-57AD-CF13-915C-809AD5C845BA}"/>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148" name="Freeform 20">
                <a:extLst>
                  <a:ext uri="{FF2B5EF4-FFF2-40B4-BE49-F238E27FC236}">
                    <a16:creationId xmlns:a16="http://schemas.microsoft.com/office/drawing/2014/main" id="{CAB7258F-9A18-E695-712A-D92F38A63C0B}"/>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149" name="Freeform 21">
                <a:extLst>
                  <a:ext uri="{FF2B5EF4-FFF2-40B4-BE49-F238E27FC236}">
                    <a16:creationId xmlns:a16="http://schemas.microsoft.com/office/drawing/2014/main" id="{6DE5A77C-8E93-6E9C-5A58-B9993CC99BC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150" name="Freeform 22">
                <a:extLst>
                  <a:ext uri="{FF2B5EF4-FFF2-40B4-BE49-F238E27FC236}">
                    <a16:creationId xmlns:a16="http://schemas.microsoft.com/office/drawing/2014/main" id="{26D37949-1C93-5097-7F67-E113C1319AA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151" name="Freeform 23">
                <a:extLst>
                  <a:ext uri="{FF2B5EF4-FFF2-40B4-BE49-F238E27FC236}">
                    <a16:creationId xmlns:a16="http://schemas.microsoft.com/office/drawing/2014/main" id="{0407AAC0-908C-00E5-28F4-B6E62729270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52" name="Freeform 24">
                <a:extLst>
                  <a:ext uri="{FF2B5EF4-FFF2-40B4-BE49-F238E27FC236}">
                    <a16:creationId xmlns:a16="http://schemas.microsoft.com/office/drawing/2014/main" id="{E4451911-D280-3D4B-9CF3-D7018510F02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153" name="Freeform 25">
                <a:extLst>
                  <a:ext uri="{FF2B5EF4-FFF2-40B4-BE49-F238E27FC236}">
                    <a16:creationId xmlns:a16="http://schemas.microsoft.com/office/drawing/2014/main" id="{777D13C1-5800-5EBB-7798-DBC9D4037CBC}"/>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154" name="Freeform 26">
                <a:extLst>
                  <a:ext uri="{FF2B5EF4-FFF2-40B4-BE49-F238E27FC236}">
                    <a16:creationId xmlns:a16="http://schemas.microsoft.com/office/drawing/2014/main" id="{3C1BAF5B-21C4-F746-3DB4-32948AD41C5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155" name="Freeform 27">
                <a:extLst>
                  <a:ext uri="{FF2B5EF4-FFF2-40B4-BE49-F238E27FC236}">
                    <a16:creationId xmlns:a16="http://schemas.microsoft.com/office/drawing/2014/main" id="{C6D1AFB3-42A1-FE90-D270-611E48F6E003}"/>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56" name="Freeform 28">
                <a:extLst>
                  <a:ext uri="{FF2B5EF4-FFF2-40B4-BE49-F238E27FC236}">
                    <a16:creationId xmlns:a16="http://schemas.microsoft.com/office/drawing/2014/main" id="{8D005045-150A-90E4-5A89-99D0544F624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39" name="Graphic 8">
              <a:extLst>
                <a:ext uri="{FF2B5EF4-FFF2-40B4-BE49-F238E27FC236}">
                  <a16:creationId xmlns:a16="http://schemas.microsoft.com/office/drawing/2014/main" id="{80FCC4FB-6142-028F-840A-BB490A86A4F0}"/>
                </a:ext>
              </a:extLst>
            </p:cNvPr>
            <p:cNvGrpSpPr/>
            <p:nvPr/>
          </p:nvGrpSpPr>
          <p:grpSpPr>
            <a:xfrm>
              <a:off x="265625" y="6323271"/>
              <a:ext cx="1249223" cy="190348"/>
              <a:chOff x="265625" y="6323271"/>
              <a:chExt cx="1249223" cy="190348"/>
            </a:xfrm>
            <a:solidFill>
              <a:srgbClr val="000000"/>
            </a:solidFill>
          </p:grpSpPr>
          <p:sp>
            <p:nvSpPr>
              <p:cNvPr id="140" name="Freeform 10">
                <a:extLst>
                  <a:ext uri="{FF2B5EF4-FFF2-40B4-BE49-F238E27FC236}">
                    <a16:creationId xmlns:a16="http://schemas.microsoft.com/office/drawing/2014/main" id="{A7C0BFEE-BB61-8448-94F8-163A5E2E5A63}"/>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41" name="Freeform 11">
                <a:extLst>
                  <a:ext uri="{FF2B5EF4-FFF2-40B4-BE49-F238E27FC236}">
                    <a16:creationId xmlns:a16="http://schemas.microsoft.com/office/drawing/2014/main" id="{3B606197-8344-AF23-91D4-81C0B2B5A3FB}"/>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2" name="Freeform 14">
                <a:extLst>
                  <a:ext uri="{FF2B5EF4-FFF2-40B4-BE49-F238E27FC236}">
                    <a16:creationId xmlns:a16="http://schemas.microsoft.com/office/drawing/2014/main" id="{2C85D479-3215-CE3C-F0E6-DCF91EBB44D3}"/>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43" name="Freeform 15">
                <a:extLst>
                  <a:ext uri="{FF2B5EF4-FFF2-40B4-BE49-F238E27FC236}">
                    <a16:creationId xmlns:a16="http://schemas.microsoft.com/office/drawing/2014/main" id="{0E0FDF46-12C4-FA1F-BBAB-71C8973F66B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44" name="Freeform 16">
                <a:extLst>
                  <a:ext uri="{FF2B5EF4-FFF2-40B4-BE49-F238E27FC236}">
                    <a16:creationId xmlns:a16="http://schemas.microsoft.com/office/drawing/2014/main" id="{163D274D-E9D9-0330-F5DF-56ED8C10C27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45" name="Freeform 17">
                <a:extLst>
                  <a:ext uri="{FF2B5EF4-FFF2-40B4-BE49-F238E27FC236}">
                    <a16:creationId xmlns:a16="http://schemas.microsoft.com/office/drawing/2014/main" id="{E2E5A1D1-10B3-01AC-2848-502D941918F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46" name="Freeform 18">
                <a:extLst>
                  <a:ext uri="{FF2B5EF4-FFF2-40B4-BE49-F238E27FC236}">
                    <a16:creationId xmlns:a16="http://schemas.microsoft.com/office/drawing/2014/main" id="{2ABD04DF-0252-A8C1-8C82-6F885861C30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136" name="TextBox 135">
            <a:extLst>
              <a:ext uri="{FF2B5EF4-FFF2-40B4-BE49-F238E27FC236}">
                <a16:creationId xmlns:a16="http://schemas.microsoft.com/office/drawing/2014/main" id="{A8F34B29-C3E0-E228-9FE1-3E7D191C5331}"/>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1427507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Section - Stor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3" name="Parallelogram 2">
            <a:extLst>
              <a:ext uri="{FF2B5EF4-FFF2-40B4-BE49-F238E27FC236}">
                <a16:creationId xmlns:a16="http://schemas.microsoft.com/office/drawing/2014/main" id="{B02B0855-29E0-4AE0-9163-31E0D9A0E1D3}"/>
              </a:ext>
            </a:extLst>
          </p:cNvPr>
          <p:cNvSpPr/>
          <p:nvPr userDrawn="1"/>
        </p:nvSpPr>
        <p:spPr>
          <a:xfrm>
            <a:off x="5378042" y="-1"/>
            <a:ext cx="14676689" cy="6858001"/>
          </a:xfrm>
          <a:prstGeom prst="parallelogram">
            <a:avLst>
              <a:gd name="adj" fmla="val 100124"/>
            </a:avLst>
          </a:prstGeom>
          <a:gradFill flip="none" rotWithShape="1">
            <a:gsLst>
              <a:gs pos="24000">
                <a:schemeClr val="accent4"/>
              </a:gs>
              <a:gs pos="100000">
                <a:schemeClr val="accent4">
                  <a:lumMod val="60000"/>
                  <a:lumOff val="40000"/>
                </a:schemeClr>
              </a:gs>
            </a:gsLst>
            <a:lin ang="18900000" scaled="1"/>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rallelogram 3">
            <a:extLst>
              <a:ext uri="{FF2B5EF4-FFF2-40B4-BE49-F238E27FC236}">
                <a16:creationId xmlns:a16="http://schemas.microsoft.com/office/drawing/2014/main" id="{8CC57B2F-C4EE-6577-868F-C322F0B643CA}"/>
              </a:ext>
            </a:extLst>
          </p:cNvPr>
          <p:cNvSpPr/>
          <p:nvPr userDrawn="1"/>
        </p:nvSpPr>
        <p:spPr>
          <a:xfrm>
            <a:off x="1840256" y="-1"/>
            <a:ext cx="12934077" cy="6470788"/>
          </a:xfrm>
          <a:prstGeom prst="parallelogram">
            <a:avLst>
              <a:gd name="adj" fmla="val 100124"/>
            </a:avLst>
          </a:prstGeom>
          <a:gradFill flip="none" rotWithShape="1">
            <a:gsLst>
              <a:gs pos="0">
                <a:schemeClr val="accent4">
                  <a:alpha val="14000"/>
                </a:schemeClr>
              </a:gs>
              <a:gs pos="97000">
                <a:schemeClr val="accent4">
                  <a:alpha val="0"/>
                </a:schemeClr>
              </a:gs>
            </a:gsLst>
            <a:lin ang="8100000" scaled="1"/>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 name="Graphic 143">
            <a:extLst>
              <a:ext uri="{FF2B5EF4-FFF2-40B4-BE49-F238E27FC236}">
                <a16:creationId xmlns:a16="http://schemas.microsoft.com/office/drawing/2014/main" id="{7E8061B6-5AF1-740C-E412-8027C6146661}"/>
              </a:ext>
            </a:extLst>
          </p:cNvPr>
          <p:cNvSpPr/>
          <p:nvPr userDrawn="1"/>
        </p:nvSpPr>
        <p:spPr>
          <a:xfrm>
            <a:off x="5293059" y="4100725"/>
            <a:ext cx="2421204" cy="666750"/>
          </a:xfrm>
          <a:custGeom>
            <a:avLst/>
            <a:gdLst>
              <a:gd name="connsiteX0" fmla="*/ 482061 w 600651"/>
              <a:gd name="connsiteY0" fmla="*/ 38962 h 165407"/>
              <a:gd name="connsiteX1" fmla="*/ 398886 w 600651"/>
              <a:gd name="connsiteY1" fmla="*/ 75298 h 165407"/>
              <a:gd name="connsiteX2" fmla="*/ 268849 w 600651"/>
              <a:gd name="connsiteY2" fmla="*/ 0 h 165407"/>
              <a:gd name="connsiteX3" fmla="*/ 118927 w 600651"/>
              <a:gd name="connsiteY3" fmla="*/ 122878 h 165407"/>
              <a:gd name="connsiteX4" fmla="*/ 66185 w 600651"/>
              <a:gd name="connsiteY4" fmla="*/ 94823 h 165407"/>
              <a:gd name="connsiteX5" fmla="*/ 0 w 600651"/>
              <a:gd name="connsiteY5" fmla="*/ 165408 h 165407"/>
              <a:gd name="connsiteX6" fmla="*/ 600652 w 600651"/>
              <a:gd name="connsiteY6" fmla="*/ 165408 h 165407"/>
              <a:gd name="connsiteX7" fmla="*/ 482061 w 600651"/>
              <a:gd name="connsiteY7" fmla="*/ 38939 h 16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651" h="165407">
                <a:moveTo>
                  <a:pt x="482061" y="38962"/>
                </a:moveTo>
                <a:cubicBezTo>
                  <a:pt x="449653" y="38962"/>
                  <a:pt x="420297" y="52832"/>
                  <a:pt x="398886" y="75298"/>
                </a:cubicBezTo>
                <a:cubicBezTo>
                  <a:pt x="371236" y="29984"/>
                  <a:pt x="323341" y="0"/>
                  <a:pt x="268849" y="0"/>
                </a:cubicBezTo>
                <a:cubicBezTo>
                  <a:pt x="196963" y="0"/>
                  <a:pt x="136523" y="52136"/>
                  <a:pt x="118927" y="122878"/>
                </a:cubicBezTo>
                <a:cubicBezTo>
                  <a:pt x="106853" y="105865"/>
                  <a:pt x="87754" y="94823"/>
                  <a:pt x="66185" y="94823"/>
                </a:cubicBezTo>
                <a:cubicBezTo>
                  <a:pt x="29625" y="94823"/>
                  <a:pt x="0" y="126446"/>
                  <a:pt x="0" y="165408"/>
                </a:cubicBezTo>
                <a:lnTo>
                  <a:pt x="600652" y="165408"/>
                </a:lnTo>
                <a:cubicBezTo>
                  <a:pt x="600652" y="95564"/>
                  <a:pt x="547551" y="38939"/>
                  <a:pt x="482061" y="38939"/>
                </a:cubicBezTo>
                <a:close/>
              </a:path>
            </a:pathLst>
          </a:custGeom>
          <a:solidFill>
            <a:schemeClr val="accent4">
              <a:alpha val="18000"/>
            </a:schemeClr>
          </a:soli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6" name="Graphic 5">
            <a:extLst>
              <a:ext uri="{FF2B5EF4-FFF2-40B4-BE49-F238E27FC236}">
                <a16:creationId xmlns:a16="http://schemas.microsoft.com/office/drawing/2014/main" id="{6B4D788D-CC80-EF56-E846-6178A8698F8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79191" y="2319345"/>
            <a:ext cx="3124591" cy="1207366"/>
          </a:xfrm>
          <a:prstGeom prst="rect">
            <a:avLst/>
          </a:prstGeom>
        </p:spPr>
      </p:pic>
      <p:grpSp>
        <p:nvGrpSpPr>
          <p:cNvPr id="7" name="Group 6">
            <a:extLst>
              <a:ext uri="{FF2B5EF4-FFF2-40B4-BE49-F238E27FC236}">
                <a16:creationId xmlns:a16="http://schemas.microsoft.com/office/drawing/2014/main" id="{F1FBBCFC-DBF2-E935-179F-0FD40E107ECB}"/>
              </a:ext>
            </a:extLst>
          </p:cNvPr>
          <p:cNvGrpSpPr/>
          <p:nvPr userDrawn="1"/>
        </p:nvGrpSpPr>
        <p:grpSpPr>
          <a:xfrm>
            <a:off x="9491711" y="911779"/>
            <a:ext cx="1685206" cy="686138"/>
            <a:chOff x="437672" y="1280130"/>
            <a:chExt cx="2910783" cy="1185138"/>
          </a:xfrm>
        </p:grpSpPr>
        <p:sp>
          <p:nvSpPr>
            <p:cNvPr id="8" name="Freeform: Shape 187">
              <a:extLst>
                <a:ext uri="{FF2B5EF4-FFF2-40B4-BE49-F238E27FC236}">
                  <a16:creationId xmlns:a16="http://schemas.microsoft.com/office/drawing/2014/main" id="{F085856C-AE78-31DE-3F3E-0A1056F019A1}"/>
                </a:ext>
              </a:extLst>
            </p:cNvPr>
            <p:cNvSpPr/>
            <p:nvPr/>
          </p:nvSpPr>
          <p:spPr>
            <a:xfrm>
              <a:off x="437672" y="1280130"/>
              <a:ext cx="2720832" cy="1110872"/>
            </a:xfrm>
            <a:custGeom>
              <a:avLst/>
              <a:gdLst>
                <a:gd name="connsiteX0" fmla="*/ 749249 w 907209"/>
                <a:gd name="connsiteY0" fmla="*/ 212440 h 370400"/>
                <a:gd name="connsiteX1" fmla="*/ 700014 w 907209"/>
                <a:gd name="connsiteY1" fmla="*/ 220306 h 370400"/>
                <a:gd name="connsiteX2" fmla="*/ 454537 w 907209"/>
                <a:gd name="connsiteY2" fmla="*/ 0 h 370400"/>
                <a:gd name="connsiteX3" fmla="*/ 213896 w 907209"/>
                <a:gd name="connsiteY3" fmla="*/ 191405 h 370400"/>
                <a:gd name="connsiteX4" fmla="*/ 178995 w 907209"/>
                <a:gd name="connsiteY4" fmla="*/ 191405 h 370400"/>
                <a:gd name="connsiteX5" fmla="*/ 0 w 907209"/>
                <a:gd name="connsiteY5" fmla="*/ 370400 h 370400"/>
                <a:gd name="connsiteX6" fmla="*/ 907209 w 907209"/>
                <a:gd name="connsiteY6" fmla="*/ 370400 h 370400"/>
                <a:gd name="connsiteX7" fmla="*/ 749249 w 907209"/>
                <a:gd name="connsiteY7" fmla="*/ 212440 h 37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7209" h="37040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9" name="Freeform: Shape 188">
              <a:extLst>
                <a:ext uri="{FF2B5EF4-FFF2-40B4-BE49-F238E27FC236}">
                  <a16:creationId xmlns:a16="http://schemas.microsoft.com/office/drawing/2014/main" id="{4855ED96-5F54-E643-2477-CDAFF43AF60A}"/>
                </a:ext>
              </a:extLst>
            </p:cNvPr>
            <p:cNvSpPr/>
            <p:nvPr/>
          </p:nvSpPr>
          <p:spPr>
            <a:xfrm>
              <a:off x="1651302" y="1789783"/>
              <a:ext cx="1697153" cy="675485"/>
            </a:xfrm>
            <a:custGeom>
              <a:avLst/>
              <a:gdLst>
                <a:gd name="connsiteX0" fmla="*/ 154872 w 565884"/>
                <a:gd name="connsiteY0" fmla="*/ 70357 h 225229"/>
                <a:gd name="connsiteX1" fmla="*/ 0 w 565884"/>
                <a:gd name="connsiteY1" fmla="*/ 225229 h 225229"/>
                <a:gd name="connsiteX2" fmla="*/ 565884 w 565884"/>
                <a:gd name="connsiteY2" fmla="*/ 225229 h 225229"/>
                <a:gd name="connsiteX3" fmla="*/ 496023 w 565884"/>
                <a:gd name="connsiteY3" fmla="*/ 70357 h 225229"/>
                <a:gd name="connsiteX4" fmla="*/ 496023 w 565884"/>
                <a:gd name="connsiteY4" fmla="*/ 70357 h 225229"/>
                <a:gd name="connsiteX5" fmla="*/ 154872 w 565884"/>
                <a:gd name="connsiteY5" fmla="*/ 70357 h 225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5884" h="225229">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29000">
                  <a:srgbClr val="FFFFFF"/>
                </a:gs>
                <a:gs pos="48000">
                  <a:srgbClr val="F8FBFE"/>
                </a:gs>
                <a:gs pos="73000">
                  <a:srgbClr val="E7F3FB"/>
                </a:gs>
                <a:gs pos="100000">
                  <a:srgbClr val="CEE6F7"/>
                </a:gs>
              </a:gsLst>
              <a:lin ang="2700000" scaled="1"/>
            </a:gra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10" name="Graphic 133">
            <a:extLst>
              <a:ext uri="{FF2B5EF4-FFF2-40B4-BE49-F238E27FC236}">
                <a16:creationId xmlns:a16="http://schemas.microsoft.com/office/drawing/2014/main" id="{B4BEE7AB-B91D-C94C-7E1A-D494851AEE9F}"/>
              </a:ext>
            </a:extLst>
          </p:cNvPr>
          <p:cNvGrpSpPr/>
          <p:nvPr userDrawn="1"/>
        </p:nvGrpSpPr>
        <p:grpSpPr>
          <a:xfrm>
            <a:off x="7658058" y="759261"/>
            <a:ext cx="747561" cy="1467873"/>
            <a:chOff x="7819347" y="302010"/>
            <a:chExt cx="1311783" cy="2575750"/>
          </a:xfrm>
          <a:noFill/>
        </p:grpSpPr>
        <p:sp>
          <p:nvSpPr>
            <p:cNvPr id="11" name="Freeform: Shape 232">
              <a:extLst>
                <a:ext uri="{FF2B5EF4-FFF2-40B4-BE49-F238E27FC236}">
                  <a16:creationId xmlns:a16="http://schemas.microsoft.com/office/drawing/2014/main" id="{38604E83-47FD-DB04-2B0A-67FCA4C4A0D1}"/>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 name="Freeform: Shape 233">
              <a:extLst>
                <a:ext uri="{FF2B5EF4-FFF2-40B4-BE49-F238E27FC236}">
                  <a16:creationId xmlns:a16="http://schemas.microsoft.com/office/drawing/2014/main" id="{7FB3C75C-B37A-1624-B359-BEABEF56228A}"/>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 name="Freeform: Shape 234">
              <a:extLst>
                <a:ext uri="{FF2B5EF4-FFF2-40B4-BE49-F238E27FC236}">
                  <a16:creationId xmlns:a16="http://schemas.microsoft.com/office/drawing/2014/main" id="{B64DC851-0CB1-2FC0-6D9E-A6C994B6C363}"/>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4" name="Freeform: Shape 235">
              <a:extLst>
                <a:ext uri="{FF2B5EF4-FFF2-40B4-BE49-F238E27FC236}">
                  <a16:creationId xmlns:a16="http://schemas.microsoft.com/office/drawing/2014/main" id="{1964F791-9B01-2D26-E63D-DFEF0C312268}"/>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5" name="Freeform: Shape 236">
              <a:extLst>
                <a:ext uri="{FF2B5EF4-FFF2-40B4-BE49-F238E27FC236}">
                  <a16:creationId xmlns:a16="http://schemas.microsoft.com/office/drawing/2014/main" id="{0445BEF9-8E3B-0E5A-4259-C773FCD089F8}"/>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16" name="Freeform: Shape 265">
            <a:extLst>
              <a:ext uri="{FF2B5EF4-FFF2-40B4-BE49-F238E27FC236}">
                <a16:creationId xmlns:a16="http://schemas.microsoft.com/office/drawing/2014/main" id="{2F03B70E-BCC8-371E-B50D-0CC95543F614}"/>
              </a:ext>
            </a:extLst>
          </p:cNvPr>
          <p:cNvSpPr/>
          <p:nvPr userDrawn="1"/>
        </p:nvSpPr>
        <p:spPr>
          <a:xfrm>
            <a:off x="11119385" y="4173017"/>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7" name="Freeform: Shape 269">
            <a:extLst>
              <a:ext uri="{FF2B5EF4-FFF2-40B4-BE49-F238E27FC236}">
                <a16:creationId xmlns:a16="http://schemas.microsoft.com/office/drawing/2014/main" id="{80F6D39B-570E-9875-60EC-9891587F9259}"/>
              </a:ext>
            </a:extLst>
          </p:cNvPr>
          <p:cNvSpPr/>
          <p:nvPr userDrawn="1"/>
        </p:nvSpPr>
        <p:spPr>
          <a:xfrm>
            <a:off x="4525077" y="5197695"/>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8" name="Freeform: Shape 285">
            <a:extLst>
              <a:ext uri="{FF2B5EF4-FFF2-40B4-BE49-F238E27FC236}">
                <a16:creationId xmlns:a16="http://schemas.microsoft.com/office/drawing/2014/main" id="{7B2FCAD8-7969-F18E-4DAC-84FDD9F5CE84}"/>
              </a:ext>
            </a:extLst>
          </p:cNvPr>
          <p:cNvSpPr/>
          <p:nvPr userDrawn="1"/>
        </p:nvSpPr>
        <p:spPr>
          <a:xfrm>
            <a:off x="8709950" y="5303803"/>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9" name="Freeform: Shape 286">
            <a:extLst>
              <a:ext uri="{FF2B5EF4-FFF2-40B4-BE49-F238E27FC236}">
                <a16:creationId xmlns:a16="http://schemas.microsoft.com/office/drawing/2014/main" id="{DD39AA7D-9B8A-6690-D070-2D09DEFC61EB}"/>
              </a:ext>
            </a:extLst>
          </p:cNvPr>
          <p:cNvSpPr/>
          <p:nvPr userDrawn="1"/>
        </p:nvSpPr>
        <p:spPr>
          <a:xfrm>
            <a:off x="9116688" y="50100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0" name="Graphic 133">
            <a:extLst>
              <a:ext uri="{FF2B5EF4-FFF2-40B4-BE49-F238E27FC236}">
                <a16:creationId xmlns:a16="http://schemas.microsoft.com/office/drawing/2014/main" id="{A2EF7928-C182-135D-A558-06D96E147608}"/>
              </a:ext>
            </a:extLst>
          </p:cNvPr>
          <p:cNvGrpSpPr/>
          <p:nvPr userDrawn="1"/>
        </p:nvGrpSpPr>
        <p:grpSpPr>
          <a:xfrm rot="15300000">
            <a:off x="5392445" y="1828091"/>
            <a:ext cx="1311783" cy="2575750"/>
            <a:chOff x="7819347" y="302010"/>
            <a:chExt cx="1311783" cy="2575750"/>
          </a:xfrm>
          <a:noFill/>
        </p:grpSpPr>
        <p:sp>
          <p:nvSpPr>
            <p:cNvPr id="21" name="Freeform: Shape 288">
              <a:extLst>
                <a:ext uri="{FF2B5EF4-FFF2-40B4-BE49-F238E27FC236}">
                  <a16:creationId xmlns:a16="http://schemas.microsoft.com/office/drawing/2014/main" id="{003C2FFD-440C-56EC-49B7-51E942BC96EE}"/>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2" name="Freeform: Shape 289">
              <a:extLst>
                <a:ext uri="{FF2B5EF4-FFF2-40B4-BE49-F238E27FC236}">
                  <a16:creationId xmlns:a16="http://schemas.microsoft.com/office/drawing/2014/main" id="{07262D99-8B86-6578-6389-A831D2CA46E3}"/>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3" name="Freeform: Shape 290">
              <a:extLst>
                <a:ext uri="{FF2B5EF4-FFF2-40B4-BE49-F238E27FC236}">
                  <a16:creationId xmlns:a16="http://schemas.microsoft.com/office/drawing/2014/main" id="{D2224D43-572A-2EE7-9A55-C2885655687E}"/>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 name="Freeform: Shape 291">
              <a:extLst>
                <a:ext uri="{FF2B5EF4-FFF2-40B4-BE49-F238E27FC236}">
                  <a16:creationId xmlns:a16="http://schemas.microsoft.com/office/drawing/2014/main" id="{229E9362-4EFF-DA88-F993-AB0EE1281C53}"/>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 name="Freeform: Shape 292">
              <a:extLst>
                <a:ext uri="{FF2B5EF4-FFF2-40B4-BE49-F238E27FC236}">
                  <a16:creationId xmlns:a16="http://schemas.microsoft.com/office/drawing/2014/main" id="{3FA30CA0-19AF-2B6F-F877-FB24BB59DAE3}"/>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26" name="Oval 25">
            <a:extLst>
              <a:ext uri="{FF2B5EF4-FFF2-40B4-BE49-F238E27FC236}">
                <a16:creationId xmlns:a16="http://schemas.microsoft.com/office/drawing/2014/main" id="{01CAD3C7-59F8-B68C-C495-AD3957A10B01}"/>
              </a:ext>
            </a:extLst>
          </p:cNvPr>
          <p:cNvSpPr/>
          <p:nvPr userDrawn="1"/>
        </p:nvSpPr>
        <p:spPr>
          <a:xfrm flipV="1">
            <a:off x="6354876" y="1852997"/>
            <a:ext cx="3152006" cy="3152006"/>
          </a:xfrm>
          <a:prstGeom prst="ellipse">
            <a:avLst/>
          </a:prstGeom>
          <a:solidFill>
            <a:schemeClr val="bg1"/>
          </a:solidFill>
          <a:ln w="508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7" name="Freeform: Shape 298">
            <a:extLst>
              <a:ext uri="{FF2B5EF4-FFF2-40B4-BE49-F238E27FC236}">
                <a16:creationId xmlns:a16="http://schemas.microsoft.com/office/drawing/2014/main" id="{24F08BBF-5489-11E0-C83A-B0740740CE19}"/>
              </a:ext>
            </a:extLst>
          </p:cNvPr>
          <p:cNvSpPr/>
          <p:nvPr userDrawn="1"/>
        </p:nvSpPr>
        <p:spPr>
          <a:xfrm>
            <a:off x="5893815" y="4685918"/>
            <a:ext cx="2921280" cy="1192670"/>
          </a:xfrm>
          <a:custGeom>
            <a:avLst/>
            <a:gdLst>
              <a:gd name="connsiteX0" fmla="*/ 2797989 w 3387980"/>
              <a:gd name="connsiteY0" fmla="*/ 793219 h 1383210"/>
              <a:gd name="connsiteX1" fmla="*/ 2614092 w 3387980"/>
              <a:gd name="connsiteY1" fmla="*/ 822614 h 1383210"/>
              <a:gd name="connsiteX2" fmla="*/ 1697357 w 3387980"/>
              <a:gd name="connsiteY2" fmla="*/ 0 h 1383210"/>
              <a:gd name="connsiteX3" fmla="*/ 798795 w 3387980"/>
              <a:gd name="connsiteY3" fmla="*/ 714810 h 1383210"/>
              <a:gd name="connsiteX4" fmla="*/ 668546 w 3387980"/>
              <a:gd name="connsiteY4" fmla="*/ 714665 h 1383210"/>
              <a:gd name="connsiteX5" fmla="*/ 0 w 3387980"/>
              <a:gd name="connsiteY5" fmla="*/ 1383211 h 1383210"/>
              <a:gd name="connsiteX6" fmla="*/ 3387981 w 3387980"/>
              <a:gd name="connsiteY6" fmla="*/ 1383211 h 1383210"/>
              <a:gd name="connsiteX7" fmla="*/ 2797989 w 3387980"/>
              <a:gd name="connsiteY7" fmla="*/ 793219 h 138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7980" h="1383210">
                <a:moveTo>
                  <a:pt x="2797989" y="793219"/>
                </a:moveTo>
                <a:cubicBezTo>
                  <a:pt x="2733770" y="793219"/>
                  <a:pt x="2671940" y="803573"/>
                  <a:pt x="2614092" y="822614"/>
                </a:cubicBezTo>
                <a:cubicBezTo>
                  <a:pt x="2564425" y="360192"/>
                  <a:pt x="2172956" y="0"/>
                  <a:pt x="1697357" y="0"/>
                </a:cubicBezTo>
                <a:cubicBezTo>
                  <a:pt x="1259406" y="0"/>
                  <a:pt x="892915" y="305385"/>
                  <a:pt x="798795" y="714810"/>
                </a:cubicBezTo>
                <a:lnTo>
                  <a:pt x="668546" y="714665"/>
                </a:lnTo>
                <a:cubicBezTo>
                  <a:pt x="299304" y="714737"/>
                  <a:pt x="0" y="1014041"/>
                  <a:pt x="0" y="1383211"/>
                </a:cubicBezTo>
                <a:lnTo>
                  <a:pt x="3387981" y="1383211"/>
                </a:lnTo>
                <a:cubicBezTo>
                  <a:pt x="3387981" y="1057336"/>
                  <a:pt x="3123864" y="793219"/>
                  <a:pt x="2797989" y="793219"/>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28" name="Graphic 27">
            <a:extLst>
              <a:ext uri="{FF2B5EF4-FFF2-40B4-BE49-F238E27FC236}">
                <a16:creationId xmlns:a16="http://schemas.microsoft.com/office/drawing/2014/main" id="{C6D14542-86AB-167E-459F-4E17E2D415A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628097" y="4685918"/>
            <a:ext cx="1086393" cy="1192670"/>
          </a:xfrm>
          <a:prstGeom prst="rect">
            <a:avLst/>
          </a:prstGeom>
        </p:spPr>
      </p:pic>
      <p:pic>
        <p:nvPicPr>
          <p:cNvPr id="29" name="Graphic 28">
            <a:extLst>
              <a:ext uri="{FF2B5EF4-FFF2-40B4-BE49-F238E27FC236}">
                <a16:creationId xmlns:a16="http://schemas.microsoft.com/office/drawing/2014/main" id="{601C021C-D9B4-DD2B-24B0-7099840AB26D}"/>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4294653" y="3999799"/>
            <a:ext cx="723502" cy="794279"/>
          </a:xfrm>
          <a:prstGeom prst="rect">
            <a:avLst/>
          </a:prstGeom>
        </p:spPr>
      </p:pic>
      <p:grpSp>
        <p:nvGrpSpPr>
          <p:cNvPr id="30" name="Group 29">
            <a:extLst>
              <a:ext uri="{FF2B5EF4-FFF2-40B4-BE49-F238E27FC236}">
                <a16:creationId xmlns:a16="http://schemas.microsoft.com/office/drawing/2014/main" id="{1B511978-950B-16D7-3A4E-F2EC8D1FE450}"/>
              </a:ext>
            </a:extLst>
          </p:cNvPr>
          <p:cNvGrpSpPr/>
          <p:nvPr userDrawn="1"/>
        </p:nvGrpSpPr>
        <p:grpSpPr>
          <a:xfrm>
            <a:off x="7089202" y="2587328"/>
            <a:ext cx="1683354" cy="1683344"/>
            <a:chOff x="7105553" y="2626080"/>
            <a:chExt cx="1683354" cy="1683344"/>
          </a:xfrm>
          <a:solidFill>
            <a:schemeClr val="accent4"/>
          </a:solidFill>
        </p:grpSpPr>
        <p:sp>
          <p:nvSpPr>
            <p:cNvPr id="31" name="Freeform: Shape 10">
              <a:extLst>
                <a:ext uri="{FF2B5EF4-FFF2-40B4-BE49-F238E27FC236}">
                  <a16:creationId xmlns:a16="http://schemas.microsoft.com/office/drawing/2014/main" id="{F34E6F00-4FFD-DBCB-645C-45987F2319BA}"/>
                </a:ext>
              </a:extLst>
            </p:cNvPr>
            <p:cNvSpPr/>
            <p:nvPr/>
          </p:nvSpPr>
          <p:spPr>
            <a:xfrm>
              <a:off x="7105553" y="2626080"/>
              <a:ext cx="1683354" cy="356489"/>
            </a:xfrm>
            <a:custGeom>
              <a:avLst/>
              <a:gdLst>
                <a:gd name="connsiteX0" fmla="*/ 1731520 w 1778318"/>
                <a:gd name="connsiteY0" fmla="*/ 46798 h 374382"/>
                <a:gd name="connsiteX1" fmla="*/ 1731520 w 1778318"/>
                <a:gd name="connsiteY1" fmla="*/ 327585 h 374382"/>
                <a:gd name="connsiteX2" fmla="*/ 46798 w 1778318"/>
                <a:gd name="connsiteY2" fmla="*/ 327585 h 374382"/>
                <a:gd name="connsiteX3" fmla="*/ 46798 w 1778318"/>
                <a:gd name="connsiteY3" fmla="*/ 46798 h 374382"/>
                <a:gd name="connsiteX4" fmla="*/ 1731520 w 1778318"/>
                <a:gd name="connsiteY4" fmla="*/ 46798 h 374382"/>
                <a:gd name="connsiteX5" fmla="*/ 1778318 w 1778318"/>
                <a:gd name="connsiteY5" fmla="*/ 0 h 374382"/>
                <a:gd name="connsiteX6" fmla="*/ 0 w 1778318"/>
                <a:gd name="connsiteY6" fmla="*/ 0 h 374382"/>
                <a:gd name="connsiteX7" fmla="*/ 0 w 1778318"/>
                <a:gd name="connsiteY7" fmla="*/ 374383 h 374382"/>
                <a:gd name="connsiteX8" fmla="*/ 1778318 w 1778318"/>
                <a:gd name="connsiteY8" fmla="*/ 374383 h 374382"/>
                <a:gd name="connsiteX9" fmla="*/ 1778318 w 1778318"/>
                <a:gd name="connsiteY9" fmla="*/ 0 h 374382"/>
                <a:gd name="connsiteX10" fmla="*/ 1778318 w 1778318"/>
                <a:gd name="connsiteY10" fmla="*/ 0 h 374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8318" h="374382">
                  <a:moveTo>
                    <a:pt x="1731520" y="46798"/>
                  </a:moveTo>
                  <a:lnTo>
                    <a:pt x="1731520" y="327585"/>
                  </a:lnTo>
                  <a:lnTo>
                    <a:pt x="46798" y="327585"/>
                  </a:lnTo>
                  <a:lnTo>
                    <a:pt x="46798" y="46798"/>
                  </a:lnTo>
                  <a:lnTo>
                    <a:pt x="1731520" y="46798"/>
                  </a:lnTo>
                  <a:moveTo>
                    <a:pt x="1778318" y="0"/>
                  </a:moveTo>
                  <a:lnTo>
                    <a:pt x="0" y="0"/>
                  </a:lnTo>
                  <a:lnTo>
                    <a:pt x="0" y="374383"/>
                  </a:lnTo>
                  <a:lnTo>
                    <a:pt x="1778318" y="374383"/>
                  </a:lnTo>
                  <a:lnTo>
                    <a:pt x="1778318" y="0"/>
                  </a:lnTo>
                  <a:lnTo>
                    <a:pt x="1778318" y="0"/>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2" name="Freeform: Shape 25">
              <a:extLst>
                <a:ext uri="{FF2B5EF4-FFF2-40B4-BE49-F238E27FC236}">
                  <a16:creationId xmlns:a16="http://schemas.microsoft.com/office/drawing/2014/main" id="{5E5D2E21-4E14-53AA-F03F-C93C4068E3F5}"/>
                </a:ext>
              </a:extLst>
            </p:cNvPr>
            <p:cNvSpPr/>
            <p:nvPr/>
          </p:nvSpPr>
          <p:spPr>
            <a:xfrm>
              <a:off x="7105553" y="3069553"/>
              <a:ext cx="1683354" cy="356489"/>
            </a:xfrm>
            <a:custGeom>
              <a:avLst/>
              <a:gdLst>
                <a:gd name="connsiteX0" fmla="*/ 1731520 w 1778318"/>
                <a:gd name="connsiteY0" fmla="*/ 46798 h 374382"/>
                <a:gd name="connsiteX1" fmla="*/ 1731520 w 1778318"/>
                <a:gd name="connsiteY1" fmla="*/ 327585 h 374382"/>
                <a:gd name="connsiteX2" fmla="*/ 46798 w 1778318"/>
                <a:gd name="connsiteY2" fmla="*/ 327585 h 374382"/>
                <a:gd name="connsiteX3" fmla="*/ 46798 w 1778318"/>
                <a:gd name="connsiteY3" fmla="*/ 46798 h 374382"/>
                <a:gd name="connsiteX4" fmla="*/ 1731520 w 1778318"/>
                <a:gd name="connsiteY4" fmla="*/ 46798 h 374382"/>
                <a:gd name="connsiteX5" fmla="*/ 1778318 w 1778318"/>
                <a:gd name="connsiteY5" fmla="*/ 0 h 374382"/>
                <a:gd name="connsiteX6" fmla="*/ 0 w 1778318"/>
                <a:gd name="connsiteY6" fmla="*/ 0 h 374382"/>
                <a:gd name="connsiteX7" fmla="*/ 0 w 1778318"/>
                <a:gd name="connsiteY7" fmla="*/ 374383 h 374382"/>
                <a:gd name="connsiteX8" fmla="*/ 1778318 w 1778318"/>
                <a:gd name="connsiteY8" fmla="*/ 374383 h 374382"/>
                <a:gd name="connsiteX9" fmla="*/ 1778318 w 1778318"/>
                <a:gd name="connsiteY9" fmla="*/ 0 h 374382"/>
                <a:gd name="connsiteX10" fmla="*/ 1778318 w 1778318"/>
                <a:gd name="connsiteY10" fmla="*/ 0 h 374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8318" h="374382">
                  <a:moveTo>
                    <a:pt x="1731520" y="46798"/>
                  </a:moveTo>
                  <a:lnTo>
                    <a:pt x="1731520" y="327585"/>
                  </a:lnTo>
                  <a:lnTo>
                    <a:pt x="46798" y="327585"/>
                  </a:lnTo>
                  <a:lnTo>
                    <a:pt x="46798" y="46798"/>
                  </a:lnTo>
                  <a:lnTo>
                    <a:pt x="1731520" y="46798"/>
                  </a:lnTo>
                  <a:moveTo>
                    <a:pt x="1778318" y="0"/>
                  </a:moveTo>
                  <a:lnTo>
                    <a:pt x="0" y="0"/>
                  </a:lnTo>
                  <a:lnTo>
                    <a:pt x="0" y="374383"/>
                  </a:lnTo>
                  <a:lnTo>
                    <a:pt x="1778318" y="374383"/>
                  </a:lnTo>
                  <a:lnTo>
                    <a:pt x="1778318" y="0"/>
                  </a:lnTo>
                  <a:lnTo>
                    <a:pt x="1778318" y="0"/>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3" name="Freeform: Shape 28">
              <a:extLst>
                <a:ext uri="{FF2B5EF4-FFF2-40B4-BE49-F238E27FC236}">
                  <a16:creationId xmlns:a16="http://schemas.microsoft.com/office/drawing/2014/main" id="{6A5837EA-A123-CAC5-F31B-AC79BA95A12E}"/>
                </a:ext>
              </a:extLst>
            </p:cNvPr>
            <p:cNvSpPr/>
            <p:nvPr/>
          </p:nvSpPr>
          <p:spPr>
            <a:xfrm>
              <a:off x="7105553" y="3509105"/>
              <a:ext cx="1683354" cy="356489"/>
            </a:xfrm>
            <a:custGeom>
              <a:avLst/>
              <a:gdLst>
                <a:gd name="connsiteX0" fmla="*/ 1731520 w 1778318"/>
                <a:gd name="connsiteY0" fmla="*/ 46798 h 374382"/>
                <a:gd name="connsiteX1" fmla="*/ 1731520 w 1778318"/>
                <a:gd name="connsiteY1" fmla="*/ 327585 h 374382"/>
                <a:gd name="connsiteX2" fmla="*/ 46798 w 1778318"/>
                <a:gd name="connsiteY2" fmla="*/ 327585 h 374382"/>
                <a:gd name="connsiteX3" fmla="*/ 46798 w 1778318"/>
                <a:gd name="connsiteY3" fmla="*/ 46798 h 374382"/>
                <a:gd name="connsiteX4" fmla="*/ 1731520 w 1778318"/>
                <a:gd name="connsiteY4" fmla="*/ 46798 h 374382"/>
                <a:gd name="connsiteX5" fmla="*/ 1778318 w 1778318"/>
                <a:gd name="connsiteY5" fmla="*/ 0 h 374382"/>
                <a:gd name="connsiteX6" fmla="*/ 0 w 1778318"/>
                <a:gd name="connsiteY6" fmla="*/ 0 h 374382"/>
                <a:gd name="connsiteX7" fmla="*/ 0 w 1778318"/>
                <a:gd name="connsiteY7" fmla="*/ 374383 h 374382"/>
                <a:gd name="connsiteX8" fmla="*/ 1778318 w 1778318"/>
                <a:gd name="connsiteY8" fmla="*/ 374383 h 374382"/>
                <a:gd name="connsiteX9" fmla="*/ 1778318 w 1778318"/>
                <a:gd name="connsiteY9" fmla="*/ 0 h 374382"/>
                <a:gd name="connsiteX10" fmla="*/ 1778318 w 1778318"/>
                <a:gd name="connsiteY10" fmla="*/ 0 h 374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8318" h="374382">
                  <a:moveTo>
                    <a:pt x="1731520" y="46798"/>
                  </a:moveTo>
                  <a:lnTo>
                    <a:pt x="1731520" y="327585"/>
                  </a:lnTo>
                  <a:lnTo>
                    <a:pt x="46798" y="327585"/>
                  </a:lnTo>
                  <a:lnTo>
                    <a:pt x="46798" y="46798"/>
                  </a:lnTo>
                  <a:lnTo>
                    <a:pt x="1731520" y="46798"/>
                  </a:lnTo>
                  <a:moveTo>
                    <a:pt x="1778318" y="0"/>
                  </a:moveTo>
                  <a:lnTo>
                    <a:pt x="0" y="0"/>
                  </a:lnTo>
                  <a:lnTo>
                    <a:pt x="0" y="374383"/>
                  </a:lnTo>
                  <a:lnTo>
                    <a:pt x="1778318" y="374383"/>
                  </a:lnTo>
                  <a:lnTo>
                    <a:pt x="1778318" y="0"/>
                  </a:lnTo>
                  <a:lnTo>
                    <a:pt x="1778318" y="0"/>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4" name="Freeform: Shape 31">
              <a:extLst>
                <a:ext uri="{FF2B5EF4-FFF2-40B4-BE49-F238E27FC236}">
                  <a16:creationId xmlns:a16="http://schemas.microsoft.com/office/drawing/2014/main" id="{168098EF-E54C-DA1C-76EB-5B2CF15679A8}"/>
                </a:ext>
              </a:extLst>
            </p:cNvPr>
            <p:cNvSpPr/>
            <p:nvPr/>
          </p:nvSpPr>
          <p:spPr>
            <a:xfrm>
              <a:off x="7105553" y="3952578"/>
              <a:ext cx="1683354" cy="356846"/>
            </a:xfrm>
            <a:custGeom>
              <a:avLst/>
              <a:gdLst>
                <a:gd name="connsiteX0" fmla="*/ 1731520 w 1778318"/>
                <a:gd name="connsiteY0" fmla="*/ 46798 h 374757"/>
                <a:gd name="connsiteX1" fmla="*/ 1731520 w 1778318"/>
                <a:gd name="connsiteY1" fmla="*/ 327959 h 374757"/>
                <a:gd name="connsiteX2" fmla="*/ 46798 w 1778318"/>
                <a:gd name="connsiteY2" fmla="*/ 327959 h 374757"/>
                <a:gd name="connsiteX3" fmla="*/ 46798 w 1778318"/>
                <a:gd name="connsiteY3" fmla="*/ 46798 h 374757"/>
                <a:gd name="connsiteX4" fmla="*/ 1731520 w 1778318"/>
                <a:gd name="connsiteY4" fmla="*/ 46798 h 374757"/>
                <a:gd name="connsiteX5" fmla="*/ 1778318 w 1778318"/>
                <a:gd name="connsiteY5" fmla="*/ 0 h 374757"/>
                <a:gd name="connsiteX6" fmla="*/ 0 w 1778318"/>
                <a:gd name="connsiteY6" fmla="*/ 0 h 374757"/>
                <a:gd name="connsiteX7" fmla="*/ 0 w 1778318"/>
                <a:gd name="connsiteY7" fmla="*/ 374757 h 374757"/>
                <a:gd name="connsiteX8" fmla="*/ 1778318 w 1778318"/>
                <a:gd name="connsiteY8" fmla="*/ 374757 h 374757"/>
                <a:gd name="connsiteX9" fmla="*/ 1778318 w 1778318"/>
                <a:gd name="connsiteY9" fmla="*/ 0 h 374757"/>
                <a:gd name="connsiteX10" fmla="*/ 1778318 w 1778318"/>
                <a:gd name="connsiteY10" fmla="*/ 0 h 374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8318" h="374757">
                  <a:moveTo>
                    <a:pt x="1731520" y="46798"/>
                  </a:moveTo>
                  <a:lnTo>
                    <a:pt x="1731520" y="327959"/>
                  </a:lnTo>
                  <a:lnTo>
                    <a:pt x="46798" y="327959"/>
                  </a:lnTo>
                  <a:lnTo>
                    <a:pt x="46798" y="46798"/>
                  </a:lnTo>
                  <a:lnTo>
                    <a:pt x="1731520" y="46798"/>
                  </a:lnTo>
                  <a:moveTo>
                    <a:pt x="1778318" y="0"/>
                  </a:moveTo>
                  <a:lnTo>
                    <a:pt x="0" y="0"/>
                  </a:lnTo>
                  <a:lnTo>
                    <a:pt x="0" y="374757"/>
                  </a:lnTo>
                  <a:lnTo>
                    <a:pt x="1778318" y="374757"/>
                  </a:lnTo>
                  <a:lnTo>
                    <a:pt x="1778318" y="0"/>
                  </a:lnTo>
                  <a:lnTo>
                    <a:pt x="1778318" y="0"/>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35" name="Group 34">
              <a:extLst>
                <a:ext uri="{FF2B5EF4-FFF2-40B4-BE49-F238E27FC236}">
                  <a16:creationId xmlns:a16="http://schemas.microsoft.com/office/drawing/2014/main" id="{9E348A19-838D-E674-DB99-5BF85C10D892}"/>
                </a:ext>
              </a:extLst>
            </p:cNvPr>
            <p:cNvGrpSpPr/>
            <p:nvPr/>
          </p:nvGrpSpPr>
          <p:grpSpPr>
            <a:xfrm>
              <a:off x="7240575" y="2737839"/>
              <a:ext cx="1407461" cy="1459825"/>
              <a:chOff x="7240575" y="2737839"/>
              <a:chExt cx="1407461" cy="1459825"/>
            </a:xfrm>
            <a:grpFill/>
          </p:grpSpPr>
          <p:grpSp>
            <p:nvGrpSpPr>
              <p:cNvPr id="36" name="Graphic 388">
                <a:extLst>
                  <a:ext uri="{FF2B5EF4-FFF2-40B4-BE49-F238E27FC236}">
                    <a16:creationId xmlns:a16="http://schemas.microsoft.com/office/drawing/2014/main" id="{365E5863-7D32-E222-4A6C-73A5FDD7894D}"/>
                  </a:ext>
                </a:extLst>
              </p:cNvPr>
              <p:cNvGrpSpPr/>
              <p:nvPr/>
            </p:nvGrpSpPr>
            <p:grpSpPr>
              <a:xfrm>
                <a:off x="7240575" y="2737839"/>
                <a:ext cx="666430" cy="132970"/>
                <a:chOff x="9266953" y="746332"/>
                <a:chExt cx="704026" cy="139644"/>
              </a:xfrm>
              <a:grpFill/>
            </p:grpSpPr>
            <p:sp>
              <p:nvSpPr>
                <p:cNvPr id="133" name="Freeform: Shape 58">
                  <a:extLst>
                    <a:ext uri="{FF2B5EF4-FFF2-40B4-BE49-F238E27FC236}">
                      <a16:creationId xmlns:a16="http://schemas.microsoft.com/office/drawing/2014/main" id="{AC7E6249-51DA-DE4C-7CF8-426D692BDF3C}"/>
                    </a:ext>
                  </a:extLst>
                </p:cNvPr>
                <p:cNvSpPr/>
                <p:nvPr/>
              </p:nvSpPr>
              <p:spPr>
                <a:xfrm>
                  <a:off x="9266953" y="746332"/>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4" name="Freeform: Shape 59">
                  <a:extLst>
                    <a:ext uri="{FF2B5EF4-FFF2-40B4-BE49-F238E27FC236}">
                      <a16:creationId xmlns:a16="http://schemas.microsoft.com/office/drawing/2014/main" id="{4F60BE10-3A08-3D45-EC60-F009C2C1356D}"/>
                    </a:ext>
                  </a:extLst>
                </p:cNvPr>
                <p:cNvSpPr/>
                <p:nvPr/>
              </p:nvSpPr>
              <p:spPr>
                <a:xfrm>
                  <a:off x="9360923" y="746332"/>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5" name="Freeform: Shape 60">
                  <a:extLst>
                    <a:ext uri="{FF2B5EF4-FFF2-40B4-BE49-F238E27FC236}">
                      <a16:creationId xmlns:a16="http://schemas.microsoft.com/office/drawing/2014/main" id="{622651E1-F094-96BA-5808-0BFFDFF1E3B9}"/>
                    </a:ext>
                  </a:extLst>
                </p:cNvPr>
                <p:cNvSpPr/>
                <p:nvPr/>
              </p:nvSpPr>
              <p:spPr>
                <a:xfrm>
                  <a:off x="9454706" y="746332"/>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6" name="Freeform: Shape 61">
                  <a:extLst>
                    <a:ext uri="{FF2B5EF4-FFF2-40B4-BE49-F238E27FC236}">
                      <a16:creationId xmlns:a16="http://schemas.microsoft.com/office/drawing/2014/main" id="{56E4C1DC-6A31-B047-1D49-561B5E404528}"/>
                    </a:ext>
                  </a:extLst>
                </p:cNvPr>
                <p:cNvSpPr/>
                <p:nvPr/>
              </p:nvSpPr>
              <p:spPr>
                <a:xfrm>
                  <a:off x="9548676" y="746332"/>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7" name="Freeform: Shape 62">
                  <a:extLst>
                    <a:ext uri="{FF2B5EF4-FFF2-40B4-BE49-F238E27FC236}">
                      <a16:creationId xmlns:a16="http://schemas.microsoft.com/office/drawing/2014/main" id="{78CE3795-D9C5-E885-D876-81DDBBACE619}"/>
                    </a:ext>
                  </a:extLst>
                </p:cNvPr>
                <p:cNvSpPr/>
                <p:nvPr/>
              </p:nvSpPr>
              <p:spPr>
                <a:xfrm>
                  <a:off x="9642646" y="746332"/>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8" name="Freeform: Shape 127">
                  <a:extLst>
                    <a:ext uri="{FF2B5EF4-FFF2-40B4-BE49-F238E27FC236}">
                      <a16:creationId xmlns:a16="http://schemas.microsoft.com/office/drawing/2014/main" id="{5E4D1691-71AD-E3A8-3EC7-D4EA5634AABF}"/>
                    </a:ext>
                  </a:extLst>
                </p:cNvPr>
                <p:cNvSpPr/>
                <p:nvPr/>
              </p:nvSpPr>
              <p:spPr>
                <a:xfrm>
                  <a:off x="9736429" y="746332"/>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9" name="Freeform: Shape 128">
                  <a:extLst>
                    <a:ext uri="{FF2B5EF4-FFF2-40B4-BE49-F238E27FC236}">
                      <a16:creationId xmlns:a16="http://schemas.microsoft.com/office/drawing/2014/main" id="{17D160F0-9A37-1746-CE37-C9A37BF28EFB}"/>
                    </a:ext>
                  </a:extLst>
                </p:cNvPr>
                <p:cNvSpPr/>
                <p:nvPr/>
              </p:nvSpPr>
              <p:spPr>
                <a:xfrm>
                  <a:off x="9830399" y="746332"/>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40" name="Freeform: Shape 129">
                  <a:extLst>
                    <a:ext uri="{FF2B5EF4-FFF2-40B4-BE49-F238E27FC236}">
                      <a16:creationId xmlns:a16="http://schemas.microsoft.com/office/drawing/2014/main" id="{E01BA535-07C9-6725-3026-477BAB7733B4}"/>
                    </a:ext>
                  </a:extLst>
                </p:cNvPr>
                <p:cNvSpPr/>
                <p:nvPr/>
              </p:nvSpPr>
              <p:spPr>
                <a:xfrm>
                  <a:off x="9924182" y="746332"/>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37" name="Freeform: Shape 24">
                <a:extLst>
                  <a:ext uri="{FF2B5EF4-FFF2-40B4-BE49-F238E27FC236}">
                    <a16:creationId xmlns:a16="http://schemas.microsoft.com/office/drawing/2014/main" id="{66905CB3-5418-587E-8177-9A11B1B5C90C}"/>
                  </a:ext>
                </a:extLst>
              </p:cNvPr>
              <p:cNvSpPr/>
              <p:nvPr/>
            </p:nvSpPr>
            <p:spPr>
              <a:xfrm>
                <a:off x="8559439" y="2760654"/>
                <a:ext cx="88597" cy="89122"/>
              </a:xfrm>
              <a:custGeom>
                <a:avLst/>
                <a:gdLst>
                  <a:gd name="connsiteX0" fmla="*/ 93596 w 93595"/>
                  <a:gd name="connsiteY0" fmla="*/ 46798 h 93595"/>
                  <a:gd name="connsiteX1" fmla="*/ 46798 w 93595"/>
                  <a:gd name="connsiteY1" fmla="*/ 93596 h 93595"/>
                  <a:gd name="connsiteX2" fmla="*/ 0 w 93595"/>
                  <a:gd name="connsiteY2" fmla="*/ 46798 h 93595"/>
                  <a:gd name="connsiteX3" fmla="*/ 46798 w 93595"/>
                  <a:gd name="connsiteY3" fmla="*/ 0 h 93595"/>
                  <a:gd name="connsiteX4" fmla="*/ 93596 w 93595"/>
                  <a:gd name="connsiteY4" fmla="*/ 46798 h 935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95" h="93595">
                    <a:moveTo>
                      <a:pt x="93596" y="46798"/>
                    </a:moveTo>
                    <a:cubicBezTo>
                      <a:pt x="93596" y="72644"/>
                      <a:pt x="72644" y="93596"/>
                      <a:pt x="46798" y="93596"/>
                    </a:cubicBezTo>
                    <a:cubicBezTo>
                      <a:pt x="20952" y="93596"/>
                      <a:pt x="0" y="72644"/>
                      <a:pt x="0" y="46798"/>
                    </a:cubicBezTo>
                    <a:cubicBezTo>
                      <a:pt x="0" y="20952"/>
                      <a:pt x="20952" y="0"/>
                      <a:pt x="46798" y="0"/>
                    </a:cubicBezTo>
                    <a:cubicBezTo>
                      <a:pt x="72644" y="0"/>
                      <a:pt x="93596" y="20952"/>
                      <a:pt x="93596" y="46798"/>
                    </a:cubicBez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38" name="Graphic 388">
                <a:extLst>
                  <a:ext uri="{FF2B5EF4-FFF2-40B4-BE49-F238E27FC236}">
                    <a16:creationId xmlns:a16="http://schemas.microsoft.com/office/drawing/2014/main" id="{B90D5C81-82E3-D766-2A7B-FBF535D0D843}"/>
                  </a:ext>
                </a:extLst>
              </p:cNvPr>
              <p:cNvGrpSpPr/>
              <p:nvPr/>
            </p:nvGrpSpPr>
            <p:grpSpPr>
              <a:xfrm>
                <a:off x="7240575" y="3181313"/>
                <a:ext cx="666430" cy="132970"/>
                <a:chOff x="9266953" y="1212065"/>
                <a:chExt cx="704026" cy="139644"/>
              </a:xfrm>
              <a:grpFill/>
            </p:grpSpPr>
            <p:sp>
              <p:nvSpPr>
                <p:cNvPr id="60" name="Freeform: Shape 50">
                  <a:extLst>
                    <a:ext uri="{FF2B5EF4-FFF2-40B4-BE49-F238E27FC236}">
                      <a16:creationId xmlns:a16="http://schemas.microsoft.com/office/drawing/2014/main" id="{E2F0790C-7B2F-5F19-1677-317081BC015A}"/>
                    </a:ext>
                  </a:extLst>
                </p:cNvPr>
                <p:cNvSpPr/>
                <p:nvPr/>
              </p:nvSpPr>
              <p:spPr>
                <a:xfrm>
                  <a:off x="9266953" y="1212065"/>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61" name="Freeform: Shape 51">
                  <a:extLst>
                    <a:ext uri="{FF2B5EF4-FFF2-40B4-BE49-F238E27FC236}">
                      <a16:creationId xmlns:a16="http://schemas.microsoft.com/office/drawing/2014/main" id="{C6B919EC-CC12-3BEF-CFA3-78513F024007}"/>
                    </a:ext>
                  </a:extLst>
                </p:cNvPr>
                <p:cNvSpPr/>
                <p:nvPr/>
              </p:nvSpPr>
              <p:spPr>
                <a:xfrm>
                  <a:off x="9360923" y="1212065"/>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62" name="Freeform: Shape 52">
                  <a:extLst>
                    <a:ext uri="{FF2B5EF4-FFF2-40B4-BE49-F238E27FC236}">
                      <a16:creationId xmlns:a16="http://schemas.microsoft.com/office/drawing/2014/main" id="{F976652A-485D-FCAA-1076-35B2547D993F}"/>
                    </a:ext>
                  </a:extLst>
                </p:cNvPr>
                <p:cNvSpPr/>
                <p:nvPr/>
              </p:nvSpPr>
              <p:spPr>
                <a:xfrm>
                  <a:off x="9454706" y="1212065"/>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63" name="Freeform: Shape 53">
                  <a:extLst>
                    <a:ext uri="{FF2B5EF4-FFF2-40B4-BE49-F238E27FC236}">
                      <a16:creationId xmlns:a16="http://schemas.microsoft.com/office/drawing/2014/main" id="{BFB82F21-DA65-648B-F344-D0321D123E3C}"/>
                    </a:ext>
                  </a:extLst>
                </p:cNvPr>
                <p:cNvSpPr/>
                <p:nvPr/>
              </p:nvSpPr>
              <p:spPr>
                <a:xfrm>
                  <a:off x="9548676" y="1212065"/>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9" name="Freeform: Shape 54">
                  <a:extLst>
                    <a:ext uri="{FF2B5EF4-FFF2-40B4-BE49-F238E27FC236}">
                      <a16:creationId xmlns:a16="http://schemas.microsoft.com/office/drawing/2014/main" id="{0D41E4B6-8CE6-CEDA-BE70-C7776588158B}"/>
                    </a:ext>
                  </a:extLst>
                </p:cNvPr>
                <p:cNvSpPr/>
                <p:nvPr/>
              </p:nvSpPr>
              <p:spPr>
                <a:xfrm>
                  <a:off x="9642646" y="1212065"/>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0" name="Freeform: Shape 55">
                  <a:extLst>
                    <a:ext uri="{FF2B5EF4-FFF2-40B4-BE49-F238E27FC236}">
                      <a16:creationId xmlns:a16="http://schemas.microsoft.com/office/drawing/2014/main" id="{A56AFAE4-4B54-0AF5-D3EA-CBFF0FCF839D}"/>
                    </a:ext>
                  </a:extLst>
                </p:cNvPr>
                <p:cNvSpPr/>
                <p:nvPr/>
              </p:nvSpPr>
              <p:spPr>
                <a:xfrm>
                  <a:off x="9736429" y="1212065"/>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1" name="Freeform: Shape 56">
                  <a:extLst>
                    <a:ext uri="{FF2B5EF4-FFF2-40B4-BE49-F238E27FC236}">
                      <a16:creationId xmlns:a16="http://schemas.microsoft.com/office/drawing/2014/main" id="{541C4B87-935B-136A-E4E4-815BBA8A7CE3}"/>
                    </a:ext>
                  </a:extLst>
                </p:cNvPr>
                <p:cNvSpPr/>
                <p:nvPr/>
              </p:nvSpPr>
              <p:spPr>
                <a:xfrm>
                  <a:off x="9830399" y="1212065"/>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2" name="Freeform: Shape 57">
                  <a:extLst>
                    <a:ext uri="{FF2B5EF4-FFF2-40B4-BE49-F238E27FC236}">
                      <a16:creationId xmlns:a16="http://schemas.microsoft.com/office/drawing/2014/main" id="{801A52A7-4036-9673-A8F4-E7F4E169CBCF}"/>
                    </a:ext>
                  </a:extLst>
                </p:cNvPr>
                <p:cNvSpPr/>
                <p:nvPr/>
              </p:nvSpPr>
              <p:spPr>
                <a:xfrm>
                  <a:off x="9924182" y="1212065"/>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39" name="Freeform: Shape 27">
                <a:extLst>
                  <a:ext uri="{FF2B5EF4-FFF2-40B4-BE49-F238E27FC236}">
                    <a16:creationId xmlns:a16="http://schemas.microsoft.com/office/drawing/2014/main" id="{AEEA00F0-DCF4-9EFF-376D-F92F7AA728EE}"/>
                  </a:ext>
                </a:extLst>
              </p:cNvPr>
              <p:cNvSpPr/>
              <p:nvPr/>
            </p:nvSpPr>
            <p:spPr>
              <a:xfrm>
                <a:off x="8559439" y="3203414"/>
                <a:ext cx="88597" cy="88766"/>
              </a:xfrm>
              <a:custGeom>
                <a:avLst/>
                <a:gdLst>
                  <a:gd name="connsiteX0" fmla="*/ 93596 w 93595"/>
                  <a:gd name="connsiteY0" fmla="*/ 46611 h 93221"/>
                  <a:gd name="connsiteX1" fmla="*/ 46798 w 93595"/>
                  <a:gd name="connsiteY1" fmla="*/ 93221 h 93221"/>
                  <a:gd name="connsiteX2" fmla="*/ 0 w 93595"/>
                  <a:gd name="connsiteY2" fmla="*/ 46611 h 93221"/>
                  <a:gd name="connsiteX3" fmla="*/ 46798 w 93595"/>
                  <a:gd name="connsiteY3" fmla="*/ 0 h 93221"/>
                  <a:gd name="connsiteX4" fmla="*/ 93596 w 93595"/>
                  <a:gd name="connsiteY4" fmla="*/ 46611 h 93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95" h="93221">
                    <a:moveTo>
                      <a:pt x="93596" y="46611"/>
                    </a:moveTo>
                    <a:cubicBezTo>
                      <a:pt x="93596" y="72353"/>
                      <a:pt x="72644" y="93221"/>
                      <a:pt x="46798" y="93221"/>
                    </a:cubicBezTo>
                    <a:cubicBezTo>
                      <a:pt x="20952" y="93221"/>
                      <a:pt x="0" y="72353"/>
                      <a:pt x="0" y="46611"/>
                    </a:cubicBezTo>
                    <a:cubicBezTo>
                      <a:pt x="0" y="20868"/>
                      <a:pt x="20952" y="0"/>
                      <a:pt x="46798" y="0"/>
                    </a:cubicBezTo>
                    <a:cubicBezTo>
                      <a:pt x="72644" y="0"/>
                      <a:pt x="93596" y="20868"/>
                      <a:pt x="93596" y="46611"/>
                    </a:cubicBez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40" name="Graphic 388">
                <a:extLst>
                  <a:ext uri="{FF2B5EF4-FFF2-40B4-BE49-F238E27FC236}">
                    <a16:creationId xmlns:a16="http://schemas.microsoft.com/office/drawing/2014/main" id="{288A17ED-063D-3D07-89F1-AA16B169913B}"/>
                  </a:ext>
                </a:extLst>
              </p:cNvPr>
              <p:cNvGrpSpPr/>
              <p:nvPr/>
            </p:nvGrpSpPr>
            <p:grpSpPr>
              <a:xfrm>
                <a:off x="7240575" y="3620864"/>
                <a:ext cx="666430" cy="132970"/>
                <a:chOff x="9266953" y="1673679"/>
                <a:chExt cx="704026" cy="139644"/>
              </a:xfrm>
              <a:grpFill/>
            </p:grpSpPr>
            <p:sp>
              <p:nvSpPr>
                <p:cNvPr id="52" name="Freeform: Shape 42">
                  <a:extLst>
                    <a:ext uri="{FF2B5EF4-FFF2-40B4-BE49-F238E27FC236}">
                      <a16:creationId xmlns:a16="http://schemas.microsoft.com/office/drawing/2014/main" id="{235D0E81-84C5-222F-E33E-F14F53AE3F14}"/>
                    </a:ext>
                  </a:extLst>
                </p:cNvPr>
                <p:cNvSpPr/>
                <p:nvPr/>
              </p:nvSpPr>
              <p:spPr>
                <a:xfrm>
                  <a:off x="9266953" y="1673679"/>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3" name="Freeform: Shape 43">
                  <a:extLst>
                    <a:ext uri="{FF2B5EF4-FFF2-40B4-BE49-F238E27FC236}">
                      <a16:creationId xmlns:a16="http://schemas.microsoft.com/office/drawing/2014/main" id="{5B917BA6-D5D0-1775-9CE5-0451D086805D}"/>
                    </a:ext>
                  </a:extLst>
                </p:cNvPr>
                <p:cNvSpPr/>
                <p:nvPr/>
              </p:nvSpPr>
              <p:spPr>
                <a:xfrm>
                  <a:off x="9360923" y="1673679"/>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4" name="Freeform: Shape 44">
                  <a:extLst>
                    <a:ext uri="{FF2B5EF4-FFF2-40B4-BE49-F238E27FC236}">
                      <a16:creationId xmlns:a16="http://schemas.microsoft.com/office/drawing/2014/main" id="{A0FDCEFF-168D-6B49-8962-64A4672F8C42}"/>
                    </a:ext>
                  </a:extLst>
                </p:cNvPr>
                <p:cNvSpPr/>
                <p:nvPr/>
              </p:nvSpPr>
              <p:spPr>
                <a:xfrm>
                  <a:off x="9454706" y="1673679"/>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5" name="Freeform: Shape 45">
                  <a:extLst>
                    <a:ext uri="{FF2B5EF4-FFF2-40B4-BE49-F238E27FC236}">
                      <a16:creationId xmlns:a16="http://schemas.microsoft.com/office/drawing/2014/main" id="{D719AC36-D4F6-6849-5E29-BE48302A6BDB}"/>
                    </a:ext>
                  </a:extLst>
                </p:cNvPr>
                <p:cNvSpPr/>
                <p:nvPr/>
              </p:nvSpPr>
              <p:spPr>
                <a:xfrm>
                  <a:off x="9548676" y="1673679"/>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6" name="Freeform: Shape 46">
                  <a:extLst>
                    <a:ext uri="{FF2B5EF4-FFF2-40B4-BE49-F238E27FC236}">
                      <a16:creationId xmlns:a16="http://schemas.microsoft.com/office/drawing/2014/main" id="{FBA8D6DC-B91C-761F-F5AB-2E47320E0E12}"/>
                    </a:ext>
                  </a:extLst>
                </p:cNvPr>
                <p:cNvSpPr/>
                <p:nvPr/>
              </p:nvSpPr>
              <p:spPr>
                <a:xfrm>
                  <a:off x="9642646" y="1673679"/>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7" name="Freeform: Shape 47">
                  <a:extLst>
                    <a:ext uri="{FF2B5EF4-FFF2-40B4-BE49-F238E27FC236}">
                      <a16:creationId xmlns:a16="http://schemas.microsoft.com/office/drawing/2014/main" id="{B49A28E8-AC55-CC5B-E4AF-F23CCA2CB4CF}"/>
                    </a:ext>
                  </a:extLst>
                </p:cNvPr>
                <p:cNvSpPr/>
                <p:nvPr/>
              </p:nvSpPr>
              <p:spPr>
                <a:xfrm>
                  <a:off x="9736429" y="1673679"/>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8" name="Freeform: Shape 48">
                  <a:extLst>
                    <a:ext uri="{FF2B5EF4-FFF2-40B4-BE49-F238E27FC236}">
                      <a16:creationId xmlns:a16="http://schemas.microsoft.com/office/drawing/2014/main" id="{7773B7FB-A40D-0AFA-AE12-B1000D840C62}"/>
                    </a:ext>
                  </a:extLst>
                </p:cNvPr>
                <p:cNvSpPr/>
                <p:nvPr/>
              </p:nvSpPr>
              <p:spPr>
                <a:xfrm>
                  <a:off x="9830399" y="1673679"/>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9" name="Freeform: Shape 49">
                  <a:extLst>
                    <a:ext uri="{FF2B5EF4-FFF2-40B4-BE49-F238E27FC236}">
                      <a16:creationId xmlns:a16="http://schemas.microsoft.com/office/drawing/2014/main" id="{A1CF369F-2CA1-CB86-16F1-9E442BB78787}"/>
                    </a:ext>
                  </a:extLst>
                </p:cNvPr>
                <p:cNvSpPr/>
                <p:nvPr/>
              </p:nvSpPr>
              <p:spPr>
                <a:xfrm>
                  <a:off x="9924182" y="1673679"/>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41" name="Freeform: Shape 30">
                <a:extLst>
                  <a:ext uri="{FF2B5EF4-FFF2-40B4-BE49-F238E27FC236}">
                    <a16:creationId xmlns:a16="http://schemas.microsoft.com/office/drawing/2014/main" id="{C80BF32F-40D7-FF0D-A3ED-170EAFDEACFE}"/>
                  </a:ext>
                </a:extLst>
              </p:cNvPr>
              <p:cNvSpPr/>
              <p:nvPr/>
            </p:nvSpPr>
            <p:spPr>
              <a:xfrm>
                <a:off x="8559439" y="3642966"/>
                <a:ext cx="88597" cy="88766"/>
              </a:xfrm>
              <a:custGeom>
                <a:avLst/>
                <a:gdLst>
                  <a:gd name="connsiteX0" fmla="*/ 93596 w 93595"/>
                  <a:gd name="connsiteY0" fmla="*/ 46611 h 93221"/>
                  <a:gd name="connsiteX1" fmla="*/ 46798 w 93595"/>
                  <a:gd name="connsiteY1" fmla="*/ 93221 h 93221"/>
                  <a:gd name="connsiteX2" fmla="*/ 0 w 93595"/>
                  <a:gd name="connsiteY2" fmla="*/ 46611 h 93221"/>
                  <a:gd name="connsiteX3" fmla="*/ 46798 w 93595"/>
                  <a:gd name="connsiteY3" fmla="*/ 0 h 93221"/>
                  <a:gd name="connsiteX4" fmla="*/ 93596 w 93595"/>
                  <a:gd name="connsiteY4" fmla="*/ 46611 h 93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95" h="93221">
                    <a:moveTo>
                      <a:pt x="93596" y="46611"/>
                    </a:moveTo>
                    <a:cubicBezTo>
                      <a:pt x="93596" y="72353"/>
                      <a:pt x="72644" y="93221"/>
                      <a:pt x="46798" y="93221"/>
                    </a:cubicBezTo>
                    <a:cubicBezTo>
                      <a:pt x="20952" y="93221"/>
                      <a:pt x="0" y="72353"/>
                      <a:pt x="0" y="46611"/>
                    </a:cubicBezTo>
                    <a:cubicBezTo>
                      <a:pt x="0" y="20868"/>
                      <a:pt x="20952" y="0"/>
                      <a:pt x="46798" y="0"/>
                    </a:cubicBezTo>
                    <a:cubicBezTo>
                      <a:pt x="72644" y="0"/>
                      <a:pt x="93596" y="20868"/>
                      <a:pt x="93596" y="46611"/>
                    </a:cubicBez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42" name="Graphic 388">
                <a:extLst>
                  <a:ext uri="{FF2B5EF4-FFF2-40B4-BE49-F238E27FC236}">
                    <a16:creationId xmlns:a16="http://schemas.microsoft.com/office/drawing/2014/main" id="{3D0FD523-8F78-56DA-F0C1-A8E566FB493E}"/>
                  </a:ext>
                </a:extLst>
              </p:cNvPr>
              <p:cNvGrpSpPr/>
              <p:nvPr/>
            </p:nvGrpSpPr>
            <p:grpSpPr>
              <a:xfrm>
                <a:off x="7240575" y="4064516"/>
                <a:ext cx="666430" cy="133148"/>
                <a:chOff x="9266953" y="2139598"/>
                <a:chExt cx="704026" cy="139831"/>
              </a:xfrm>
              <a:grpFill/>
            </p:grpSpPr>
            <p:sp>
              <p:nvSpPr>
                <p:cNvPr id="44" name="Freeform: Shape 34">
                  <a:extLst>
                    <a:ext uri="{FF2B5EF4-FFF2-40B4-BE49-F238E27FC236}">
                      <a16:creationId xmlns:a16="http://schemas.microsoft.com/office/drawing/2014/main" id="{6F7B443F-5FC2-7509-4A44-BCBE9C8504FB}"/>
                    </a:ext>
                  </a:extLst>
                </p:cNvPr>
                <p:cNvSpPr/>
                <p:nvPr/>
              </p:nvSpPr>
              <p:spPr>
                <a:xfrm>
                  <a:off x="9266953" y="2139598"/>
                  <a:ext cx="46797" cy="139831"/>
                </a:xfrm>
                <a:custGeom>
                  <a:avLst/>
                  <a:gdLst>
                    <a:gd name="connsiteX0" fmla="*/ 0 w 46797"/>
                    <a:gd name="connsiteY0" fmla="*/ 0 h 139831"/>
                    <a:gd name="connsiteX1" fmla="*/ 46798 w 46797"/>
                    <a:gd name="connsiteY1" fmla="*/ 0 h 139831"/>
                    <a:gd name="connsiteX2" fmla="*/ 46798 w 46797"/>
                    <a:gd name="connsiteY2" fmla="*/ 139832 h 139831"/>
                    <a:gd name="connsiteX3" fmla="*/ 0 w 46797"/>
                    <a:gd name="connsiteY3" fmla="*/ 139832 h 139831"/>
                  </a:gdLst>
                  <a:ahLst/>
                  <a:cxnLst>
                    <a:cxn ang="0">
                      <a:pos x="connsiteX0" y="connsiteY0"/>
                    </a:cxn>
                    <a:cxn ang="0">
                      <a:pos x="connsiteX1" y="connsiteY1"/>
                    </a:cxn>
                    <a:cxn ang="0">
                      <a:pos x="connsiteX2" y="connsiteY2"/>
                    </a:cxn>
                    <a:cxn ang="0">
                      <a:pos x="connsiteX3" y="connsiteY3"/>
                    </a:cxn>
                  </a:cxnLst>
                  <a:rect l="l" t="t" r="r" b="b"/>
                  <a:pathLst>
                    <a:path w="46797" h="139831">
                      <a:moveTo>
                        <a:pt x="0" y="0"/>
                      </a:moveTo>
                      <a:lnTo>
                        <a:pt x="46798" y="0"/>
                      </a:lnTo>
                      <a:lnTo>
                        <a:pt x="46798" y="139832"/>
                      </a:lnTo>
                      <a:lnTo>
                        <a:pt x="0" y="139832"/>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5" name="Freeform: Shape 35">
                  <a:extLst>
                    <a:ext uri="{FF2B5EF4-FFF2-40B4-BE49-F238E27FC236}">
                      <a16:creationId xmlns:a16="http://schemas.microsoft.com/office/drawing/2014/main" id="{AFCF811F-C004-3581-CD2A-EF59C4D307C5}"/>
                    </a:ext>
                  </a:extLst>
                </p:cNvPr>
                <p:cNvSpPr/>
                <p:nvPr/>
              </p:nvSpPr>
              <p:spPr>
                <a:xfrm>
                  <a:off x="9360923" y="2139598"/>
                  <a:ext cx="46797" cy="139831"/>
                </a:xfrm>
                <a:custGeom>
                  <a:avLst/>
                  <a:gdLst>
                    <a:gd name="connsiteX0" fmla="*/ 0 w 46797"/>
                    <a:gd name="connsiteY0" fmla="*/ 0 h 139831"/>
                    <a:gd name="connsiteX1" fmla="*/ 46798 w 46797"/>
                    <a:gd name="connsiteY1" fmla="*/ 0 h 139831"/>
                    <a:gd name="connsiteX2" fmla="*/ 46798 w 46797"/>
                    <a:gd name="connsiteY2" fmla="*/ 139832 h 139831"/>
                    <a:gd name="connsiteX3" fmla="*/ 0 w 46797"/>
                    <a:gd name="connsiteY3" fmla="*/ 139832 h 139831"/>
                  </a:gdLst>
                  <a:ahLst/>
                  <a:cxnLst>
                    <a:cxn ang="0">
                      <a:pos x="connsiteX0" y="connsiteY0"/>
                    </a:cxn>
                    <a:cxn ang="0">
                      <a:pos x="connsiteX1" y="connsiteY1"/>
                    </a:cxn>
                    <a:cxn ang="0">
                      <a:pos x="connsiteX2" y="connsiteY2"/>
                    </a:cxn>
                    <a:cxn ang="0">
                      <a:pos x="connsiteX3" y="connsiteY3"/>
                    </a:cxn>
                  </a:cxnLst>
                  <a:rect l="l" t="t" r="r" b="b"/>
                  <a:pathLst>
                    <a:path w="46797" h="139831">
                      <a:moveTo>
                        <a:pt x="0" y="0"/>
                      </a:moveTo>
                      <a:lnTo>
                        <a:pt x="46798" y="0"/>
                      </a:lnTo>
                      <a:lnTo>
                        <a:pt x="46798" y="139832"/>
                      </a:lnTo>
                      <a:lnTo>
                        <a:pt x="0" y="139832"/>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6" name="Freeform: Shape 36">
                  <a:extLst>
                    <a:ext uri="{FF2B5EF4-FFF2-40B4-BE49-F238E27FC236}">
                      <a16:creationId xmlns:a16="http://schemas.microsoft.com/office/drawing/2014/main" id="{022BDCBE-6B9F-CD39-7617-6D1C0B0CFFB9}"/>
                    </a:ext>
                  </a:extLst>
                </p:cNvPr>
                <p:cNvSpPr/>
                <p:nvPr/>
              </p:nvSpPr>
              <p:spPr>
                <a:xfrm>
                  <a:off x="9454706" y="2139598"/>
                  <a:ext cx="46797" cy="139831"/>
                </a:xfrm>
                <a:custGeom>
                  <a:avLst/>
                  <a:gdLst>
                    <a:gd name="connsiteX0" fmla="*/ 0 w 46797"/>
                    <a:gd name="connsiteY0" fmla="*/ 0 h 139831"/>
                    <a:gd name="connsiteX1" fmla="*/ 46798 w 46797"/>
                    <a:gd name="connsiteY1" fmla="*/ 0 h 139831"/>
                    <a:gd name="connsiteX2" fmla="*/ 46798 w 46797"/>
                    <a:gd name="connsiteY2" fmla="*/ 139832 h 139831"/>
                    <a:gd name="connsiteX3" fmla="*/ 0 w 46797"/>
                    <a:gd name="connsiteY3" fmla="*/ 139832 h 139831"/>
                  </a:gdLst>
                  <a:ahLst/>
                  <a:cxnLst>
                    <a:cxn ang="0">
                      <a:pos x="connsiteX0" y="connsiteY0"/>
                    </a:cxn>
                    <a:cxn ang="0">
                      <a:pos x="connsiteX1" y="connsiteY1"/>
                    </a:cxn>
                    <a:cxn ang="0">
                      <a:pos x="connsiteX2" y="connsiteY2"/>
                    </a:cxn>
                    <a:cxn ang="0">
                      <a:pos x="connsiteX3" y="connsiteY3"/>
                    </a:cxn>
                  </a:cxnLst>
                  <a:rect l="l" t="t" r="r" b="b"/>
                  <a:pathLst>
                    <a:path w="46797" h="139831">
                      <a:moveTo>
                        <a:pt x="0" y="0"/>
                      </a:moveTo>
                      <a:lnTo>
                        <a:pt x="46798" y="0"/>
                      </a:lnTo>
                      <a:lnTo>
                        <a:pt x="46798" y="139832"/>
                      </a:lnTo>
                      <a:lnTo>
                        <a:pt x="0" y="139832"/>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7" name="Freeform: Shape 37">
                  <a:extLst>
                    <a:ext uri="{FF2B5EF4-FFF2-40B4-BE49-F238E27FC236}">
                      <a16:creationId xmlns:a16="http://schemas.microsoft.com/office/drawing/2014/main" id="{75912C0E-4A09-A651-E6A4-7E422D841F78}"/>
                    </a:ext>
                  </a:extLst>
                </p:cNvPr>
                <p:cNvSpPr/>
                <p:nvPr/>
              </p:nvSpPr>
              <p:spPr>
                <a:xfrm>
                  <a:off x="9548676" y="2139598"/>
                  <a:ext cx="46797" cy="139831"/>
                </a:xfrm>
                <a:custGeom>
                  <a:avLst/>
                  <a:gdLst>
                    <a:gd name="connsiteX0" fmla="*/ 0 w 46797"/>
                    <a:gd name="connsiteY0" fmla="*/ 0 h 139831"/>
                    <a:gd name="connsiteX1" fmla="*/ 46798 w 46797"/>
                    <a:gd name="connsiteY1" fmla="*/ 0 h 139831"/>
                    <a:gd name="connsiteX2" fmla="*/ 46798 w 46797"/>
                    <a:gd name="connsiteY2" fmla="*/ 139832 h 139831"/>
                    <a:gd name="connsiteX3" fmla="*/ 0 w 46797"/>
                    <a:gd name="connsiteY3" fmla="*/ 139832 h 139831"/>
                  </a:gdLst>
                  <a:ahLst/>
                  <a:cxnLst>
                    <a:cxn ang="0">
                      <a:pos x="connsiteX0" y="connsiteY0"/>
                    </a:cxn>
                    <a:cxn ang="0">
                      <a:pos x="connsiteX1" y="connsiteY1"/>
                    </a:cxn>
                    <a:cxn ang="0">
                      <a:pos x="connsiteX2" y="connsiteY2"/>
                    </a:cxn>
                    <a:cxn ang="0">
                      <a:pos x="connsiteX3" y="connsiteY3"/>
                    </a:cxn>
                  </a:cxnLst>
                  <a:rect l="l" t="t" r="r" b="b"/>
                  <a:pathLst>
                    <a:path w="46797" h="139831">
                      <a:moveTo>
                        <a:pt x="0" y="0"/>
                      </a:moveTo>
                      <a:lnTo>
                        <a:pt x="46798" y="0"/>
                      </a:lnTo>
                      <a:lnTo>
                        <a:pt x="46798" y="139832"/>
                      </a:lnTo>
                      <a:lnTo>
                        <a:pt x="0" y="139832"/>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8" name="Freeform: Shape 38">
                  <a:extLst>
                    <a:ext uri="{FF2B5EF4-FFF2-40B4-BE49-F238E27FC236}">
                      <a16:creationId xmlns:a16="http://schemas.microsoft.com/office/drawing/2014/main" id="{F81AFBA0-655F-649E-E572-E20768BC782B}"/>
                    </a:ext>
                  </a:extLst>
                </p:cNvPr>
                <p:cNvSpPr/>
                <p:nvPr/>
              </p:nvSpPr>
              <p:spPr>
                <a:xfrm>
                  <a:off x="9642646" y="2139598"/>
                  <a:ext cx="46797" cy="139831"/>
                </a:xfrm>
                <a:custGeom>
                  <a:avLst/>
                  <a:gdLst>
                    <a:gd name="connsiteX0" fmla="*/ 0 w 46797"/>
                    <a:gd name="connsiteY0" fmla="*/ 0 h 139831"/>
                    <a:gd name="connsiteX1" fmla="*/ 46798 w 46797"/>
                    <a:gd name="connsiteY1" fmla="*/ 0 h 139831"/>
                    <a:gd name="connsiteX2" fmla="*/ 46798 w 46797"/>
                    <a:gd name="connsiteY2" fmla="*/ 139832 h 139831"/>
                    <a:gd name="connsiteX3" fmla="*/ 0 w 46797"/>
                    <a:gd name="connsiteY3" fmla="*/ 139832 h 139831"/>
                  </a:gdLst>
                  <a:ahLst/>
                  <a:cxnLst>
                    <a:cxn ang="0">
                      <a:pos x="connsiteX0" y="connsiteY0"/>
                    </a:cxn>
                    <a:cxn ang="0">
                      <a:pos x="connsiteX1" y="connsiteY1"/>
                    </a:cxn>
                    <a:cxn ang="0">
                      <a:pos x="connsiteX2" y="connsiteY2"/>
                    </a:cxn>
                    <a:cxn ang="0">
                      <a:pos x="connsiteX3" y="connsiteY3"/>
                    </a:cxn>
                  </a:cxnLst>
                  <a:rect l="l" t="t" r="r" b="b"/>
                  <a:pathLst>
                    <a:path w="46797" h="139831">
                      <a:moveTo>
                        <a:pt x="0" y="0"/>
                      </a:moveTo>
                      <a:lnTo>
                        <a:pt x="46798" y="0"/>
                      </a:lnTo>
                      <a:lnTo>
                        <a:pt x="46798" y="139832"/>
                      </a:lnTo>
                      <a:lnTo>
                        <a:pt x="0" y="139832"/>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9" name="Freeform: Shape 39">
                  <a:extLst>
                    <a:ext uri="{FF2B5EF4-FFF2-40B4-BE49-F238E27FC236}">
                      <a16:creationId xmlns:a16="http://schemas.microsoft.com/office/drawing/2014/main" id="{949AA728-06AB-4EDB-9FEC-0A55CF78D0F4}"/>
                    </a:ext>
                  </a:extLst>
                </p:cNvPr>
                <p:cNvSpPr/>
                <p:nvPr/>
              </p:nvSpPr>
              <p:spPr>
                <a:xfrm>
                  <a:off x="9736429" y="2139598"/>
                  <a:ext cx="46797" cy="139831"/>
                </a:xfrm>
                <a:custGeom>
                  <a:avLst/>
                  <a:gdLst>
                    <a:gd name="connsiteX0" fmla="*/ 0 w 46797"/>
                    <a:gd name="connsiteY0" fmla="*/ 0 h 139831"/>
                    <a:gd name="connsiteX1" fmla="*/ 46798 w 46797"/>
                    <a:gd name="connsiteY1" fmla="*/ 0 h 139831"/>
                    <a:gd name="connsiteX2" fmla="*/ 46798 w 46797"/>
                    <a:gd name="connsiteY2" fmla="*/ 139832 h 139831"/>
                    <a:gd name="connsiteX3" fmla="*/ 0 w 46797"/>
                    <a:gd name="connsiteY3" fmla="*/ 139832 h 139831"/>
                  </a:gdLst>
                  <a:ahLst/>
                  <a:cxnLst>
                    <a:cxn ang="0">
                      <a:pos x="connsiteX0" y="connsiteY0"/>
                    </a:cxn>
                    <a:cxn ang="0">
                      <a:pos x="connsiteX1" y="connsiteY1"/>
                    </a:cxn>
                    <a:cxn ang="0">
                      <a:pos x="connsiteX2" y="connsiteY2"/>
                    </a:cxn>
                    <a:cxn ang="0">
                      <a:pos x="connsiteX3" y="connsiteY3"/>
                    </a:cxn>
                  </a:cxnLst>
                  <a:rect l="l" t="t" r="r" b="b"/>
                  <a:pathLst>
                    <a:path w="46797" h="139831">
                      <a:moveTo>
                        <a:pt x="0" y="0"/>
                      </a:moveTo>
                      <a:lnTo>
                        <a:pt x="46798" y="0"/>
                      </a:lnTo>
                      <a:lnTo>
                        <a:pt x="46798" y="139832"/>
                      </a:lnTo>
                      <a:lnTo>
                        <a:pt x="0" y="139832"/>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0" name="Freeform: Shape 40">
                  <a:extLst>
                    <a:ext uri="{FF2B5EF4-FFF2-40B4-BE49-F238E27FC236}">
                      <a16:creationId xmlns:a16="http://schemas.microsoft.com/office/drawing/2014/main" id="{1E24AF1E-9E69-DDF4-ADF4-661D10CA4BC8}"/>
                    </a:ext>
                  </a:extLst>
                </p:cNvPr>
                <p:cNvSpPr/>
                <p:nvPr/>
              </p:nvSpPr>
              <p:spPr>
                <a:xfrm>
                  <a:off x="9830399" y="2139598"/>
                  <a:ext cx="46797" cy="139831"/>
                </a:xfrm>
                <a:custGeom>
                  <a:avLst/>
                  <a:gdLst>
                    <a:gd name="connsiteX0" fmla="*/ 0 w 46797"/>
                    <a:gd name="connsiteY0" fmla="*/ 0 h 139831"/>
                    <a:gd name="connsiteX1" fmla="*/ 46798 w 46797"/>
                    <a:gd name="connsiteY1" fmla="*/ 0 h 139831"/>
                    <a:gd name="connsiteX2" fmla="*/ 46798 w 46797"/>
                    <a:gd name="connsiteY2" fmla="*/ 139832 h 139831"/>
                    <a:gd name="connsiteX3" fmla="*/ 0 w 46797"/>
                    <a:gd name="connsiteY3" fmla="*/ 139832 h 139831"/>
                  </a:gdLst>
                  <a:ahLst/>
                  <a:cxnLst>
                    <a:cxn ang="0">
                      <a:pos x="connsiteX0" y="connsiteY0"/>
                    </a:cxn>
                    <a:cxn ang="0">
                      <a:pos x="connsiteX1" y="connsiteY1"/>
                    </a:cxn>
                    <a:cxn ang="0">
                      <a:pos x="connsiteX2" y="connsiteY2"/>
                    </a:cxn>
                    <a:cxn ang="0">
                      <a:pos x="connsiteX3" y="connsiteY3"/>
                    </a:cxn>
                  </a:cxnLst>
                  <a:rect l="l" t="t" r="r" b="b"/>
                  <a:pathLst>
                    <a:path w="46797" h="139831">
                      <a:moveTo>
                        <a:pt x="0" y="0"/>
                      </a:moveTo>
                      <a:lnTo>
                        <a:pt x="46798" y="0"/>
                      </a:lnTo>
                      <a:lnTo>
                        <a:pt x="46798" y="139832"/>
                      </a:lnTo>
                      <a:lnTo>
                        <a:pt x="0" y="139832"/>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1" name="Freeform: Shape 41">
                  <a:extLst>
                    <a:ext uri="{FF2B5EF4-FFF2-40B4-BE49-F238E27FC236}">
                      <a16:creationId xmlns:a16="http://schemas.microsoft.com/office/drawing/2014/main" id="{8E5B7117-C68D-92BD-63CC-DBFD16987535}"/>
                    </a:ext>
                  </a:extLst>
                </p:cNvPr>
                <p:cNvSpPr/>
                <p:nvPr/>
              </p:nvSpPr>
              <p:spPr>
                <a:xfrm>
                  <a:off x="9924182" y="2139598"/>
                  <a:ext cx="46797" cy="139831"/>
                </a:xfrm>
                <a:custGeom>
                  <a:avLst/>
                  <a:gdLst>
                    <a:gd name="connsiteX0" fmla="*/ 0 w 46797"/>
                    <a:gd name="connsiteY0" fmla="*/ 0 h 139831"/>
                    <a:gd name="connsiteX1" fmla="*/ 46798 w 46797"/>
                    <a:gd name="connsiteY1" fmla="*/ 0 h 139831"/>
                    <a:gd name="connsiteX2" fmla="*/ 46798 w 46797"/>
                    <a:gd name="connsiteY2" fmla="*/ 139832 h 139831"/>
                    <a:gd name="connsiteX3" fmla="*/ 0 w 46797"/>
                    <a:gd name="connsiteY3" fmla="*/ 139832 h 139831"/>
                  </a:gdLst>
                  <a:ahLst/>
                  <a:cxnLst>
                    <a:cxn ang="0">
                      <a:pos x="connsiteX0" y="connsiteY0"/>
                    </a:cxn>
                    <a:cxn ang="0">
                      <a:pos x="connsiteX1" y="connsiteY1"/>
                    </a:cxn>
                    <a:cxn ang="0">
                      <a:pos x="connsiteX2" y="connsiteY2"/>
                    </a:cxn>
                    <a:cxn ang="0">
                      <a:pos x="connsiteX3" y="connsiteY3"/>
                    </a:cxn>
                  </a:cxnLst>
                  <a:rect l="l" t="t" r="r" b="b"/>
                  <a:pathLst>
                    <a:path w="46797" h="139831">
                      <a:moveTo>
                        <a:pt x="0" y="0"/>
                      </a:moveTo>
                      <a:lnTo>
                        <a:pt x="46798" y="0"/>
                      </a:lnTo>
                      <a:lnTo>
                        <a:pt x="46798" y="139832"/>
                      </a:lnTo>
                      <a:lnTo>
                        <a:pt x="0" y="139832"/>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43" name="Freeform: Shape 33">
                <a:extLst>
                  <a:ext uri="{FF2B5EF4-FFF2-40B4-BE49-F238E27FC236}">
                    <a16:creationId xmlns:a16="http://schemas.microsoft.com/office/drawing/2014/main" id="{49A00E5C-2BBF-FC81-161C-C4BF69D8083F}"/>
                  </a:ext>
                </a:extLst>
              </p:cNvPr>
              <p:cNvSpPr/>
              <p:nvPr/>
            </p:nvSpPr>
            <p:spPr>
              <a:xfrm>
                <a:off x="8559439" y="4086618"/>
                <a:ext cx="88597" cy="88766"/>
              </a:xfrm>
              <a:custGeom>
                <a:avLst/>
                <a:gdLst>
                  <a:gd name="connsiteX0" fmla="*/ 93596 w 93595"/>
                  <a:gd name="connsiteY0" fmla="*/ 46611 h 93221"/>
                  <a:gd name="connsiteX1" fmla="*/ 46798 w 93595"/>
                  <a:gd name="connsiteY1" fmla="*/ 93221 h 93221"/>
                  <a:gd name="connsiteX2" fmla="*/ 0 w 93595"/>
                  <a:gd name="connsiteY2" fmla="*/ 46611 h 93221"/>
                  <a:gd name="connsiteX3" fmla="*/ 46798 w 93595"/>
                  <a:gd name="connsiteY3" fmla="*/ 0 h 93221"/>
                  <a:gd name="connsiteX4" fmla="*/ 93596 w 93595"/>
                  <a:gd name="connsiteY4" fmla="*/ 46611 h 93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95" h="93221">
                    <a:moveTo>
                      <a:pt x="93596" y="46611"/>
                    </a:moveTo>
                    <a:cubicBezTo>
                      <a:pt x="93596" y="72353"/>
                      <a:pt x="72644" y="93221"/>
                      <a:pt x="46798" y="93221"/>
                    </a:cubicBezTo>
                    <a:cubicBezTo>
                      <a:pt x="20952" y="93221"/>
                      <a:pt x="0" y="72353"/>
                      <a:pt x="0" y="46611"/>
                    </a:cubicBezTo>
                    <a:cubicBezTo>
                      <a:pt x="0" y="20868"/>
                      <a:pt x="20952" y="0"/>
                      <a:pt x="46798" y="0"/>
                    </a:cubicBezTo>
                    <a:cubicBezTo>
                      <a:pt x="72644" y="0"/>
                      <a:pt x="93596" y="20868"/>
                      <a:pt x="93596" y="46611"/>
                    </a:cubicBez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141" name="TextBox 140">
            <a:extLst>
              <a:ext uri="{FF2B5EF4-FFF2-40B4-BE49-F238E27FC236}">
                <a16:creationId xmlns:a16="http://schemas.microsoft.com/office/drawing/2014/main" id="{F4A3E0D3-216E-0A60-FF95-786D081E58DF}"/>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143" name="Graphic 8">
            <a:extLst>
              <a:ext uri="{FF2B5EF4-FFF2-40B4-BE49-F238E27FC236}">
                <a16:creationId xmlns:a16="http://schemas.microsoft.com/office/drawing/2014/main" id="{2B89775A-5A5C-5A3B-34AF-94DC5E4900B4}"/>
              </a:ext>
            </a:extLst>
          </p:cNvPr>
          <p:cNvGrpSpPr/>
          <p:nvPr userDrawn="1"/>
        </p:nvGrpSpPr>
        <p:grpSpPr>
          <a:xfrm>
            <a:off x="265625" y="6323271"/>
            <a:ext cx="1249223" cy="369648"/>
            <a:chOff x="265625" y="6323271"/>
            <a:chExt cx="1249223" cy="369648"/>
          </a:xfrm>
          <a:solidFill>
            <a:srgbClr val="000000"/>
          </a:solidFill>
        </p:grpSpPr>
        <p:grpSp>
          <p:nvGrpSpPr>
            <p:cNvPr id="144" name="Graphic 8">
              <a:extLst>
                <a:ext uri="{FF2B5EF4-FFF2-40B4-BE49-F238E27FC236}">
                  <a16:creationId xmlns:a16="http://schemas.microsoft.com/office/drawing/2014/main" id="{A5B9EA73-45A3-494A-D088-DDAD43849F6D}"/>
                </a:ext>
              </a:extLst>
            </p:cNvPr>
            <p:cNvGrpSpPr/>
            <p:nvPr/>
          </p:nvGrpSpPr>
          <p:grpSpPr>
            <a:xfrm>
              <a:off x="745455" y="6594444"/>
              <a:ext cx="722662" cy="98475"/>
              <a:chOff x="745455" y="6594444"/>
              <a:chExt cx="722662" cy="98475"/>
            </a:xfrm>
            <a:solidFill>
              <a:srgbClr val="000000"/>
            </a:solidFill>
          </p:grpSpPr>
          <p:sp>
            <p:nvSpPr>
              <p:cNvPr id="153" name="Freeform 19">
                <a:extLst>
                  <a:ext uri="{FF2B5EF4-FFF2-40B4-BE49-F238E27FC236}">
                    <a16:creationId xmlns:a16="http://schemas.microsoft.com/office/drawing/2014/main" id="{7B79B837-C9C0-EF74-3ED9-F5C2DC465574}"/>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154" name="Freeform 20">
                <a:extLst>
                  <a:ext uri="{FF2B5EF4-FFF2-40B4-BE49-F238E27FC236}">
                    <a16:creationId xmlns:a16="http://schemas.microsoft.com/office/drawing/2014/main" id="{180D77C1-E6E2-689C-3C56-CDD68C861462}"/>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155" name="Freeform 21">
                <a:extLst>
                  <a:ext uri="{FF2B5EF4-FFF2-40B4-BE49-F238E27FC236}">
                    <a16:creationId xmlns:a16="http://schemas.microsoft.com/office/drawing/2014/main" id="{1EE3A36C-A3B8-4E20-CB16-C6AD558C095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156" name="Freeform 22">
                <a:extLst>
                  <a:ext uri="{FF2B5EF4-FFF2-40B4-BE49-F238E27FC236}">
                    <a16:creationId xmlns:a16="http://schemas.microsoft.com/office/drawing/2014/main" id="{39476531-FB73-9594-6F1F-9D7702B7E974}"/>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157" name="Freeform 23">
                <a:extLst>
                  <a:ext uri="{FF2B5EF4-FFF2-40B4-BE49-F238E27FC236}">
                    <a16:creationId xmlns:a16="http://schemas.microsoft.com/office/drawing/2014/main" id="{A68FF1D1-A385-E651-5544-4CB8EAE3FA49}"/>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58" name="Freeform 24">
                <a:extLst>
                  <a:ext uri="{FF2B5EF4-FFF2-40B4-BE49-F238E27FC236}">
                    <a16:creationId xmlns:a16="http://schemas.microsoft.com/office/drawing/2014/main" id="{9335442C-77ED-9032-AEE7-D8B1339FF5C3}"/>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159" name="Freeform 25">
                <a:extLst>
                  <a:ext uri="{FF2B5EF4-FFF2-40B4-BE49-F238E27FC236}">
                    <a16:creationId xmlns:a16="http://schemas.microsoft.com/office/drawing/2014/main" id="{AE5FB4D7-9A4A-783A-B39B-67E758F34AE0}"/>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160" name="Freeform 26">
                <a:extLst>
                  <a:ext uri="{FF2B5EF4-FFF2-40B4-BE49-F238E27FC236}">
                    <a16:creationId xmlns:a16="http://schemas.microsoft.com/office/drawing/2014/main" id="{331A7A41-AB7A-E20D-A224-906B16BB7E5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161" name="Freeform 27">
                <a:extLst>
                  <a:ext uri="{FF2B5EF4-FFF2-40B4-BE49-F238E27FC236}">
                    <a16:creationId xmlns:a16="http://schemas.microsoft.com/office/drawing/2014/main" id="{DE582915-B373-D72B-EA9B-CD4F5CE6C660}"/>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62" name="Freeform 28">
                <a:extLst>
                  <a:ext uri="{FF2B5EF4-FFF2-40B4-BE49-F238E27FC236}">
                    <a16:creationId xmlns:a16="http://schemas.microsoft.com/office/drawing/2014/main" id="{CB18936B-C884-0EB5-8AF3-97472C8E7C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45" name="Graphic 8">
              <a:extLst>
                <a:ext uri="{FF2B5EF4-FFF2-40B4-BE49-F238E27FC236}">
                  <a16:creationId xmlns:a16="http://schemas.microsoft.com/office/drawing/2014/main" id="{AC0DE174-BA1E-95BF-A2DA-B4CCC8254665}"/>
                </a:ext>
              </a:extLst>
            </p:cNvPr>
            <p:cNvGrpSpPr/>
            <p:nvPr/>
          </p:nvGrpSpPr>
          <p:grpSpPr>
            <a:xfrm>
              <a:off x="265625" y="6323271"/>
              <a:ext cx="1249223" cy="190348"/>
              <a:chOff x="265625" y="6323271"/>
              <a:chExt cx="1249223" cy="190348"/>
            </a:xfrm>
            <a:solidFill>
              <a:srgbClr val="000000"/>
            </a:solidFill>
          </p:grpSpPr>
          <p:sp>
            <p:nvSpPr>
              <p:cNvPr id="146" name="Freeform 10">
                <a:extLst>
                  <a:ext uri="{FF2B5EF4-FFF2-40B4-BE49-F238E27FC236}">
                    <a16:creationId xmlns:a16="http://schemas.microsoft.com/office/drawing/2014/main" id="{06664CEB-160F-1AAA-CEF9-B5B3C0FCD5F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47" name="Freeform 11">
                <a:extLst>
                  <a:ext uri="{FF2B5EF4-FFF2-40B4-BE49-F238E27FC236}">
                    <a16:creationId xmlns:a16="http://schemas.microsoft.com/office/drawing/2014/main" id="{BD9348E6-A0BC-94B5-0007-A761A2D3C3F2}"/>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8" name="Freeform 14">
                <a:extLst>
                  <a:ext uri="{FF2B5EF4-FFF2-40B4-BE49-F238E27FC236}">
                    <a16:creationId xmlns:a16="http://schemas.microsoft.com/office/drawing/2014/main" id="{93FCF3F4-65D6-7382-8C65-B5A6403CF03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49" name="Freeform 15">
                <a:extLst>
                  <a:ext uri="{FF2B5EF4-FFF2-40B4-BE49-F238E27FC236}">
                    <a16:creationId xmlns:a16="http://schemas.microsoft.com/office/drawing/2014/main" id="{46194B1A-8C2D-BCCC-3AA6-E0176CF337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50" name="Freeform 16">
                <a:extLst>
                  <a:ext uri="{FF2B5EF4-FFF2-40B4-BE49-F238E27FC236}">
                    <a16:creationId xmlns:a16="http://schemas.microsoft.com/office/drawing/2014/main" id="{36732589-FBC7-3140-4265-B64D27C2ED1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51" name="Freeform 17">
                <a:extLst>
                  <a:ext uri="{FF2B5EF4-FFF2-40B4-BE49-F238E27FC236}">
                    <a16:creationId xmlns:a16="http://schemas.microsoft.com/office/drawing/2014/main" id="{4C4497EA-46BF-3D3D-5B5B-D32228D1F6F3}"/>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52" name="Freeform 18">
                <a:extLst>
                  <a:ext uri="{FF2B5EF4-FFF2-40B4-BE49-F238E27FC236}">
                    <a16:creationId xmlns:a16="http://schemas.microsoft.com/office/drawing/2014/main" id="{7832904D-BF0E-EF18-6B3F-9DA48D7437E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142" name="TextBox 141">
            <a:extLst>
              <a:ext uri="{FF2B5EF4-FFF2-40B4-BE49-F238E27FC236}">
                <a16:creationId xmlns:a16="http://schemas.microsoft.com/office/drawing/2014/main" id="{88558093-6D10-6FE6-FCDC-A7C330E20EEB}"/>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3231372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Section - Develop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3" name="Parallelogram 2">
            <a:extLst>
              <a:ext uri="{FF2B5EF4-FFF2-40B4-BE49-F238E27FC236}">
                <a16:creationId xmlns:a16="http://schemas.microsoft.com/office/drawing/2014/main" id="{5F942261-A521-60D5-A5C3-A85CF4F32FA9}"/>
              </a:ext>
            </a:extLst>
          </p:cNvPr>
          <p:cNvSpPr/>
          <p:nvPr userDrawn="1"/>
        </p:nvSpPr>
        <p:spPr>
          <a:xfrm>
            <a:off x="5406003" y="15044"/>
            <a:ext cx="14676689" cy="6858001"/>
          </a:xfrm>
          <a:prstGeom prst="parallelogram">
            <a:avLst>
              <a:gd name="adj" fmla="val 100124"/>
            </a:avLst>
          </a:prstGeom>
          <a:gradFill flip="none" rotWithShape="1">
            <a:gsLst>
              <a:gs pos="24000">
                <a:schemeClr val="accent5"/>
              </a:gs>
              <a:gs pos="100000">
                <a:schemeClr val="accent5">
                  <a:lumMod val="60000"/>
                  <a:lumOff val="40000"/>
                </a:schemeClr>
              </a:gs>
            </a:gsLst>
            <a:lin ang="18900000" scaled="1"/>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rallelogram 3">
            <a:extLst>
              <a:ext uri="{FF2B5EF4-FFF2-40B4-BE49-F238E27FC236}">
                <a16:creationId xmlns:a16="http://schemas.microsoft.com/office/drawing/2014/main" id="{DC55FDFC-BFF5-72B6-48F8-99C6DED616E4}"/>
              </a:ext>
            </a:extLst>
          </p:cNvPr>
          <p:cNvSpPr/>
          <p:nvPr userDrawn="1"/>
        </p:nvSpPr>
        <p:spPr>
          <a:xfrm>
            <a:off x="1840256" y="-1"/>
            <a:ext cx="12934077" cy="6470788"/>
          </a:xfrm>
          <a:prstGeom prst="parallelogram">
            <a:avLst>
              <a:gd name="adj" fmla="val 100124"/>
            </a:avLst>
          </a:prstGeom>
          <a:gradFill flip="none" rotWithShape="1">
            <a:gsLst>
              <a:gs pos="0">
                <a:schemeClr val="accent5">
                  <a:alpha val="33000"/>
                </a:schemeClr>
              </a:gs>
              <a:gs pos="97000">
                <a:schemeClr val="accent5">
                  <a:alpha val="0"/>
                </a:schemeClr>
              </a:gs>
            </a:gsLst>
            <a:lin ang="8100000" scaled="1"/>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 name="Graphic 143">
            <a:extLst>
              <a:ext uri="{FF2B5EF4-FFF2-40B4-BE49-F238E27FC236}">
                <a16:creationId xmlns:a16="http://schemas.microsoft.com/office/drawing/2014/main" id="{D4D344BF-B1DE-868D-E423-BD5DAAC7B0C9}"/>
              </a:ext>
            </a:extLst>
          </p:cNvPr>
          <p:cNvSpPr/>
          <p:nvPr userDrawn="1"/>
        </p:nvSpPr>
        <p:spPr>
          <a:xfrm>
            <a:off x="4130978" y="4499933"/>
            <a:ext cx="2421204" cy="666750"/>
          </a:xfrm>
          <a:custGeom>
            <a:avLst/>
            <a:gdLst>
              <a:gd name="connsiteX0" fmla="*/ 482061 w 600651"/>
              <a:gd name="connsiteY0" fmla="*/ 38962 h 165407"/>
              <a:gd name="connsiteX1" fmla="*/ 398886 w 600651"/>
              <a:gd name="connsiteY1" fmla="*/ 75298 h 165407"/>
              <a:gd name="connsiteX2" fmla="*/ 268849 w 600651"/>
              <a:gd name="connsiteY2" fmla="*/ 0 h 165407"/>
              <a:gd name="connsiteX3" fmla="*/ 118927 w 600651"/>
              <a:gd name="connsiteY3" fmla="*/ 122878 h 165407"/>
              <a:gd name="connsiteX4" fmla="*/ 66185 w 600651"/>
              <a:gd name="connsiteY4" fmla="*/ 94823 h 165407"/>
              <a:gd name="connsiteX5" fmla="*/ 0 w 600651"/>
              <a:gd name="connsiteY5" fmla="*/ 165408 h 165407"/>
              <a:gd name="connsiteX6" fmla="*/ 600652 w 600651"/>
              <a:gd name="connsiteY6" fmla="*/ 165408 h 165407"/>
              <a:gd name="connsiteX7" fmla="*/ 482061 w 600651"/>
              <a:gd name="connsiteY7" fmla="*/ 38939 h 16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651" h="165407">
                <a:moveTo>
                  <a:pt x="482061" y="38962"/>
                </a:moveTo>
                <a:cubicBezTo>
                  <a:pt x="449653" y="38962"/>
                  <a:pt x="420297" y="52832"/>
                  <a:pt x="398886" y="75298"/>
                </a:cubicBezTo>
                <a:cubicBezTo>
                  <a:pt x="371236" y="29984"/>
                  <a:pt x="323341" y="0"/>
                  <a:pt x="268849" y="0"/>
                </a:cubicBezTo>
                <a:cubicBezTo>
                  <a:pt x="196963" y="0"/>
                  <a:pt x="136523" y="52136"/>
                  <a:pt x="118927" y="122878"/>
                </a:cubicBezTo>
                <a:cubicBezTo>
                  <a:pt x="106853" y="105865"/>
                  <a:pt x="87754" y="94823"/>
                  <a:pt x="66185" y="94823"/>
                </a:cubicBezTo>
                <a:cubicBezTo>
                  <a:pt x="29625" y="94823"/>
                  <a:pt x="0" y="126446"/>
                  <a:pt x="0" y="165408"/>
                </a:cubicBezTo>
                <a:lnTo>
                  <a:pt x="600652" y="165408"/>
                </a:lnTo>
                <a:cubicBezTo>
                  <a:pt x="600652" y="95564"/>
                  <a:pt x="547551" y="38939"/>
                  <a:pt x="482061" y="38939"/>
                </a:cubicBezTo>
                <a:close/>
              </a:path>
            </a:pathLst>
          </a:custGeom>
          <a:solidFill>
            <a:schemeClr val="accent5">
              <a:alpha val="18000"/>
            </a:schemeClr>
          </a:soli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6" name="Graphic 5">
            <a:extLst>
              <a:ext uri="{FF2B5EF4-FFF2-40B4-BE49-F238E27FC236}">
                <a16:creationId xmlns:a16="http://schemas.microsoft.com/office/drawing/2014/main" id="{C9DAFB5F-D079-0D12-1A57-03B02261AA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79191" y="2988649"/>
            <a:ext cx="3124591" cy="1207366"/>
          </a:xfrm>
          <a:prstGeom prst="rect">
            <a:avLst/>
          </a:prstGeom>
        </p:spPr>
      </p:pic>
      <p:grpSp>
        <p:nvGrpSpPr>
          <p:cNvPr id="7" name="Group 6">
            <a:extLst>
              <a:ext uri="{FF2B5EF4-FFF2-40B4-BE49-F238E27FC236}">
                <a16:creationId xmlns:a16="http://schemas.microsoft.com/office/drawing/2014/main" id="{112E8C14-E13E-8DDB-974A-C1206CB93365}"/>
              </a:ext>
            </a:extLst>
          </p:cNvPr>
          <p:cNvGrpSpPr/>
          <p:nvPr userDrawn="1"/>
        </p:nvGrpSpPr>
        <p:grpSpPr>
          <a:xfrm>
            <a:off x="8467108" y="1045130"/>
            <a:ext cx="1685206" cy="686138"/>
            <a:chOff x="437672" y="1280130"/>
            <a:chExt cx="2910783" cy="1185138"/>
          </a:xfrm>
        </p:grpSpPr>
        <p:sp>
          <p:nvSpPr>
            <p:cNvPr id="8" name="Freeform: Shape 187">
              <a:extLst>
                <a:ext uri="{FF2B5EF4-FFF2-40B4-BE49-F238E27FC236}">
                  <a16:creationId xmlns:a16="http://schemas.microsoft.com/office/drawing/2014/main" id="{8C76084E-C788-0541-4171-49BECD52252F}"/>
                </a:ext>
              </a:extLst>
            </p:cNvPr>
            <p:cNvSpPr/>
            <p:nvPr/>
          </p:nvSpPr>
          <p:spPr>
            <a:xfrm>
              <a:off x="437672" y="1280130"/>
              <a:ext cx="2720832" cy="1110872"/>
            </a:xfrm>
            <a:custGeom>
              <a:avLst/>
              <a:gdLst>
                <a:gd name="connsiteX0" fmla="*/ 749249 w 907209"/>
                <a:gd name="connsiteY0" fmla="*/ 212440 h 370400"/>
                <a:gd name="connsiteX1" fmla="*/ 700014 w 907209"/>
                <a:gd name="connsiteY1" fmla="*/ 220306 h 370400"/>
                <a:gd name="connsiteX2" fmla="*/ 454537 w 907209"/>
                <a:gd name="connsiteY2" fmla="*/ 0 h 370400"/>
                <a:gd name="connsiteX3" fmla="*/ 213896 w 907209"/>
                <a:gd name="connsiteY3" fmla="*/ 191405 h 370400"/>
                <a:gd name="connsiteX4" fmla="*/ 178995 w 907209"/>
                <a:gd name="connsiteY4" fmla="*/ 191405 h 370400"/>
                <a:gd name="connsiteX5" fmla="*/ 0 w 907209"/>
                <a:gd name="connsiteY5" fmla="*/ 370400 h 370400"/>
                <a:gd name="connsiteX6" fmla="*/ 907209 w 907209"/>
                <a:gd name="connsiteY6" fmla="*/ 370400 h 370400"/>
                <a:gd name="connsiteX7" fmla="*/ 749249 w 907209"/>
                <a:gd name="connsiteY7" fmla="*/ 212440 h 37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7209" h="37040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9" name="Freeform: Shape 188">
              <a:extLst>
                <a:ext uri="{FF2B5EF4-FFF2-40B4-BE49-F238E27FC236}">
                  <a16:creationId xmlns:a16="http://schemas.microsoft.com/office/drawing/2014/main" id="{98E8A708-0D42-A8DA-8AE7-3B300A42D78D}"/>
                </a:ext>
              </a:extLst>
            </p:cNvPr>
            <p:cNvSpPr/>
            <p:nvPr/>
          </p:nvSpPr>
          <p:spPr>
            <a:xfrm>
              <a:off x="1651302" y="1789783"/>
              <a:ext cx="1697153" cy="675485"/>
            </a:xfrm>
            <a:custGeom>
              <a:avLst/>
              <a:gdLst>
                <a:gd name="connsiteX0" fmla="*/ 154872 w 565884"/>
                <a:gd name="connsiteY0" fmla="*/ 70357 h 225229"/>
                <a:gd name="connsiteX1" fmla="*/ 0 w 565884"/>
                <a:gd name="connsiteY1" fmla="*/ 225229 h 225229"/>
                <a:gd name="connsiteX2" fmla="*/ 565884 w 565884"/>
                <a:gd name="connsiteY2" fmla="*/ 225229 h 225229"/>
                <a:gd name="connsiteX3" fmla="*/ 496023 w 565884"/>
                <a:gd name="connsiteY3" fmla="*/ 70357 h 225229"/>
                <a:gd name="connsiteX4" fmla="*/ 496023 w 565884"/>
                <a:gd name="connsiteY4" fmla="*/ 70357 h 225229"/>
                <a:gd name="connsiteX5" fmla="*/ 154872 w 565884"/>
                <a:gd name="connsiteY5" fmla="*/ 70357 h 225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5884" h="225229">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29000">
                  <a:srgbClr val="FFFFFF"/>
                </a:gs>
                <a:gs pos="48000">
                  <a:srgbClr val="F8FBFE"/>
                </a:gs>
                <a:gs pos="73000">
                  <a:srgbClr val="E7F3FB"/>
                </a:gs>
                <a:gs pos="100000">
                  <a:srgbClr val="CEE6F7"/>
                </a:gs>
              </a:gsLst>
              <a:lin ang="2700000" scaled="1"/>
            </a:gra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10" name="Graphic 133">
            <a:extLst>
              <a:ext uri="{FF2B5EF4-FFF2-40B4-BE49-F238E27FC236}">
                <a16:creationId xmlns:a16="http://schemas.microsoft.com/office/drawing/2014/main" id="{FB3DD8E2-0BCC-6714-E82C-B029271CB351}"/>
              </a:ext>
            </a:extLst>
          </p:cNvPr>
          <p:cNvGrpSpPr/>
          <p:nvPr userDrawn="1"/>
        </p:nvGrpSpPr>
        <p:grpSpPr>
          <a:xfrm>
            <a:off x="7658058" y="759261"/>
            <a:ext cx="747561" cy="1467873"/>
            <a:chOff x="7819347" y="302010"/>
            <a:chExt cx="1311783" cy="2575750"/>
          </a:xfrm>
          <a:noFill/>
        </p:grpSpPr>
        <p:sp>
          <p:nvSpPr>
            <p:cNvPr id="11" name="Freeform: Shape 232">
              <a:extLst>
                <a:ext uri="{FF2B5EF4-FFF2-40B4-BE49-F238E27FC236}">
                  <a16:creationId xmlns:a16="http://schemas.microsoft.com/office/drawing/2014/main" id="{C2577F02-047D-0975-B302-56A78525778A}"/>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 name="Freeform: Shape 233">
              <a:extLst>
                <a:ext uri="{FF2B5EF4-FFF2-40B4-BE49-F238E27FC236}">
                  <a16:creationId xmlns:a16="http://schemas.microsoft.com/office/drawing/2014/main" id="{EDE0F961-9F58-9C23-96A4-E34614F246AB}"/>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 name="Freeform: Shape 234">
              <a:extLst>
                <a:ext uri="{FF2B5EF4-FFF2-40B4-BE49-F238E27FC236}">
                  <a16:creationId xmlns:a16="http://schemas.microsoft.com/office/drawing/2014/main" id="{B6430474-CA1A-BB5E-209C-CAD73B4295D9}"/>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4" name="Freeform: Shape 235">
              <a:extLst>
                <a:ext uri="{FF2B5EF4-FFF2-40B4-BE49-F238E27FC236}">
                  <a16:creationId xmlns:a16="http://schemas.microsoft.com/office/drawing/2014/main" id="{0A9E379F-4B31-3B2E-8A81-46096DF0F0CC}"/>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5" name="Freeform: Shape 236">
              <a:extLst>
                <a:ext uri="{FF2B5EF4-FFF2-40B4-BE49-F238E27FC236}">
                  <a16:creationId xmlns:a16="http://schemas.microsoft.com/office/drawing/2014/main" id="{EDE9FD9F-999F-0A4A-7B11-FFFEFDAB16FD}"/>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16" name="Freeform: Shape 265">
            <a:extLst>
              <a:ext uri="{FF2B5EF4-FFF2-40B4-BE49-F238E27FC236}">
                <a16:creationId xmlns:a16="http://schemas.microsoft.com/office/drawing/2014/main" id="{BFFFFBE8-2A79-29C1-7C5F-AD54B3445A55}"/>
              </a:ext>
            </a:extLst>
          </p:cNvPr>
          <p:cNvSpPr/>
          <p:nvPr userDrawn="1"/>
        </p:nvSpPr>
        <p:spPr>
          <a:xfrm>
            <a:off x="10295515" y="400250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7" name="Freeform: Shape 269">
            <a:extLst>
              <a:ext uri="{FF2B5EF4-FFF2-40B4-BE49-F238E27FC236}">
                <a16:creationId xmlns:a16="http://schemas.microsoft.com/office/drawing/2014/main" id="{7334EB20-8D55-719E-4645-08AA4B56CCFD}"/>
              </a:ext>
            </a:extLst>
          </p:cNvPr>
          <p:cNvSpPr/>
          <p:nvPr userDrawn="1"/>
        </p:nvSpPr>
        <p:spPr>
          <a:xfrm>
            <a:off x="6195382" y="430769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8" name="Freeform: Shape 285">
            <a:extLst>
              <a:ext uri="{FF2B5EF4-FFF2-40B4-BE49-F238E27FC236}">
                <a16:creationId xmlns:a16="http://schemas.microsoft.com/office/drawing/2014/main" id="{D547FC94-84E4-3086-8AAB-1FE3154A1BF4}"/>
              </a:ext>
            </a:extLst>
          </p:cNvPr>
          <p:cNvSpPr/>
          <p:nvPr userDrawn="1"/>
        </p:nvSpPr>
        <p:spPr>
          <a:xfrm>
            <a:off x="8709950" y="5303803"/>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9" name="Freeform: Shape 286">
            <a:extLst>
              <a:ext uri="{FF2B5EF4-FFF2-40B4-BE49-F238E27FC236}">
                <a16:creationId xmlns:a16="http://schemas.microsoft.com/office/drawing/2014/main" id="{F979284F-5A03-14A2-13EB-9A248232DAC6}"/>
              </a:ext>
            </a:extLst>
          </p:cNvPr>
          <p:cNvSpPr/>
          <p:nvPr userDrawn="1"/>
        </p:nvSpPr>
        <p:spPr>
          <a:xfrm>
            <a:off x="9116688" y="50100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0" name="Graphic 133">
            <a:extLst>
              <a:ext uri="{FF2B5EF4-FFF2-40B4-BE49-F238E27FC236}">
                <a16:creationId xmlns:a16="http://schemas.microsoft.com/office/drawing/2014/main" id="{FE336CA2-3D98-870D-70F9-622EA63E0E7D}"/>
              </a:ext>
            </a:extLst>
          </p:cNvPr>
          <p:cNvGrpSpPr/>
          <p:nvPr userDrawn="1"/>
        </p:nvGrpSpPr>
        <p:grpSpPr>
          <a:xfrm rot="15300000">
            <a:off x="5392445" y="1828091"/>
            <a:ext cx="1311783" cy="2575750"/>
            <a:chOff x="7819347" y="302010"/>
            <a:chExt cx="1311783" cy="2575750"/>
          </a:xfrm>
          <a:noFill/>
        </p:grpSpPr>
        <p:sp>
          <p:nvSpPr>
            <p:cNvPr id="21" name="Freeform: Shape 288">
              <a:extLst>
                <a:ext uri="{FF2B5EF4-FFF2-40B4-BE49-F238E27FC236}">
                  <a16:creationId xmlns:a16="http://schemas.microsoft.com/office/drawing/2014/main" id="{D917E33A-9066-C254-C5AC-926BD37B8684}"/>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2" name="Freeform: Shape 289">
              <a:extLst>
                <a:ext uri="{FF2B5EF4-FFF2-40B4-BE49-F238E27FC236}">
                  <a16:creationId xmlns:a16="http://schemas.microsoft.com/office/drawing/2014/main" id="{E026DA6A-6474-3AB6-434B-83A3DAE60764}"/>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3" name="Freeform: Shape 290">
              <a:extLst>
                <a:ext uri="{FF2B5EF4-FFF2-40B4-BE49-F238E27FC236}">
                  <a16:creationId xmlns:a16="http://schemas.microsoft.com/office/drawing/2014/main" id="{04DE64F1-F0B1-EC8C-1E3E-F2F2053278BE}"/>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 name="Freeform: Shape 291">
              <a:extLst>
                <a:ext uri="{FF2B5EF4-FFF2-40B4-BE49-F238E27FC236}">
                  <a16:creationId xmlns:a16="http://schemas.microsoft.com/office/drawing/2014/main" id="{E3F395B2-A6F6-9642-A9B3-0907549B7EED}"/>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 name="Freeform: Shape 292">
              <a:extLst>
                <a:ext uri="{FF2B5EF4-FFF2-40B4-BE49-F238E27FC236}">
                  <a16:creationId xmlns:a16="http://schemas.microsoft.com/office/drawing/2014/main" id="{64432B98-9ECF-C74B-6250-0AF86BF6ED8C}"/>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26" name="Oval 25">
            <a:extLst>
              <a:ext uri="{FF2B5EF4-FFF2-40B4-BE49-F238E27FC236}">
                <a16:creationId xmlns:a16="http://schemas.microsoft.com/office/drawing/2014/main" id="{0F585DDC-7D94-0B19-9D98-23DBB6B83975}"/>
              </a:ext>
            </a:extLst>
          </p:cNvPr>
          <p:cNvSpPr/>
          <p:nvPr userDrawn="1"/>
        </p:nvSpPr>
        <p:spPr>
          <a:xfrm flipV="1">
            <a:off x="6354876" y="1852997"/>
            <a:ext cx="3152006" cy="3152006"/>
          </a:xfrm>
          <a:prstGeom prst="ellipse">
            <a:avLst/>
          </a:prstGeom>
          <a:solidFill>
            <a:schemeClr val="bg1"/>
          </a:solidFill>
          <a:ln w="508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7" name="Freeform: Shape 298">
            <a:extLst>
              <a:ext uri="{FF2B5EF4-FFF2-40B4-BE49-F238E27FC236}">
                <a16:creationId xmlns:a16="http://schemas.microsoft.com/office/drawing/2014/main" id="{A3F6C062-6099-E639-9F9C-45ACE06D07DA}"/>
              </a:ext>
            </a:extLst>
          </p:cNvPr>
          <p:cNvSpPr/>
          <p:nvPr userDrawn="1"/>
        </p:nvSpPr>
        <p:spPr>
          <a:xfrm>
            <a:off x="5406003" y="4429286"/>
            <a:ext cx="2921280" cy="1192670"/>
          </a:xfrm>
          <a:custGeom>
            <a:avLst/>
            <a:gdLst>
              <a:gd name="connsiteX0" fmla="*/ 2797989 w 3387980"/>
              <a:gd name="connsiteY0" fmla="*/ 793219 h 1383210"/>
              <a:gd name="connsiteX1" fmla="*/ 2614092 w 3387980"/>
              <a:gd name="connsiteY1" fmla="*/ 822614 h 1383210"/>
              <a:gd name="connsiteX2" fmla="*/ 1697357 w 3387980"/>
              <a:gd name="connsiteY2" fmla="*/ 0 h 1383210"/>
              <a:gd name="connsiteX3" fmla="*/ 798795 w 3387980"/>
              <a:gd name="connsiteY3" fmla="*/ 714810 h 1383210"/>
              <a:gd name="connsiteX4" fmla="*/ 668546 w 3387980"/>
              <a:gd name="connsiteY4" fmla="*/ 714665 h 1383210"/>
              <a:gd name="connsiteX5" fmla="*/ 0 w 3387980"/>
              <a:gd name="connsiteY5" fmla="*/ 1383211 h 1383210"/>
              <a:gd name="connsiteX6" fmla="*/ 3387981 w 3387980"/>
              <a:gd name="connsiteY6" fmla="*/ 1383211 h 1383210"/>
              <a:gd name="connsiteX7" fmla="*/ 2797989 w 3387980"/>
              <a:gd name="connsiteY7" fmla="*/ 793219 h 138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7980" h="1383210">
                <a:moveTo>
                  <a:pt x="2797989" y="793219"/>
                </a:moveTo>
                <a:cubicBezTo>
                  <a:pt x="2733770" y="793219"/>
                  <a:pt x="2671940" y="803573"/>
                  <a:pt x="2614092" y="822614"/>
                </a:cubicBezTo>
                <a:cubicBezTo>
                  <a:pt x="2564425" y="360192"/>
                  <a:pt x="2172956" y="0"/>
                  <a:pt x="1697357" y="0"/>
                </a:cubicBezTo>
                <a:cubicBezTo>
                  <a:pt x="1259406" y="0"/>
                  <a:pt x="892915" y="305385"/>
                  <a:pt x="798795" y="714810"/>
                </a:cubicBezTo>
                <a:lnTo>
                  <a:pt x="668546" y="714665"/>
                </a:lnTo>
                <a:cubicBezTo>
                  <a:pt x="299304" y="714737"/>
                  <a:pt x="0" y="1014041"/>
                  <a:pt x="0" y="1383211"/>
                </a:cubicBezTo>
                <a:lnTo>
                  <a:pt x="3387981" y="1383211"/>
                </a:lnTo>
                <a:cubicBezTo>
                  <a:pt x="3387981" y="1057336"/>
                  <a:pt x="3123864" y="793219"/>
                  <a:pt x="2797989" y="793219"/>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29" name="Graphic 28">
            <a:extLst>
              <a:ext uri="{FF2B5EF4-FFF2-40B4-BE49-F238E27FC236}">
                <a16:creationId xmlns:a16="http://schemas.microsoft.com/office/drawing/2014/main" id="{3269DD7D-A762-90F0-BAAE-246E4B1956B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025699" y="4707812"/>
            <a:ext cx="2490461" cy="837840"/>
          </a:xfrm>
          <a:prstGeom prst="rect">
            <a:avLst/>
          </a:prstGeom>
        </p:spPr>
      </p:pic>
      <p:pic>
        <p:nvPicPr>
          <p:cNvPr id="30" name="Picture Placeholder 185" descr="API&#10;">
            <a:extLst>
              <a:ext uri="{FF2B5EF4-FFF2-40B4-BE49-F238E27FC236}">
                <a16:creationId xmlns:a16="http://schemas.microsoft.com/office/drawing/2014/main" id="{39AC5AB5-7948-EE48-F9A0-DEFA0E73C607}"/>
              </a:ext>
            </a:extLst>
          </p:cNvPr>
          <p:cNvPicPr>
            <a:picLocks noChangeAspect="1"/>
          </p:cNvPicPr>
          <p:nvPr userDrawn="1"/>
        </p:nvPicPr>
        <p:blipFill>
          <a:blip r:embed="rId6">
            <a:extLst>
              <a:ext uri="{96DAC541-7B7A-43D3-8B79-37D633B846F1}">
                <asvg:svgBlip xmlns:asvg="http://schemas.microsoft.com/office/drawing/2016/SVG/main" r:embed="rId7"/>
              </a:ext>
            </a:extLst>
          </a:blip>
          <a:srcRect/>
          <a:stretch>
            <a:fillRect/>
          </a:stretch>
        </p:blipFill>
        <p:spPr>
          <a:xfrm>
            <a:off x="6917782" y="2438205"/>
            <a:ext cx="2011680" cy="2011680"/>
          </a:xfrm>
          <a:prstGeom prst="rect">
            <a:avLst/>
          </a:prstGeom>
        </p:spPr>
      </p:pic>
      <p:sp>
        <p:nvSpPr>
          <p:cNvPr id="31" name="Freeform: Shape 265">
            <a:extLst>
              <a:ext uri="{FF2B5EF4-FFF2-40B4-BE49-F238E27FC236}">
                <a16:creationId xmlns:a16="http://schemas.microsoft.com/office/drawing/2014/main" id="{40AE0C90-3611-90B9-945F-CD5690F37797}"/>
              </a:ext>
            </a:extLst>
          </p:cNvPr>
          <p:cNvSpPr/>
          <p:nvPr userDrawn="1"/>
        </p:nvSpPr>
        <p:spPr>
          <a:xfrm>
            <a:off x="11185175" y="279296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32" name="Group 31">
            <a:extLst>
              <a:ext uri="{FF2B5EF4-FFF2-40B4-BE49-F238E27FC236}">
                <a16:creationId xmlns:a16="http://schemas.microsoft.com/office/drawing/2014/main" id="{7896B294-4741-B5DC-2EF0-8E83E0D9D5F3}"/>
              </a:ext>
            </a:extLst>
          </p:cNvPr>
          <p:cNvGrpSpPr/>
          <p:nvPr userDrawn="1"/>
        </p:nvGrpSpPr>
        <p:grpSpPr>
          <a:xfrm>
            <a:off x="9801434" y="1855519"/>
            <a:ext cx="2078815" cy="773140"/>
            <a:chOff x="9469303" y="1724685"/>
            <a:chExt cx="2078815" cy="773140"/>
          </a:xfrm>
        </p:grpSpPr>
        <p:grpSp>
          <p:nvGrpSpPr>
            <p:cNvPr id="33" name="Graphic 6">
              <a:extLst>
                <a:ext uri="{FF2B5EF4-FFF2-40B4-BE49-F238E27FC236}">
                  <a16:creationId xmlns:a16="http://schemas.microsoft.com/office/drawing/2014/main" id="{9AAFCDE0-37FF-86EC-D9BC-9DA31372AA81}"/>
                </a:ext>
              </a:extLst>
            </p:cNvPr>
            <p:cNvGrpSpPr/>
            <p:nvPr/>
          </p:nvGrpSpPr>
          <p:grpSpPr>
            <a:xfrm>
              <a:off x="10935407" y="1804642"/>
              <a:ext cx="612711" cy="613079"/>
              <a:chOff x="10935407" y="1804642"/>
              <a:chExt cx="612711" cy="613079"/>
            </a:xfrm>
            <a:noFill/>
          </p:grpSpPr>
          <p:sp>
            <p:nvSpPr>
              <p:cNvPr id="48" name="Freeform: Shape 10">
                <a:extLst>
                  <a:ext uri="{FF2B5EF4-FFF2-40B4-BE49-F238E27FC236}">
                    <a16:creationId xmlns:a16="http://schemas.microsoft.com/office/drawing/2014/main" id="{4E4B1818-8929-589D-DD23-0B1DB0B0E373}"/>
                  </a:ext>
                </a:extLst>
              </p:cNvPr>
              <p:cNvSpPr/>
              <p:nvPr/>
            </p:nvSpPr>
            <p:spPr>
              <a:xfrm>
                <a:off x="10935407" y="1804642"/>
                <a:ext cx="612711" cy="613079"/>
              </a:xfrm>
              <a:custGeom>
                <a:avLst/>
                <a:gdLst>
                  <a:gd name="connsiteX0" fmla="*/ 257027 w 612711"/>
                  <a:gd name="connsiteY0" fmla="*/ 613079 h 613079"/>
                  <a:gd name="connsiteX1" fmla="*/ 352666 w 612711"/>
                  <a:gd name="connsiteY1" fmla="*/ 612564 h 613079"/>
                  <a:gd name="connsiteX2" fmla="*/ 362605 w 612711"/>
                  <a:gd name="connsiteY2" fmla="*/ 579580 h 613079"/>
                  <a:gd name="connsiteX3" fmla="*/ 371661 w 612711"/>
                  <a:gd name="connsiteY3" fmla="*/ 551528 h 613079"/>
                  <a:gd name="connsiteX4" fmla="*/ 376668 w 612711"/>
                  <a:gd name="connsiteY4" fmla="*/ 547626 h 613079"/>
                  <a:gd name="connsiteX5" fmla="*/ 427985 w 612711"/>
                  <a:gd name="connsiteY5" fmla="*/ 527306 h 613079"/>
                  <a:gd name="connsiteX6" fmla="*/ 435642 w 612711"/>
                  <a:gd name="connsiteY6" fmla="*/ 527600 h 613079"/>
                  <a:gd name="connsiteX7" fmla="*/ 487621 w 612711"/>
                  <a:gd name="connsiteY7" fmla="*/ 557197 h 613079"/>
                  <a:gd name="connsiteX8" fmla="*/ 488210 w 612711"/>
                  <a:gd name="connsiteY8" fmla="*/ 557492 h 613079"/>
                  <a:gd name="connsiteX9" fmla="*/ 488652 w 612711"/>
                  <a:gd name="connsiteY9" fmla="*/ 557050 h 613079"/>
                  <a:gd name="connsiteX10" fmla="*/ 556461 w 612711"/>
                  <a:gd name="connsiteY10" fmla="*/ 486591 h 613079"/>
                  <a:gd name="connsiteX11" fmla="*/ 556829 w 612711"/>
                  <a:gd name="connsiteY11" fmla="*/ 486002 h 613079"/>
                  <a:gd name="connsiteX12" fmla="*/ 556388 w 612711"/>
                  <a:gd name="connsiteY12" fmla="*/ 485486 h 613079"/>
                  <a:gd name="connsiteX13" fmla="*/ 539748 w 612711"/>
                  <a:gd name="connsiteY13" fmla="*/ 459570 h 613079"/>
                  <a:gd name="connsiteX14" fmla="*/ 526864 w 612711"/>
                  <a:gd name="connsiteY14" fmla="*/ 437188 h 613079"/>
                  <a:gd name="connsiteX15" fmla="*/ 527232 w 612711"/>
                  <a:gd name="connsiteY15" fmla="*/ 429236 h 613079"/>
                  <a:gd name="connsiteX16" fmla="*/ 539822 w 612711"/>
                  <a:gd name="connsiteY16" fmla="*/ 403320 h 613079"/>
                  <a:gd name="connsiteX17" fmla="*/ 551381 w 612711"/>
                  <a:gd name="connsiteY17" fmla="*/ 375563 h 613079"/>
                  <a:gd name="connsiteX18" fmla="*/ 556682 w 612711"/>
                  <a:gd name="connsiteY18" fmla="*/ 371661 h 613079"/>
                  <a:gd name="connsiteX19" fmla="*/ 582893 w 612711"/>
                  <a:gd name="connsiteY19" fmla="*/ 365403 h 613079"/>
                  <a:gd name="connsiteX20" fmla="*/ 611975 w 612711"/>
                  <a:gd name="connsiteY20" fmla="*/ 357304 h 613079"/>
                  <a:gd name="connsiteX21" fmla="*/ 612711 w 612711"/>
                  <a:gd name="connsiteY21" fmla="*/ 357157 h 613079"/>
                  <a:gd name="connsiteX22" fmla="*/ 611975 w 612711"/>
                  <a:gd name="connsiteY22" fmla="*/ 258793 h 613079"/>
                  <a:gd name="connsiteX23" fmla="*/ 581715 w 612711"/>
                  <a:gd name="connsiteY23" fmla="*/ 250768 h 613079"/>
                  <a:gd name="connsiteX24" fmla="*/ 554105 w 612711"/>
                  <a:gd name="connsiteY24" fmla="*/ 244363 h 613079"/>
                  <a:gd name="connsiteX25" fmla="*/ 548289 w 612711"/>
                  <a:gd name="connsiteY25" fmla="*/ 239724 h 613079"/>
                  <a:gd name="connsiteX26" fmla="*/ 528410 w 612711"/>
                  <a:gd name="connsiteY26" fmla="*/ 183990 h 613079"/>
                  <a:gd name="connsiteX27" fmla="*/ 529220 w 612711"/>
                  <a:gd name="connsiteY27" fmla="*/ 177585 h 613079"/>
                  <a:gd name="connsiteX28" fmla="*/ 559554 w 612711"/>
                  <a:gd name="connsiteY28" fmla="*/ 125016 h 613079"/>
                  <a:gd name="connsiteX29" fmla="*/ 559922 w 612711"/>
                  <a:gd name="connsiteY29" fmla="*/ 124353 h 613079"/>
                  <a:gd name="connsiteX30" fmla="*/ 559333 w 612711"/>
                  <a:gd name="connsiteY30" fmla="*/ 123838 h 613079"/>
                  <a:gd name="connsiteX31" fmla="*/ 524876 w 612711"/>
                  <a:gd name="connsiteY31" fmla="*/ 90854 h 613079"/>
                  <a:gd name="connsiteX32" fmla="*/ 488579 w 612711"/>
                  <a:gd name="connsiteY32" fmla="*/ 58974 h 613079"/>
                  <a:gd name="connsiteX33" fmla="*/ 488137 w 612711"/>
                  <a:gd name="connsiteY33" fmla="*/ 58753 h 613079"/>
                  <a:gd name="connsiteX34" fmla="*/ 487695 w 612711"/>
                  <a:gd name="connsiteY34" fmla="*/ 58974 h 613079"/>
                  <a:gd name="connsiteX35" fmla="*/ 460012 w 612711"/>
                  <a:gd name="connsiteY35" fmla="*/ 74509 h 613079"/>
                  <a:gd name="connsiteX36" fmla="*/ 435863 w 612711"/>
                  <a:gd name="connsiteY36" fmla="*/ 87025 h 613079"/>
                  <a:gd name="connsiteX37" fmla="*/ 429384 w 612711"/>
                  <a:gd name="connsiteY37" fmla="*/ 86215 h 613079"/>
                  <a:gd name="connsiteX38" fmla="*/ 403688 w 612711"/>
                  <a:gd name="connsiteY38" fmla="*/ 73846 h 613079"/>
                  <a:gd name="connsiteX39" fmla="*/ 377110 w 612711"/>
                  <a:gd name="connsiteY39" fmla="*/ 63539 h 613079"/>
                  <a:gd name="connsiteX40" fmla="*/ 372839 w 612711"/>
                  <a:gd name="connsiteY40" fmla="*/ 58606 h 613079"/>
                  <a:gd name="connsiteX41" fmla="*/ 355832 w 612711"/>
                  <a:gd name="connsiteY41" fmla="*/ 589 h 613079"/>
                  <a:gd name="connsiteX42" fmla="*/ 355611 w 612711"/>
                  <a:gd name="connsiteY42" fmla="*/ 0 h 613079"/>
                  <a:gd name="connsiteX43" fmla="*/ 259898 w 612711"/>
                  <a:gd name="connsiteY43" fmla="*/ 663 h 613079"/>
                  <a:gd name="connsiteX44" fmla="*/ 250915 w 612711"/>
                  <a:gd name="connsiteY44" fmla="*/ 32616 h 613079"/>
                  <a:gd name="connsiteX45" fmla="*/ 243332 w 612711"/>
                  <a:gd name="connsiteY45" fmla="*/ 60520 h 613079"/>
                  <a:gd name="connsiteX46" fmla="*/ 238178 w 612711"/>
                  <a:gd name="connsiteY46" fmla="*/ 65600 h 613079"/>
                  <a:gd name="connsiteX47" fmla="*/ 185168 w 612711"/>
                  <a:gd name="connsiteY47" fmla="*/ 86363 h 613079"/>
                  <a:gd name="connsiteX48" fmla="*/ 178026 w 612711"/>
                  <a:gd name="connsiteY48" fmla="*/ 85626 h 613079"/>
                  <a:gd name="connsiteX49" fmla="*/ 125531 w 612711"/>
                  <a:gd name="connsiteY49" fmla="*/ 55882 h 613079"/>
                  <a:gd name="connsiteX50" fmla="*/ 124942 w 612711"/>
                  <a:gd name="connsiteY50" fmla="*/ 55587 h 613079"/>
                  <a:gd name="connsiteX51" fmla="*/ 124501 w 612711"/>
                  <a:gd name="connsiteY51" fmla="*/ 56029 h 613079"/>
                  <a:gd name="connsiteX52" fmla="*/ 56323 w 612711"/>
                  <a:gd name="connsiteY52" fmla="*/ 126489 h 613079"/>
                  <a:gd name="connsiteX53" fmla="*/ 55882 w 612711"/>
                  <a:gd name="connsiteY53" fmla="*/ 127078 h 613079"/>
                  <a:gd name="connsiteX54" fmla="*/ 56397 w 612711"/>
                  <a:gd name="connsiteY54" fmla="*/ 127667 h 613079"/>
                  <a:gd name="connsiteX55" fmla="*/ 86510 w 612711"/>
                  <a:gd name="connsiteY55" fmla="*/ 176407 h 613079"/>
                  <a:gd name="connsiteX56" fmla="*/ 86289 w 612711"/>
                  <a:gd name="connsiteY56" fmla="*/ 183696 h 613079"/>
                  <a:gd name="connsiteX57" fmla="*/ 73331 w 612711"/>
                  <a:gd name="connsiteY57" fmla="*/ 210201 h 613079"/>
                  <a:gd name="connsiteX58" fmla="*/ 61256 w 612711"/>
                  <a:gd name="connsiteY58" fmla="*/ 237442 h 613079"/>
                  <a:gd name="connsiteX59" fmla="*/ 55882 w 612711"/>
                  <a:gd name="connsiteY59" fmla="*/ 241418 h 613079"/>
                  <a:gd name="connsiteX60" fmla="*/ 29818 w 612711"/>
                  <a:gd name="connsiteY60" fmla="*/ 247676 h 613079"/>
                  <a:gd name="connsiteX61" fmla="*/ 736 w 612711"/>
                  <a:gd name="connsiteY61" fmla="*/ 255775 h 613079"/>
                  <a:gd name="connsiteX62" fmla="*/ 0 w 612711"/>
                  <a:gd name="connsiteY62" fmla="*/ 255922 h 613079"/>
                  <a:gd name="connsiteX63" fmla="*/ 736 w 612711"/>
                  <a:gd name="connsiteY63" fmla="*/ 354286 h 613079"/>
                  <a:gd name="connsiteX64" fmla="*/ 31217 w 612711"/>
                  <a:gd name="connsiteY64" fmla="*/ 362384 h 613079"/>
                  <a:gd name="connsiteX65" fmla="*/ 57133 w 612711"/>
                  <a:gd name="connsiteY65" fmla="*/ 368348 h 613079"/>
                  <a:gd name="connsiteX66" fmla="*/ 63097 w 612711"/>
                  <a:gd name="connsiteY66" fmla="*/ 374017 h 613079"/>
                  <a:gd name="connsiteX67" fmla="*/ 72521 w 612711"/>
                  <a:gd name="connsiteY67" fmla="*/ 402363 h 613079"/>
                  <a:gd name="connsiteX68" fmla="*/ 84301 w 612711"/>
                  <a:gd name="connsiteY68" fmla="*/ 429089 h 613079"/>
                  <a:gd name="connsiteX69" fmla="*/ 83859 w 612711"/>
                  <a:gd name="connsiteY69" fmla="*/ 435495 h 613079"/>
                  <a:gd name="connsiteX70" fmla="*/ 56176 w 612711"/>
                  <a:gd name="connsiteY70" fmla="*/ 488137 h 613079"/>
                  <a:gd name="connsiteX71" fmla="*/ 56029 w 612711"/>
                  <a:gd name="connsiteY71" fmla="*/ 488652 h 613079"/>
                  <a:gd name="connsiteX72" fmla="*/ 56397 w 612711"/>
                  <a:gd name="connsiteY72" fmla="*/ 489020 h 613079"/>
                  <a:gd name="connsiteX73" fmla="*/ 124648 w 612711"/>
                  <a:gd name="connsiteY73" fmla="*/ 553958 h 613079"/>
                  <a:gd name="connsiteX74" fmla="*/ 125090 w 612711"/>
                  <a:gd name="connsiteY74" fmla="*/ 554252 h 613079"/>
                  <a:gd name="connsiteX75" fmla="*/ 125531 w 612711"/>
                  <a:gd name="connsiteY75" fmla="*/ 554032 h 613079"/>
                  <a:gd name="connsiteX76" fmla="*/ 152625 w 612711"/>
                  <a:gd name="connsiteY76" fmla="*/ 538644 h 613079"/>
                  <a:gd name="connsiteX77" fmla="*/ 178174 w 612711"/>
                  <a:gd name="connsiteY77" fmla="*/ 525833 h 613079"/>
                  <a:gd name="connsiteX78" fmla="*/ 183843 w 612711"/>
                  <a:gd name="connsiteY78" fmla="*/ 526127 h 613079"/>
                  <a:gd name="connsiteX79" fmla="*/ 236338 w 612711"/>
                  <a:gd name="connsiteY79" fmla="*/ 549614 h 613079"/>
                  <a:gd name="connsiteX80" fmla="*/ 240313 w 612711"/>
                  <a:gd name="connsiteY80" fmla="*/ 554032 h 613079"/>
                  <a:gd name="connsiteX81" fmla="*/ 247602 w 612711"/>
                  <a:gd name="connsiteY81" fmla="*/ 581494 h 613079"/>
                  <a:gd name="connsiteX82" fmla="*/ 257100 w 612711"/>
                  <a:gd name="connsiteY82" fmla="*/ 612417 h 613079"/>
                  <a:gd name="connsiteX83" fmla="*/ 257395 w 612711"/>
                  <a:gd name="connsiteY83" fmla="*/ 612932 h 613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12711" h="613079">
                    <a:moveTo>
                      <a:pt x="257027" y="613079"/>
                    </a:moveTo>
                    <a:lnTo>
                      <a:pt x="352666" y="612564"/>
                    </a:lnTo>
                    <a:cubicBezTo>
                      <a:pt x="355537" y="606821"/>
                      <a:pt x="358850" y="595704"/>
                      <a:pt x="362605" y="579580"/>
                    </a:cubicBezTo>
                    <a:cubicBezTo>
                      <a:pt x="365403" y="567431"/>
                      <a:pt x="368422" y="558007"/>
                      <a:pt x="371661" y="551528"/>
                    </a:cubicBezTo>
                    <a:cubicBezTo>
                      <a:pt x="372618" y="549540"/>
                      <a:pt x="374533" y="548068"/>
                      <a:pt x="376668" y="547626"/>
                    </a:cubicBezTo>
                    <a:cubicBezTo>
                      <a:pt x="392792" y="544166"/>
                      <a:pt x="410094" y="537319"/>
                      <a:pt x="427985" y="527306"/>
                    </a:cubicBezTo>
                    <a:cubicBezTo>
                      <a:pt x="430414" y="525980"/>
                      <a:pt x="433359" y="526054"/>
                      <a:pt x="435642" y="527600"/>
                    </a:cubicBezTo>
                    <a:cubicBezTo>
                      <a:pt x="452576" y="538865"/>
                      <a:pt x="470099" y="548804"/>
                      <a:pt x="487621" y="557197"/>
                    </a:cubicBezTo>
                    <a:lnTo>
                      <a:pt x="488210" y="557492"/>
                    </a:lnTo>
                    <a:lnTo>
                      <a:pt x="488652" y="557050"/>
                    </a:lnTo>
                    <a:cubicBezTo>
                      <a:pt x="527968" y="518544"/>
                      <a:pt x="550718" y="494837"/>
                      <a:pt x="556461" y="486591"/>
                    </a:cubicBezTo>
                    <a:lnTo>
                      <a:pt x="556829" y="486002"/>
                    </a:lnTo>
                    <a:lnTo>
                      <a:pt x="556388" y="485486"/>
                    </a:lnTo>
                    <a:cubicBezTo>
                      <a:pt x="551528" y="479228"/>
                      <a:pt x="545933" y="470540"/>
                      <a:pt x="539748" y="459570"/>
                    </a:cubicBezTo>
                    <a:cubicBezTo>
                      <a:pt x="534006" y="449483"/>
                      <a:pt x="529735" y="442047"/>
                      <a:pt x="526864" y="437188"/>
                    </a:cubicBezTo>
                    <a:cubicBezTo>
                      <a:pt x="525391" y="434685"/>
                      <a:pt x="525539" y="431592"/>
                      <a:pt x="527232" y="429236"/>
                    </a:cubicBezTo>
                    <a:cubicBezTo>
                      <a:pt x="531502" y="423273"/>
                      <a:pt x="535772" y="414511"/>
                      <a:pt x="539822" y="403320"/>
                    </a:cubicBezTo>
                    <a:cubicBezTo>
                      <a:pt x="544608" y="390657"/>
                      <a:pt x="548510" y="381306"/>
                      <a:pt x="551381" y="375563"/>
                    </a:cubicBezTo>
                    <a:cubicBezTo>
                      <a:pt x="552412" y="373502"/>
                      <a:pt x="554400" y="372103"/>
                      <a:pt x="556682" y="371661"/>
                    </a:cubicBezTo>
                    <a:cubicBezTo>
                      <a:pt x="564192" y="370410"/>
                      <a:pt x="573027" y="368275"/>
                      <a:pt x="582893" y="365403"/>
                    </a:cubicBezTo>
                    <a:cubicBezTo>
                      <a:pt x="600710" y="360176"/>
                      <a:pt x="608514" y="358114"/>
                      <a:pt x="611975" y="357304"/>
                    </a:cubicBezTo>
                    <a:lnTo>
                      <a:pt x="612711" y="357157"/>
                    </a:lnTo>
                    <a:lnTo>
                      <a:pt x="611975" y="258793"/>
                    </a:lnTo>
                    <a:cubicBezTo>
                      <a:pt x="606527" y="257689"/>
                      <a:pt x="596661" y="255112"/>
                      <a:pt x="581715" y="250768"/>
                    </a:cubicBezTo>
                    <a:cubicBezTo>
                      <a:pt x="571186" y="247602"/>
                      <a:pt x="561909" y="245467"/>
                      <a:pt x="554105" y="244363"/>
                    </a:cubicBezTo>
                    <a:cubicBezTo>
                      <a:pt x="551455" y="243995"/>
                      <a:pt x="549246" y="242228"/>
                      <a:pt x="548289" y="239724"/>
                    </a:cubicBezTo>
                    <a:cubicBezTo>
                      <a:pt x="545859" y="233540"/>
                      <a:pt x="540485" y="218741"/>
                      <a:pt x="528410" y="183990"/>
                    </a:cubicBezTo>
                    <a:cubicBezTo>
                      <a:pt x="527674" y="181855"/>
                      <a:pt x="527968" y="179499"/>
                      <a:pt x="529220" y="177585"/>
                    </a:cubicBezTo>
                    <a:cubicBezTo>
                      <a:pt x="536730" y="166025"/>
                      <a:pt x="546669" y="148871"/>
                      <a:pt x="559554" y="125016"/>
                    </a:cubicBezTo>
                    <a:lnTo>
                      <a:pt x="559922" y="124353"/>
                    </a:lnTo>
                    <a:lnTo>
                      <a:pt x="559333" y="123838"/>
                    </a:lnTo>
                    <a:cubicBezTo>
                      <a:pt x="552264" y="118242"/>
                      <a:pt x="540705" y="107125"/>
                      <a:pt x="524876" y="90854"/>
                    </a:cubicBezTo>
                    <a:cubicBezTo>
                      <a:pt x="510814" y="75761"/>
                      <a:pt x="499033" y="65379"/>
                      <a:pt x="488579" y="58974"/>
                    </a:cubicBezTo>
                    <a:lnTo>
                      <a:pt x="488137" y="58753"/>
                    </a:lnTo>
                    <a:lnTo>
                      <a:pt x="487695" y="58974"/>
                    </a:lnTo>
                    <a:cubicBezTo>
                      <a:pt x="482247" y="61256"/>
                      <a:pt x="473191" y="66337"/>
                      <a:pt x="460012" y="74509"/>
                    </a:cubicBezTo>
                    <a:cubicBezTo>
                      <a:pt x="451250" y="80252"/>
                      <a:pt x="443078" y="84522"/>
                      <a:pt x="435863" y="87025"/>
                    </a:cubicBezTo>
                    <a:cubicBezTo>
                      <a:pt x="433728" y="87762"/>
                      <a:pt x="431298" y="87467"/>
                      <a:pt x="429384" y="86215"/>
                    </a:cubicBezTo>
                    <a:cubicBezTo>
                      <a:pt x="423052" y="82019"/>
                      <a:pt x="414658" y="77969"/>
                      <a:pt x="403688" y="73846"/>
                    </a:cubicBezTo>
                    <a:cubicBezTo>
                      <a:pt x="389184" y="68398"/>
                      <a:pt x="381306" y="65306"/>
                      <a:pt x="377110" y="63539"/>
                    </a:cubicBezTo>
                    <a:cubicBezTo>
                      <a:pt x="374974" y="62655"/>
                      <a:pt x="373428" y="60815"/>
                      <a:pt x="372839" y="58606"/>
                    </a:cubicBezTo>
                    <a:cubicBezTo>
                      <a:pt x="364814" y="28272"/>
                      <a:pt x="359145" y="8761"/>
                      <a:pt x="355832" y="589"/>
                    </a:cubicBezTo>
                    <a:lnTo>
                      <a:pt x="355611" y="0"/>
                    </a:lnTo>
                    <a:lnTo>
                      <a:pt x="259898" y="663"/>
                    </a:lnTo>
                    <a:cubicBezTo>
                      <a:pt x="257321" y="8909"/>
                      <a:pt x="254302" y="19658"/>
                      <a:pt x="250915" y="32616"/>
                    </a:cubicBezTo>
                    <a:cubicBezTo>
                      <a:pt x="246940" y="47636"/>
                      <a:pt x="244657" y="55955"/>
                      <a:pt x="243332" y="60520"/>
                    </a:cubicBezTo>
                    <a:cubicBezTo>
                      <a:pt x="242596" y="63023"/>
                      <a:pt x="240682" y="64938"/>
                      <a:pt x="238178" y="65600"/>
                    </a:cubicBezTo>
                    <a:cubicBezTo>
                      <a:pt x="229490" y="67883"/>
                      <a:pt x="212115" y="74656"/>
                      <a:pt x="185168" y="86363"/>
                    </a:cubicBezTo>
                    <a:cubicBezTo>
                      <a:pt x="182812" y="87393"/>
                      <a:pt x="180088" y="87099"/>
                      <a:pt x="178026" y="85626"/>
                    </a:cubicBezTo>
                    <a:cubicBezTo>
                      <a:pt x="165363" y="76644"/>
                      <a:pt x="147693" y="66705"/>
                      <a:pt x="125531" y="55882"/>
                    </a:cubicBezTo>
                    <a:lnTo>
                      <a:pt x="124942" y="55587"/>
                    </a:lnTo>
                    <a:lnTo>
                      <a:pt x="124501" y="56029"/>
                    </a:lnTo>
                    <a:cubicBezTo>
                      <a:pt x="84964" y="94535"/>
                      <a:pt x="61993" y="118242"/>
                      <a:pt x="56323" y="126489"/>
                    </a:cubicBezTo>
                    <a:lnTo>
                      <a:pt x="55882" y="127078"/>
                    </a:lnTo>
                    <a:lnTo>
                      <a:pt x="56397" y="127667"/>
                    </a:lnTo>
                    <a:cubicBezTo>
                      <a:pt x="62803" y="134808"/>
                      <a:pt x="72889" y="151227"/>
                      <a:pt x="86510" y="176407"/>
                    </a:cubicBezTo>
                    <a:cubicBezTo>
                      <a:pt x="87761" y="178689"/>
                      <a:pt x="87688" y="181487"/>
                      <a:pt x="86289" y="183696"/>
                    </a:cubicBezTo>
                    <a:cubicBezTo>
                      <a:pt x="82313" y="190248"/>
                      <a:pt x="78043" y="198862"/>
                      <a:pt x="73331" y="210201"/>
                    </a:cubicBezTo>
                    <a:cubicBezTo>
                      <a:pt x="68104" y="222643"/>
                      <a:pt x="64054" y="231773"/>
                      <a:pt x="61256" y="237442"/>
                    </a:cubicBezTo>
                    <a:cubicBezTo>
                      <a:pt x="60226" y="239577"/>
                      <a:pt x="58238" y="240976"/>
                      <a:pt x="55882" y="241418"/>
                    </a:cubicBezTo>
                    <a:cubicBezTo>
                      <a:pt x="48372" y="242670"/>
                      <a:pt x="39831" y="244731"/>
                      <a:pt x="29818" y="247676"/>
                    </a:cubicBezTo>
                    <a:cubicBezTo>
                      <a:pt x="14946" y="252020"/>
                      <a:pt x="5448" y="254670"/>
                      <a:pt x="736" y="255775"/>
                    </a:cubicBezTo>
                    <a:lnTo>
                      <a:pt x="0" y="255922"/>
                    </a:lnTo>
                    <a:lnTo>
                      <a:pt x="736" y="354286"/>
                    </a:lnTo>
                    <a:cubicBezTo>
                      <a:pt x="6405" y="355390"/>
                      <a:pt x="16639" y="358114"/>
                      <a:pt x="31217" y="362384"/>
                    </a:cubicBezTo>
                    <a:cubicBezTo>
                      <a:pt x="41009" y="365035"/>
                      <a:pt x="49771" y="367097"/>
                      <a:pt x="57133" y="368348"/>
                    </a:cubicBezTo>
                    <a:cubicBezTo>
                      <a:pt x="60078" y="368864"/>
                      <a:pt x="62434" y="371146"/>
                      <a:pt x="63097" y="374017"/>
                    </a:cubicBezTo>
                    <a:cubicBezTo>
                      <a:pt x="64864" y="382631"/>
                      <a:pt x="68030" y="392203"/>
                      <a:pt x="72521" y="402363"/>
                    </a:cubicBezTo>
                    <a:cubicBezTo>
                      <a:pt x="79221" y="417162"/>
                      <a:pt x="82608" y="424966"/>
                      <a:pt x="84301" y="429089"/>
                    </a:cubicBezTo>
                    <a:cubicBezTo>
                      <a:pt x="85184" y="431224"/>
                      <a:pt x="84964" y="433580"/>
                      <a:pt x="83859" y="435495"/>
                    </a:cubicBezTo>
                    <a:cubicBezTo>
                      <a:pt x="67146" y="464429"/>
                      <a:pt x="57870" y="482099"/>
                      <a:pt x="56176" y="488137"/>
                    </a:cubicBezTo>
                    <a:lnTo>
                      <a:pt x="56029" y="488652"/>
                    </a:lnTo>
                    <a:lnTo>
                      <a:pt x="56397" y="489020"/>
                    </a:lnTo>
                    <a:cubicBezTo>
                      <a:pt x="93431" y="526716"/>
                      <a:pt x="116328" y="548583"/>
                      <a:pt x="124648" y="553958"/>
                    </a:cubicBezTo>
                    <a:lnTo>
                      <a:pt x="125090" y="554252"/>
                    </a:lnTo>
                    <a:lnTo>
                      <a:pt x="125531" y="554032"/>
                    </a:lnTo>
                    <a:cubicBezTo>
                      <a:pt x="130759" y="551676"/>
                      <a:pt x="139888" y="546522"/>
                      <a:pt x="152625" y="538644"/>
                    </a:cubicBezTo>
                    <a:cubicBezTo>
                      <a:pt x="162123" y="532827"/>
                      <a:pt x="170664" y="528483"/>
                      <a:pt x="178174" y="525833"/>
                    </a:cubicBezTo>
                    <a:cubicBezTo>
                      <a:pt x="180014" y="525170"/>
                      <a:pt x="182076" y="525244"/>
                      <a:pt x="183843" y="526127"/>
                    </a:cubicBezTo>
                    <a:cubicBezTo>
                      <a:pt x="189144" y="528631"/>
                      <a:pt x="202175" y="534594"/>
                      <a:pt x="236338" y="549614"/>
                    </a:cubicBezTo>
                    <a:cubicBezTo>
                      <a:pt x="238252" y="550424"/>
                      <a:pt x="239651" y="552044"/>
                      <a:pt x="240313" y="554032"/>
                    </a:cubicBezTo>
                    <a:cubicBezTo>
                      <a:pt x="242301" y="560069"/>
                      <a:pt x="244731" y="569346"/>
                      <a:pt x="247602" y="581494"/>
                    </a:cubicBezTo>
                    <a:cubicBezTo>
                      <a:pt x="250768" y="595630"/>
                      <a:pt x="253860" y="605717"/>
                      <a:pt x="257100" y="612417"/>
                    </a:cubicBezTo>
                    <a:lnTo>
                      <a:pt x="257395" y="612932"/>
                    </a:ln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9" name="Freeform: Shape 11">
                <a:extLst>
                  <a:ext uri="{FF2B5EF4-FFF2-40B4-BE49-F238E27FC236}">
                    <a16:creationId xmlns:a16="http://schemas.microsoft.com/office/drawing/2014/main" id="{59355528-FF33-BC8C-160F-02447A9DF538}"/>
                  </a:ext>
                </a:extLst>
              </p:cNvPr>
              <p:cNvSpPr/>
              <p:nvPr/>
            </p:nvSpPr>
            <p:spPr>
              <a:xfrm>
                <a:off x="11055048" y="1930541"/>
                <a:ext cx="364004" cy="364004"/>
              </a:xfrm>
              <a:custGeom>
                <a:avLst/>
                <a:gdLst>
                  <a:gd name="connsiteX0" fmla="*/ 364004 w 364004"/>
                  <a:gd name="connsiteY0" fmla="*/ 182002 h 364004"/>
                  <a:gd name="connsiteX1" fmla="*/ 182002 w 364004"/>
                  <a:gd name="connsiteY1" fmla="*/ 364004 h 364004"/>
                  <a:gd name="connsiteX2" fmla="*/ 0 w 364004"/>
                  <a:gd name="connsiteY2" fmla="*/ 182002 h 364004"/>
                  <a:gd name="connsiteX3" fmla="*/ 182002 w 364004"/>
                  <a:gd name="connsiteY3" fmla="*/ 0 h 364004"/>
                  <a:gd name="connsiteX4" fmla="*/ 364004 w 364004"/>
                  <a:gd name="connsiteY4" fmla="*/ 182002 h 364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004" h="364004">
                    <a:moveTo>
                      <a:pt x="364004" y="182002"/>
                    </a:moveTo>
                    <a:cubicBezTo>
                      <a:pt x="364004" y="282519"/>
                      <a:pt x="282519" y="364004"/>
                      <a:pt x="182002" y="364004"/>
                    </a:cubicBezTo>
                    <a:cubicBezTo>
                      <a:pt x="81485" y="364004"/>
                      <a:pt x="0" y="282519"/>
                      <a:pt x="0" y="182002"/>
                    </a:cubicBezTo>
                    <a:cubicBezTo>
                      <a:pt x="0" y="81485"/>
                      <a:pt x="81485" y="0"/>
                      <a:pt x="182002" y="0"/>
                    </a:cubicBezTo>
                    <a:cubicBezTo>
                      <a:pt x="282519" y="0"/>
                      <a:pt x="364004" y="81485"/>
                      <a:pt x="364004" y="182002"/>
                    </a:cubicBez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34" name="Graphic 6">
              <a:extLst>
                <a:ext uri="{FF2B5EF4-FFF2-40B4-BE49-F238E27FC236}">
                  <a16:creationId xmlns:a16="http://schemas.microsoft.com/office/drawing/2014/main" id="{112761DA-4A35-5511-E41A-687BE4EEF994}"/>
                </a:ext>
              </a:extLst>
            </p:cNvPr>
            <p:cNvGrpSpPr/>
            <p:nvPr/>
          </p:nvGrpSpPr>
          <p:grpSpPr>
            <a:xfrm>
              <a:off x="10373203" y="2030525"/>
              <a:ext cx="936148" cy="161386"/>
              <a:chOff x="10373203" y="2030525"/>
              <a:chExt cx="936148" cy="161386"/>
            </a:xfrm>
            <a:noFill/>
          </p:grpSpPr>
          <p:sp>
            <p:nvSpPr>
              <p:cNvPr id="45" name="Freeform: Shape 43">
                <a:extLst>
                  <a:ext uri="{FF2B5EF4-FFF2-40B4-BE49-F238E27FC236}">
                    <a16:creationId xmlns:a16="http://schemas.microsoft.com/office/drawing/2014/main" id="{7EF4B7D9-783B-5130-4790-2135D8B2FBF6}"/>
                  </a:ext>
                </a:extLst>
              </p:cNvPr>
              <p:cNvSpPr/>
              <p:nvPr/>
            </p:nvSpPr>
            <p:spPr>
              <a:xfrm>
                <a:off x="10534590" y="2111218"/>
                <a:ext cx="615877" cy="7362"/>
              </a:xfrm>
              <a:custGeom>
                <a:avLst/>
                <a:gdLst>
                  <a:gd name="connsiteX0" fmla="*/ 615877 w 615877"/>
                  <a:gd name="connsiteY0" fmla="*/ 0 h 7362"/>
                  <a:gd name="connsiteX1" fmla="*/ 0 w 615877"/>
                  <a:gd name="connsiteY1" fmla="*/ 0 h 7362"/>
                </a:gdLst>
                <a:ahLst/>
                <a:cxnLst>
                  <a:cxn ang="0">
                    <a:pos x="connsiteX0" y="connsiteY0"/>
                  </a:cxn>
                  <a:cxn ang="0">
                    <a:pos x="connsiteX1" y="connsiteY1"/>
                  </a:cxn>
                </a:cxnLst>
                <a:rect l="l" t="t" r="r" b="b"/>
                <a:pathLst>
                  <a:path w="615877" h="7362">
                    <a:moveTo>
                      <a:pt x="615877" y="0"/>
                    </a:moveTo>
                    <a:lnTo>
                      <a:pt x="0" y="0"/>
                    </a:lnTo>
                  </a:path>
                </a:pathLst>
              </a:custGeom>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6" name="Freeform: Shape 44">
                <a:extLst>
                  <a:ext uri="{FF2B5EF4-FFF2-40B4-BE49-F238E27FC236}">
                    <a16:creationId xmlns:a16="http://schemas.microsoft.com/office/drawing/2014/main" id="{88E29F00-8873-F246-75C0-CC4A900AA005}"/>
                  </a:ext>
                </a:extLst>
              </p:cNvPr>
              <p:cNvSpPr/>
              <p:nvPr/>
            </p:nvSpPr>
            <p:spPr>
              <a:xfrm>
                <a:off x="11147964" y="2030525"/>
                <a:ext cx="161387" cy="161386"/>
              </a:xfrm>
              <a:custGeom>
                <a:avLst/>
                <a:gdLst>
                  <a:gd name="connsiteX0" fmla="*/ 161387 w 161387"/>
                  <a:gd name="connsiteY0" fmla="*/ 80693 h 161386"/>
                  <a:gd name="connsiteX1" fmla="*/ 80693 w 161387"/>
                  <a:gd name="connsiteY1" fmla="*/ 161387 h 161386"/>
                  <a:gd name="connsiteX2" fmla="*/ 0 w 161387"/>
                  <a:gd name="connsiteY2" fmla="*/ 80693 h 161386"/>
                  <a:gd name="connsiteX3" fmla="*/ 80693 w 161387"/>
                  <a:gd name="connsiteY3" fmla="*/ 0 h 161386"/>
                  <a:gd name="connsiteX4" fmla="*/ 161387 w 161387"/>
                  <a:gd name="connsiteY4" fmla="*/ 80693 h 161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87" h="161386">
                    <a:moveTo>
                      <a:pt x="161387" y="80693"/>
                    </a:moveTo>
                    <a:cubicBezTo>
                      <a:pt x="161387" y="125259"/>
                      <a:pt x="125259" y="161387"/>
                      <a:pt x="80693" y="161387"/>
                    </a:cubicBezTo>
                    <a:cubicBezTo>
                      <a:pt x="36128" y="161387"/>
                      <a:pt x="0" y="125259"/>
                      <a:pt x="0" y="80693"/>
                    </a:cubicBezTo>
                    <a:cubicBezTo>
                      <a:pt x="0" y="36128"/>
                      <a:pt x="36128" y="0"/>
                      <a:pt x="80693" y="0"/>
                    </a:cubicBezTo>
                    <a:cubicBezTo>
                      <a:pt x="125259" y="0"/>
                      <a:pt x="161387" y="36128"/>
                      <a:pt x="161387" y="80693"/>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7" name="Freeform: Shape 45">
                <a:extLst>
                  <a:ext uri="{FF2B5EF4-FFF2-40B4-BE49-F238E27FC236}">
                    <a16:creationId xmlns:a16="http://schemas.microsoft.com/office/drawing/2014/main" id="{17EFD1D7-8075-77E7-77DF-E2E1D8E55B45}"/>
                  </a:ext>
                </a:extLst>
              </p:cNvPr>
              <p:cNvSpPr/>
              <p:nvPr/>
            </p:nvSpPr>
            <p:spPr>
              <a:xfrm>
                <a:off x="10373203" y="2030525"/>
                <a:ext cx="161387" cy="161386"/>
              </a:xfrm>
              <a:custGeom>
                <a:avLst/>
                <a:gdLst>
                  <a:gd name="connsiteX0" fmla="*/ 161387 w 161387"/>
                  <a:gd name="connsiteY0" fmla="*/ 80693 h 161386"/>
                  <a:gd name="connsiteX1" fmla="*/ 80694 w 161387"/>
                  <a:gd name="connsiteY1" fmla="*/ 161387 h 161386"/>
                  <a:gd name="connsiteX2" fmla="*/ 0 w 161387"/>
                  <a:gd name="connsiteY2" fmla="*/ 80693 h 161386"/>
                  <a:gd name="connsiteX3" fmla="*/ 80694 w 161387"/>
                  <a:gd name="connsiteY3" fmla="*/ 0 h 161386"/>
                  <a:gd name="connsiteX4" fmla="*/ 161387 w 161387"/>
                  <a:gd name="connsiteY4" fmla="*/ 80693 h 161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87" h="161386">
                    <a:moveTo>
                      <a:pt x="161387" y="80693"/>
                    </a:moveTo>
                    <a:cubicBezTo>
                      <a:pt x="161387" y="125259"/>
                      <a:pt x="125259" y="161387"/>
                      <a:pt x="80694" y="161387"/>
                    </a:cubicBezTo>
                    <a:cubicBezTo>
                      <a:pt x="36128" y="161387"/>
                      <a:pt x="0" y="125259"/>
                      <a:pt x="0" y="80693"/>
                    </a:cubicBezTo>
                    <a:cubicBezTo>
                      <a:pt x="0" y="36128"/>
                      <a:pt x="36128" y="0"/>
                      <a:pt x="80694" y="0"/>
                    </a:cubicBezTo>
                    <a:cubicBezTo>
                      <a:pt x="125259" y="0"/>
                      <a:pt x="161387" y="36128"/>
                      <a:pt x="161387" y="80693"/>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35" name="Graphic 6">
              <a:extLst>
                <a:ext uri="{FF2B5EF4-FFF2-40B4-BE49-F238E27FC236}">
                  <a16:creationId xmlns:a16="http://schemas.microsoft.com/office/drawing/2014/main" id="{FE80F247-198B-503D-5A93-FE63375DABDF}"/>
                </a:ext>
              </a:extLst>
            </p:cNvPr>
            <p:cNvGrpSpPr/>
            <p:nvPr/>
          </p:nvGrpSpPr>
          <p:grpSpPr>
            <a:xfrm>
              <a:off x="9469303" y="1724685"/>
              <a:ext cx="984593" cy="773140"/>
              <a:chOff x="9469303" y="1724685"/>
              <a:chExt cx="984593" cy="773140"/>
            </a:xfrm>
            <a:noFill/>
          </p:grpSpPr>
          <p:sp>
            <p:nvSpPr>
              <p:cNvPr id="36" name="Freeform: Shape 47">
                <a:extLst>
                  <a:ext uri="{FF2B5EF4-FFF2-40B4-BE49-F238E27FC236}">
                    <a16:creationId xmlns:a16="http://schemas.microsoft.com/office/drawing/2014/main" id="{7E4EC9FA-A647-9CED-BA72-CF5633F1D103}"/>
                  </a:ext>
                </a:extLst>
              </p:cNvPr>
              <p:cNvSpPr/>
              <p:nvPr/>
            </p:nvSpPr>
            <p:spPr>
              <a:xfrm>
                <a:off x="9469377" y="1724685"/>
                <a:ext cx="984519" cy="773140"/>
              </a:xfrm>
              <a:custGeom>
                <a:avLst/>
                <a:gdLst>
                  <a:gd name="connsiteX0" fmla="*/ 984520 w 984519"/>
                  <a:gd name="connsiteY0" fmla="*/ 467301 h 773140"/>
                  <a:gd name="connsiteX1" fmla="*/ 984520 w 984519"/>
                  <a:gd name="connsiteY1" fmla="*/ 723223 h 773140"/>
                  <a:gd name="connsiteX2" fmla="*/ 934602 w 984519"/>
                  <a:gd name="connsiteY2" fmla="*/ 773141 h 773140"/>
                  <a:gd name="connsiteX3" fmla="*/ 49918 w 984519"/>
                  <a:gd name="connsiteY3" fmla="*/ 773141 h 773140"/>
                  <a:gd name="connsiteX4" fmla="*/ 0 w 984519"/>
                  <a:gd name="connsiteY4" fmla="*/ 723223 h 773140"/>
                  <a:gd name="connsiteX5" fmla="*/ 0 w 984519"/>
                  <a:gd name="connsiteY5" fmla="*/ 49918 h 773140"/>
                  <a:gd name="connsiteX6" fmla="*/ 49918 w 984519"/>
                  <a:gd name="connsiteY6" fmla="*/ 0 h 773140"/>
                  <a:gd name="connsiteX7" fmla="*/ 934602 w 984519"/>
                  <a:gd name="connsiteY7" fmla="*/ 0 h 773140"/>
                  <a:gd name="connsiteX8" fmla="*/ 984520 w 984519"/>
                  <a:gd name="connsiteY8" fmla="*/ 49918 h 773140"/>
                  <a:gd name="connsiteX9" fmla="*/ 984520 w 984519"/>
                  <a:gd name="connsiteY9" fmla="*/ 305840 h 773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4519" h="773140">
                    <a:moveTo>
                      <a:pt x="984520" y="467301"/>
                    </a:moveTo>
                    <a:lnTo>
                      <a:pt x="984520" y="723223"/>
                    </a:lnTo>
                    <a:cubicBezTo>
                      <a:pt x="984520" y="750832"/>
                      <a:pt x="962138" y="773141"/>
                      <a:pt x="934602" y="773141"/>
                    </a:cubicBezTo>
                    <a:lnTo>
                      <a:pt x="49918" y="773141"/>
                    </a:lnTo>
                    <a:cubicBezTo>
                      <a:pt x="22309" y="773141"/>
                      <a:pt x="0" y="750759"/>
                      <a:pt x="0" y="723223"/>
                    </a:cubicBezTo>
                    <a:lnTo>
                      <a:pt x="0" y="49918"/>
                    </a:lnTo>
                    <a:cubicBezTo>
                      <a:pt x="0" y="22309"/>
                      <a:pt x="22382" y="0"/>
                      <a:pt x="49918" y="0"/>
                    </a:cubicBezTo>
                    <a:lnTo>
                      <a:pt x="934602" y="0"/>
                    </a:lnTo>
                    <a:cubicBezTo>
                      <a:pt x="962211" y="0"/>
                      <a:pt x="984520" y="22382"/>
                      <a:pt x="984520" y="49918"/>
                    </a:cubicBezTo>
                    <a:lnTo>
                      <a:pt x="984520" y="305840"/>
                    </a:lnTo>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7" name="Freeform: Shape 48">
                <a:extLst>
                  <a:ext uri="{FF2B5EF4-FFF2-40B4-BE49-F238E27FC236}">
                    <a16:creationId xmlns:a16="http://schemas.microsoft.com/office/drawing/2014/main" id="{27048AA3-E371-2C3E-3FC7-641152297CDE}"/>
                  </a:ext>
                </a:extLst>
              </p:cNvPr>
              <p:cNvSpPr/>
              <p:nvPr/>
            </p:nvSpPr>
            <p:spPr>
              <a:xfrm>
                <a:off x="9469303" y="1888869"/>
                <a:ext cx="984593" cy="7362"/>
              </a:xfrm>
              <a:custGeom>
                <a:avLst/>
                <a:gdLst>
                  <a:gd name="connsiteX0" fmla="*/ 0 w 984593"/>
                  <a:gd name="connsiteY0" fmla="*/ 0 h 7362"/>
                  <a:gd name="connsiteX1" fmla="*/ 984593 w 984593"/>
                  <a:gd name="connsiteY1" fmla="*/ 0 h 7362"/>
                </a:gdLst>
                <a:ahLst/>
                <a:cxnLst>
                  <a:cxn ang="0">
                    <a:pos x="connsiteX0" y="connsiteY0"/>
                  </a:cxn>
                  <a:cxn ang="0">
                    <a:pos x="connsiteX1" y="connsiteY1"/>
                  </a:cxn>
                </a:cxnLst>
                <a:rect l="l" t="t" r="r" b="b"/>
                <a:pathLst>
                  <a:path w="984593" h="7362">
                    <a:moveTo>
                      <a:pt x="0" y="0"/>
                    </a:moveTo>
                    <a:lnTo>
                      <a:pt x="984593" y="0"/>
                    </a:lnTo>
                  </a:path>
                </a:pathLst>
              </a:custGeom>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38" name="Graphic 6">
                <a:extLst>
                  <a:ext uri="{FF2B5EF4-FFF2-40B4-BE49-F238E27FC236}">
                    <a16:creationId xmlns:a16="http://schemas.microsoft.com/office/drawing/2014/main" id="{9D3AFC3D-D308-C351-C452-771F43DF949E}"/>
                  </a:ext>
                </a:extLst>
              </p:cNvPr>
              <p:cNvGrpSpPr/>
              <p:nvPr/>
            </p:nvGrpSpPr>
            <p:grpSpPr>
              <a:xfrm>
                <a:off x="9661171" y="2008511"/>
                <a:ext cx="587310" cy="372397"/>
                <a:chOff x="9661171" y="2008511"/>
                <a:chExt cx="587310" cy="372397"/>
              </a:xfrm>
              <a:noFill/>
            </p:grpSpPr>
            <p:sp>
              <p:nvSpPr>
                <p:cNvPr id="42" name="Freeform: Shape 50">
                  <a:extLst>
                    <a:ext uri="{FF2B5EF4-FFF2-40B4-BE49-F238E27FC236}">
                      <a16:creationId xmlns:a16="http://schemas.microsoft.com/office/drawing/2014/main" id="{BC3E2FC3-4976-920B-83E5-0AF469EDFB7C}"/>
                    </a:ext>
                  </a:extLst>
                </p:cNvPr>
                <p:cNvSpPr/>
                <p:nvPr/>
              </p:nvSpPr>
              <p:spPr>
                <a:xfrm>
                  <a:off x="9661171" y="2040096"/>
                  <a:ext cx="143127" cy="286108"/>
                </a:xfrm>
                <a:custGeom>
                  <a:avLst/>
                  <a:gdLst>
                    <a:gd name="connsiteX0" fmla="*/ 143128 w 143127"/>
                    <a:gd name="connsiteY0" fmla="*/ 0 h 286108"/>
                    <a:gd name="connsiteX1" fmla="*/ 0 w 143127"/>
                    <a:gd name="connsiteY1" fmla="*/ 143054 h 286108"/>
                    <a:gd name="connsiteX2" fmla="*/ 143128 w 143127"/>
                    <a:gd name="connsiteY2" fmla="*/ 286109 h 286108"/>
                  </a:gdLst>
                  <a:ahLst/>
                  <a:cxnLst>
                    <a:cxn ang="0">
                      <a:pos x="connsiteX0" y="connsiteY0"/>
                    </a:cxn>
                    <a:cxn ang="0">
                      <a:pos x="connsiteX1" y="connsiteY1"/>
                    </a:cxn>
                    <a:cxn ang="0">
                      <a:pos x="connsiteX2" y="connsiteY2"/>
                    </a:cxn>
                  </a:cxnLst>
                  <a:rect l="l" t="t" r="r" b="b"/>
                  <a:pathLst>
                    <a:path w="143127" h="286108">
                      <a:moveTo>
                        <a:pt x="143128" y="0"/>
                      </a:moveTo>
                      <a:lnTo>
                        <a:pt x="0" y="143054"/>
                      </a:lnTo>
                      <a:lnTo>
                        <a:pt x="143128" y="286109"/>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3" name="Freeform: Shape 51">
                  <a:extLst>
                    <a:ext uri="{FF2B5EF4-FFF2-40B4-BE49-F238E27FC236}">
                      <a16:creationId xmlns:a16="http://schemas.microsoft.com/office/drawing/2014/main" id="{B0B5202B-E491-56CD-6C1D-AE5BBB9E3644}"/>
                    </a:ext>
                  </a:extLst>
                </p:cNvPr>
                <p:cNvSpPr/>
                <p:nvPr/>
              </p:nvSpPr>
              <p:spPr>
                <a:xfrm>
                  <a:off x="10105427" y="2040096"/>
                  <a:ext cx="143054" cy="286108"/>
                </a:xfrm>
                <a:custGeom>
                  <a:avLst/>
                  <a:gdLst>
                    <a:gd name="connsiteX0" fmla="*/ 0 w 143054"/>
                    <a:gd name="connsiteY0" fmla="*/ 0 h 286108"/>
                    <a:gd name="connsiteX1" fmla="*/ 143054 w 143054"/>
                    <a:gd name="connsiteY1" fmla="*/ 143054 h 286108"/>
                    <a:gd name="connsiteX2" fmla="*/ 0 w 143054"/>
                    <a:gd name="connsiteY2" fmla="*/ 286109 h 286108"/>
                  </a:gdLst>
                  <a:ahLst/>
                  <a:cxnLst>
                    <a:cxn ang="0">
                      <a:pos x="connsiteX0" y="connsiteY0"/>
                    </a:cxn>
                    <a:cxn ang="0">
                      <a:pos x="connsiteX1" y="connsiteY1"/>
                    </a:cxn>
                    <a:cxn ang="0">
                      <a:pos x="connsiteX2" y="connsiteY2"/>
                    </a:cxn>
                  </a:cxnLst>
                  <a:rect l="l" t="t" r="r" b="b"/>
                  <a:pathLst>
                    <a:path w="143054" h="286108">
                      <a:moveTo>
                        <a:pt x="0" y="0"/>
                      </a:moveTo>
                      <a:lnTo>
                        <a:pt x="143054" y="143054"/>
                      </a:lnTo>
                      <a:lnTo>
                        <a:pt x="0" y="286109"/>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4" name="Freeform: Shape 52">
                  <a:extLst>
                    <a:ext uri="{FF2B5EF4-FFF2-40B4-BE49-F238E27FC236}">
                      <a16:creationId xmlns:a16="http://schemas.microsoft.com/office/drawing/2014/main" id="{91D024DC-6D92-9527-B733-06AC115037CD}"/>
                    </a:ext>
                  </a:extLst>
                </p:cNvPr>
                <p:cNvSpPr/>
                <p:nvPr/>
              </p:nvSpPr>
              <p:spPr>
                <a:xfrm>
                  <a:off x="9878734" y="2008511"/>
                  <a:ext cx="152257" cy="372397"/>
                </a:xfrm>
                <a:custGeom>
                  <a:avLst/>
                  <a:gdLst>
                    <a:gd name="connsiteX0" fmla="*/ 152257 w 152257"/>
                    <a:gd name="connsiteY0" fmla="*/ 0 h 372397"/>
                    <a:gd name="connsiteX1" fmla="*/ 0 w 152257"/>
                    <a:gd name="connsiteY1" fmla="*/ 372398 h 372397"/>
                  </a:gdLst>
                  <a:ahLst/>
                  <a:cxnLst>
                    <a:cxn ang="0">
                      <a:pos x="connsiteX0" y="connsiteY0"/>
                    </a:cxn>
                    <a:cxn ang="0">
                      <a:pos x="connsiteX1" y="connsiteY1"/>
                    </a:cxn>
                  </a:cxnLst>
                  <a:rect l="l" t="t" r="r" b="b"/>
                  <a:pathLst>
                    <a:path w="152257" h="372397">
                      <a:moveTo>
                        <a:pt x="152257" y="0"/>
                      </a:moveTo>
                      <a:lnTo>
                        <a:pt x="0" y="372398"/>
                      </a:lnTo>
                    </a:path>
                  </a:pathLst>
                </a:custGeom>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39" name="Freeform: Shape 53">
                <a:extLst>
                  <a:ext uri="{FF2B5EF4-FFF2-40B4-BE49-F238E27FC236}">
                    <a16:creationId xmlns:a16="http://schemas.microsoft.com/office/drawing/2014/main" id="{3475758E-292F-4EF9-4B6B-A832197047F9}"/>
                  </a:ext>
                </a:extLst>
              </p:cNvPr>
              <p:cNvSpPr/>
              <p:nvPr/>
            </p:nvSpPr>
            <p:spPr>
              <a:xfrm>
                <a:off x="10106531" y="1777916"/>
                <a:ext cx="57280" cy="57280"/>
              </a:xfrm>
              <a:custGeom>
                <a:avLst/>
                <a:gdLst>
                  <a:gd name="connsiteX0" fmla="*/ 57281 w 57280"/>
                  <a:gd name="connsiteY0" fmla="*/ 28640 h 57280"/>
                  <a:gd name="connsiteX1" fmla="*/ 28640 w 57280"/>
                  <a:gd name="connsiteY1" fmla="*/ 57281 h 57280"/>
                  <a:gd name="connsiteX2" fmla="*/ 0 w 57280"/>
                  <a:gd name="connsiteY2" fmla="*/ 28640 h 57280"/>
                  <a:gd name="connsiteX3" fmla="*/ 28640 w 57280"/>
                  <a:gd name="connsiteY3" fmla="*/ 0 h 57280"/>
                  <a:gd name="connsiteX4" fmla="*/ 57281 w 57280"/>
                  <a:gd name="connsiteY4" fmla="*/ 28640 h 5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80" h="57280">
                    <a:moveTo>
                      <a:pt x="57281" y="28640"/>
                    </a:moveTo>
                    <a:cubicBezTo>
                      <a:pt x="57281" y="44458"/>
                      <a:pt x="44458" y="57281"/>
                      <a:pt x="28640" y="57281"/>
                    </a:cubicBezTo>
                    <a:cubicBezTo>
                      <a:pt x="12823" y="57281"/>
                      <a:pt x="0" y="44458"/>
                      <a:pt x="0" y="28640"/>
                    </a:cubicBezTo>
                    <a:cubicBezTo>
                      <a:pt x="0" y="12823"/>
                      <a:pt x="12823" y="0"/>
                      <a:pt x="28640" y="0"/>
                    </a:cubicBezTo>
                    <a:cubicBezTo>
                      <a:pt x="44458" y="0"/>
                      <a:pt x="57281" y="12823"/>
                      <a:pt x="57281" y="28640"/>
                    </a:cubicBez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0" name="Freeform: Shape 54">
                <a:extLst>
                  <a:ext uri="{FF2B5EF4-FFF2-40B4-BE49-F238E27FC236}">
                    <a16:creationId xmlns:a16="http://schemas.microsoft.com/office/drawing/2014/main" id="{17CAB70F-434D-7F52-05F0-EAE7516B917D}"/>
                  </a:ext>
                </a:extLst>
              </p:cNvPr>
              <p:cNvSpPr/>
              <p:nvPr/>
            </p:nvSpPr>
            <p:spPr>
              <a:xfrm>
                <a:off x="10216233" y="1777916"/>
                <a:ext cx="57280" cy="57280"/>
              </a:xfrm>
              <a:custGeom>
                <a:avLst/>
                <a:gdLst>
                  <a:gd name="connsiteX0" fmla="*/ 57281 w 57280"/>
                  <a:gd name="connsiteY0" fmla="*/ 28640 h 57280"/>
                  <a:gd name="connsiteX1" fmla="*/ 28640 w 57280"/>
                  <a:gd name="connsiteY1" fmla="*/ 57281 h 57280"/>
                  <a:gd name="connsiteX2" fmla="*/ 0 w 57280"/>
                  <a:gd name="connsiteY2" fmla="*/ 28640 h 57280"/>
                  <a:gd name="connsiteX3" fmla="*/ 28640 w 57280"/>
                  <a:gd name="connsiteY3" fmla="*/ 0 h 57280"/>
                  <a:gd name="connsiteX4" fmla="*/ 57281 w 57280"/>
                  <a:gd name="connsiteY4" fmla="*/ 28640 h 5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80" h="57280">
                    <a:moveTo>
                      <a:pt x="57281" y="28640"/>
                    </a:moveTo>
                    <a:cubicBezTo>
                      <a:pt x="57281" y="44458"/>
                      <a:pt x="44458" y="57281"/>
                      <a:pt x="28640" y="57281"/>
                    </a:cubicBezTo>
                    <a:cubicBezTo>
                      <a:pt x="12823" y="57281"/>
                      <a:pt x="0" y="44458"/>
                      <a:pt x="0" y="28640"/>
                    </a:cubicBezTo>
                    <a:cubicBezTo>
                      <a:pt x="0" y="12823"/>
                      <a:pt x="12823" y="0"/>
                      <a:pt x="28640" y="0"/>
                    </a:cubicBezTo>
                    <a:cubicBezTo>
                      <a:pt x="44458" y="0"/>
                      <a:pt x="57281" y="12823"/>
                      <a:pt x="57281" y="28640"/>
                    </a:cubicBez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1" name="Freeform: Shape 55">
                <a:extLst>
                  <a:ext uri="{FF2B5EF4-FFF2-40B4-BE49-F238E27FC236}">
                    <a16:creationId xmlns:a16="http://schemas.microsoft.com/office/drawing/2014/main" id="{95B551A2-FD61-7D05-DA34-341270117906}"/>
                  </a:ext>
                </a:extLst>
              </p:cNvPr>
              <p:cNvSpPr/>
              <p:nvPr/>
            </p:nvSpPr>
            <p:spPr>
              <a:xfrm>
                <a:off x="10325935" y="1777916"/>
                <a:ext cx="57280" cy="57280"/>
              </a:xfrm>
              <a:custGeom>
                <a:avLst/>
                <a:gdLst>
                  <a:gd name="connsiteX0" fmla="*/ 57281 w 57280"/>
                  <a:gd name="connsiteY0" fmla="*/ 28640 h 57280"/>
                  <a:gd name="connsiteX1" fmla="*/ 28640 w 57280"/>
                  <a:gd name="connsiteY1" fmla="*/ 57281 h 57280"/>
                  <a:gd name="connsiteX2" fmla="*/ 0 w 57280"/>
                  <a:gd name="connsiteY2" fmla="*/ 28640 h 57280"/>
                  <a:gd name="connsiteX3" fmla="*/ 28640 w 57280"/>
                  <a:gd name="connsiteY3" fmla="*/ 0 h 57280"/>
                  <a:gd name="connsiteX4" fmla="*/ 57281 w 57280"/>
                  <a:gd name="connsiteY4" fmla="*/ 28640 h 5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80" h="57280">
                    <a:moveTo>
                      <a:pt x="57281" y="28640"/>
                    </a:moveTo>
                    <a:cubicBezTo>
                      <a:pt x="57281" y="44458"/>
                      <a:pt x="44458" y="57281"/>
                      <a:pt x="28640" y="57281"/>
                    </a:cubicBezTo>
                    <a:cubicBezTo>
                      <a:pt x="12823" y="57281"/>
                      <a:pt x="0" y="44458"/>
                      <a:pt x="0" y="28640"/>
                    </a:cubicBezTo>
                    <a:cubicBezTo>
                      <a:pt x="0" y="12823"/>
                      <a:pt x="12823" y="0"/>
                      <a:pt x="28640" y="0"/>
                    </a:cubicBezTo>
                    <a:cubicBezTo>
                      <a:pt x="44458" y="0"/>
                      <a:pt x="57281" y="12823"/>
                      <a:pt x="57281" y="28640"/>
                    </a:cubicBez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28" name="TextBox 27">
            <a:extLst>
              <a:ext uri="{FF2B5EF4-FFF2-40B4-BE49-F238E27FC236}">
                <a16:creationId xmlns:a16="http://schemas.microsoft.com/office/drawing/2014/main" id="{5C36E414-3324-FDD5-88B6-38E99A7B45A1}"/>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51" name="Graphic 8">
            <a:extLst>
              <a:ext uri="{FF2B5EF4-FFF2-40B4-BE49-F238E27FC236}">
                <a16:creationId xmlns:a16="http://schemas.microsoft.com/office/drawing/2014/main" id="{9E06D9E4-9115-0B32-8C99-2EB0628163FB}"/>
              </a:ext>
            </a:extLst>
          </p:cNvPr>
          <p:cNvGrpSpPr/>
          <p:nvPr userDrawn="1"/>
        </p:nvGrpSpPr>
        <p:grpSpPr>
          <a:xfrm>
            <a:off x="265625" y="6323271"/>
            <a:ext cx="1249223" cy="369648"/>
            <a:chOff x="265625" y="6323271"/>
            <a:chExt cx="1249223" cy="369648"/>
          </a:xfrm>
          <a:solidFill>
            <a:srgbClr val="000000"/>
          </a:solidFill>
        </p:grpSpPr>
        <p:grpSp>
          <p:nvGrpSpPr>
            <p:cNvPr id="52" name="Graphic 8">
              <a:extLst>
                <a:ext uri="{FF2B5EF4-FFF2-40B4-BE49-F238E27FC236}">
                  <a16:creationId xmlns:a16="http://schemas.microsoft.com/office/drawing/2014/main" id="{D912C3F0-D141-3BF2-D634-663DD79D1115}"/>
                </a:ext>
              </a:extLst>
            </p:cNvPr>
            <p:cNvGrpSpPr/>
            <p:nvPr/>
          </p:nvGrpSpPr>
          <p:grpSpPr>
            <a:xfrm>
              <a:off x="745455" y="6594444"/>
              <a:ext cx="722662" cy="98475"/>
              <a:chOff x="745455" y="6594444"/>
              <a:chExt cx="722662" cy="98475"/>
            </a:xfrm>
            <a:solidFill>
              <a:srgbClr val="000000"/>
            </a:solidFill>
          </p:grpSpPr>
          <p:sp>
            <p:nvSpPr>
              <p:cNvPr id="61" name="Freeform 19">
                <a:extLst>
                  <a:ext uri="{FF2B5EF4-FFF2-40B4-BE49-F238E27FC236}">
                    <a16:creationId xmlns:a16="http://schemas.microsoft.com/office/drawing/2014/main" id="{2679C535-83D4-F506-0FBC-1FC91502842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62" name="Freeform 20">
                <a:extLst>
                  <a:ext uri="{FF2B5EF4-FFF2-40B4-BE49-F238E27FC236}">
                    <a16:creationId xmlns:a16="http://schemas.microsoft.com/office/drawing/2014/main" id="{980D7D2B-B551-6782-CE99-71D9956EAD22}"/>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63" name="Freeform 21">
                <a:extLst>
                  <a:ext uri="{FF2B5EF4-FFF2-40B4-BE49-F238E27FC236}">
                    <a16:creationId xmlns:a16="http://schemas.microsoft.com/office/drawing/2014/main" id="{93E81E0B-EC2C-A55A-6A16-5752CF52613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129" name="Freeform 22">
                <a:extLst>
                  <a:ext uri="{FF2B5EF4-FFF2-40B4-BE49-F238E27FC236}">
                    <a16:creationId xmlns:a16="http://schemas.microsoft.com/office/drawing/2014/main" id="{1A1E37DC-C8FC-9981-E3B2-DCAA252B4B62}"/>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130" name="Freeform 23">
                <a:extLst>
                  <a:ext uri="{FF2B5EF4-FFF2-40B4-BE49-F238E27FC236}">
                    <a16:creationId xmlns:a16="http://schemas.microsoft.com/office/drawing/2014/main" id="{33344F34-AC51-2527-3C9D-8314279906A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31" name="Freeform 24">
                <a:extLst>
                  <a:ext uri="{FF2B5EF4-FFF2-40B4-BE49-F238E27FC236}">
                    <a16:creationId xmlns:a16="http://schemas.microsoft.com/office/drawing/2014/main" id="{44552C25-6E6E-932C-58BE-822700D722A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132" name="Freeform 25">
                <a:extLst>
                  <a:ext uri="{FF2B5EF4-FFF2-40B4-BE49-F238E27FC236}">
                    <a16:creationId xmlns:a16="http://schemas.microsoft.com/office/drawing/2014/main" id="{54531708-A4EE-8903-D1B2-4F0CBEAA885C}"/>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133" name="Freeform 26">
                <a:extLst>
                  <a:ext uri="{FF2B5EF4-FFF2-40B4-BE49-F238E27FC236}">
                    <a16:creationId xmlns:a16="http://schemas.microsoft.com/office/drawing/2014/main" id="{36A0D391-E7FE-1B53-5C16-0FE8D35AB496}"/>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134" name="Freeform 27">
                <a:extLst>
                  <a:ext uri="{FF2B5EF4-FFF2-40B4-BE49-F238E27FC236}">
                    <a16:creationId xmlns:a16="http://schemas.microsoft.com/office/drawing/2014/main" id="{8BBFFDD2-A9D2-BD89-FDAB-100B15BC314D}"/>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35" name="Freeform 28">
                <a:extLst>
                  <a:ext uri="{FF2B5EF4-FFF2-40B4-BE49-F238E27FC236}">
                    <a16:creationId xmlns:a16="http://schemas.microsoft.com/office/drawing/2014/main" id="{19DED88E-D488-5A44-76B0-3D062161BDE8}"/>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53" name="Graphic 8">
              <a:extLst>
                <a:ext uri="{FF2B5EF4-FFF2-40B4-BE49-F238E27FC236}">
                  <a16:creationId xmlns:a16="http://schemas.microsoft.com/office/drawing/2014/main" id="{C2965FF7-AEF7-C2F0-63F8-F1FDEE0C409E}"/>
                </a:ext>
              </a:extLst>
            </p:cNvPr>
            <p:cNvGrpSpPr/>
            <p:nvPr/>
          </p:nvGrpSpPr>
          <p:grpSpPr>
            <a:xfrm>
              <a:off x="265625" y="6323271"/>
              <a:ext cx="1249223" cy="190348"/>
              <a:chOff x="265625" y="6323271"/>
              <a:chExt cx="1249223" cy="190348"/>
            </a:xfrm>
            <a:solidFill>
              <a:srgbClr val="000000"/>
            </a:solidFill>
          </p:grpSpPr>
          <p:sp>
            <p:nvSpPr>
              <p:cNvPr id="54" name="Freeform 10">
                <a:extLst>
                  <a:ext uri="{FF2B5EF4-FFF2-40B4-BE49-F238E27FC236}">
                    <a16:creationId xmlns:a16="http://schemas.microsoft.com/office/drawing/2014/main" id="{E038BDB1-BCA2-06EF-CE65-02DB90820FA0}"/>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55" name="Freeform 11">
                <a:extLst>
                  <a:ext uri="{FF2B5EF4-FFF2-40B4-BE49-F238E27FC236}">
                    <a16:creationId xmlns:a16="http://schemas.microsoft.com/office/drawing/2014/main" id="{A747ED16-5106-EF7B-3AF4-C6B84D31019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56" name="Freeform 14">
                <a:extLst>
                  <a:ext uri="{FF2B5EF4-FFF2-40B4-BE49-F238E27FC236}">
                    <a16:creationId xmlns:a16="http://schemas.microsoft.com/office/drawing/2014/main" id="{93DF5C0C-BE16-8CCE-8B6F-4A8EBA56715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57" name="Freeform 15">
                <a:extLst>
                  <a:ext uri="{FF2B5EF4-FFF2-40B4-BE49-F238E27FC236}">
                    <a16:creationId xmlns:a16="http://schemas.microsoft.com/office/drawing/2014/main" id="{476666EF-1A24-FB49-755E-173132F59A76}"/>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58" name="Freeform 16">
                <a:extLst>
                  <a:ext uri="{FF2B5EF4-FFF2-40B4-BE49-F238E27FC236}">
                    <a16:creationId xmlns:a16="http://schemas.microsoft.com/office/drawing/2014/main" id="{4C641D78-B6F4-7DF1-7AC8-6C7C3706DC8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59" name="Freeform 17">
                <a:extLst>
                  <a:ext uri="{FF2B5EF4-FFF2-40B4-BE49-F238E27FC236}">
                    <a16:creationId xmlns:a16="http://schemas.microsoft.com/office/drawing/2014/main" id="{1243D46A-B0E8-A2B8-C46B-283C09251320}"/>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60" name="Freeform 18">
                <a:extLst>
                  <a:ext uri="{FF2B5EF4-FFF2-40B4-BE49-F238E27FC236}">
                    <a16:creationId xmlns:a16="http://schemas.microsoft.com/office/drawing/2014/main" id="{CBF21737-6D15-0013-436F-C4F38B7F768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50" name="TextBox 49">
            <a:extLst>
              <a:ext uri="{FF2B5EF4-FFF2-40B4-BE49-F238E27FC236}">
                <a16:creationId xmlns:a16="http://schemas.microsoft.com/office/drawing/2014/main" id="{B88D2144-6E96-D6CF-FAAD-0076DE220724}"/>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808678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Section - Wrap Up">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3" name="Parallelogram 2">
            <a:extLst>
              <a:ext uri="{FF2B5EF4-FFF2-40B4-BE49-F238E27FC236}">
                <a16:creationId xmlns:a16="http://schemas.microsoft.com/office/drawing/2014/main" id="{79EE9B0C-8EC5-6814-F2ED-1FA1F64E3BD5}"/>
              </a:ext>
            </a:extLst>
          </p:cNvPr>
          <p:cNvSpPr/>
          <p:nvPr userDrawn="1"/>
        </p:nvSpPr>
        <p:spPr>
          <a:xfrm>
            <a:off x="5406003" y="0"/>
            <a:ext cx="14676689" cy="6858001"/>
          </a:xfrm>
          <a:prstGeom prst="parallelogram">
            <a:avLst>
              <a:gd name="adj" fmla="val 100124"/>
            </a:avLst>
          </a:prstGeom>
          <a:gradFill flip="none" rotWithShape="1">
            <a:gsLst>
              <a:gs pos="24000">
                <a:schemeClr val="accent5"/>
              </a:gs>
              <a:gs pos="100000">
                <a:schemeClr val="accent5">
                  <a:lumMod val="60000"/>
                  <a:lumOff val="40000"/>
                </a:schemeClr>
              </a:gs>
            </a:gsLst>
            <a:lin ang="18900000" scaled="1"/>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rallelogram 3">
            <a:extLst>
              <a:ext uri="{FF2B5EF4-FFF2-40B4-BE49-F238E27FC236}">
                <a16:creationId xmlns:a16="http://schemas.microsoft.com/office/drawing/2014/main" id="{999D53FC-B7CF-FBCC-47B1-992712553F5A}"/>
              </a:ext>
            </a:extLst>
          </p:cNvPr>
          <p:cNvSpPr/>
          <p:nvPr userDrawn="1"/>
        </p:nvSpPr>
        <p:spPr>
          <a:xfrm>
            <a:off x="1840256" y="-1"/>
            <a:ext cx="12934077" cy="6470788"/>
          </a:xfrm>
          <a:prstGeom prst="parallelogram">
            <a:avLst>
              <a:gd name="adj" fmla="val 100124"/>
            </a:avLst>
          </a:prstGeom>
          <a:gradFill flip="none" rotWithShape="1">
            <a:gsLst>
              <a:gs pos="0">
                <a:schemeClr val="accent5">
                  <a:alpha val="33000"/>
                </a:schemeClr>
              </a:gs>
              <a:gs pos="97000">
                <a:schemeClr val="accent5">
                  <a:alpha val="0"/>
                </a:schemeClr>
              </a:gs>
            </a:gsLst>
            <a:lin ang="8100000" scaled="1"/>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 name="Graphic 143">
            <a:extLst>
              <a:ext uri="{FF2B5EF4-FFF2-40B4-BE49-F238E27FC236}">
                <a16:creationId xmlns:a16="http://schemas.microsoft.com/office/drawing/2014/main" id="{C0D01B70-85F2-84D3-EBFB-A50AA16FAED0}"/>
              </a:ext>
            </a:extLst>
          </p:cNvPr>
          <p:cNvSpPr/>
          <p:nvPr userDrawn="1"/>
        </p:nvSpPr>
        <p:spPr>
          <a:xfrm>
            <a:off x="4130978" y="4499933"/>
            <a:ext cx="2421204" cy="666750"/>
          </a:xfrm>
          <a:custGeom>
            <a:avLst/>
            <a:gdLst>
              <a:gd name="connsiteX0" fmla="*/ 482061 w 600651"/>
              <a:gd name="connsiteY0" fmla="*/ 38962 h 165407"/>
              <a:gd name="connsiteX1" fmla="*/ 398886 w 600651"/>
              <a:gd name="connsiteY1" fmla="*/ 75298 h 165407"/>
              <a:gd name="connsiteX2" fmla="*/ 268849 w 600651"/>
              <a:gd name="connsiteY2" fmla="*/ 0 h 165407"/>
              <a:gd name="connsiteX3" fmla="*/ 118927 w 600651"/>
              <a:gd name="connsiteY3" fmla="*/ 122878 h 165407"/>
              <a:gd name="connsiteX4" fmla="*/ 66185 w 600651"/>
              <a:gd name="connsiteY4" fmla="*/ 94823 h 165407"/>
              <a:gd name="connsiteX5" fmla="*/ 0 w 600651"/>
              <a:gd name="connsiteY5" fmla="*/ 165408 h 165407"/>
              <a:gd name="connsiteX6" fmla="*/ 600652 w 600651"/>
              <a:gd name="connsiteY6" fmla="*/ 165408 h 165407"/>
              <a:gd name="connsiteX7" fmla="*/ 482061 w 600651"/>
              <a:gd name="connsiteY7" fmla="*/ 38939 h 16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651" h="165407">
                <a:moveTo>
                  <a:pt x="482061" y="38962"/>
                </a:moveTo>
                <a:cubicBezTo>
                  <a:pt x="449653" y="38962"/>
                  <a:pt x="420297" y="52832"/>
                  <a:pt x="398886" y="75298"/>
                </a:cubicBezTo>
                <a:cubicBezTo>
                  <a:pt x="371236" y="29984"/>
                  <a:pt x="323341" y="0"/>
                  <a:pt x="268849" y="0"/>
                </a:cubicBezTo>
                <a:cubicBezTo>
                  <a:pt x="196963" y="0"/>
                  <a:pt x="136523" y="52136"/>
                  <a:pt x="118927" y="122878"/>
                </a:cubicBezTo>
                <a:cubicBezTo>
                  <a:pt x="106853" y="105865"/>
                  <a:pt x="87754" y="94823"/>
                  <a:pt x="66185" y="94823"/>
                </a:cubicBezTo>
                <a:cubicBezTo>
                  <a:pt x="29625" y="94823"/>
                  <a:pt x="0" y="126446"/>
                  <a:pt x="0" y="165408"/>
                </a:cubicBezTo>
                <a:lnTo>
                  <a:pt x="600652" y="165408"/>
                </a:lnTo>
                <a:cubicBezTo>
                  <a:pt x="600652" y="95564"/>
                  <a:pt x="547551" y="38939"/>
                  <a:pt x="482061" y="38939"/>
                </a:cubicBezTo>
                <a:close/>
              </a:path>
            </a:pathLst>
          </a:custGeom>
          <a:solidFill>
            <a:schemeClr val="accent5">
              <a:alpha val="18000"/>
            </a:schemeClr>
          </a:soli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6" name="Graphic 5">
            <a:extLst>
              <a:ext uri="{FF2B5EF4-FFF2-40B4-BE49-F238E27FC236}">
                <a16:creationId xmlns:a16="http://schemas.microsoft.com/office/drawing/2014/main" id="{BDB5472A-4BEE-FF45-254F-F33E3FCC35B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79191" y="2319345"/>
            <a:ext cx="3124591" cy="1207366"/>
          </a:xfrm>
          <a:prstGeom prst="rect">
            <a:avLst/>
          </a:prstGeom>
        </p:spPr>
      </p:pic>
      <p:grpSp>
        <p:nvGrpSpPr>
          <p:cNvPr id="7" name="Group 6">
            <a:extLst>
              <a:ext uri="{FF2B5EF4-FFF2-40B4-BE49-F238E27FC236}">
                <a16:creationId xmlns:a16="http://schemas.microsoft.com/office/drawing/2014/main" id="{FA919E50-D9FE-6FA9-CF7F-1701FAFE68F2}"/>
              </a:ext>
            </a:extLst>
          </p:cNvPr>
          <p:cNvGrpSpPr/>
          <p:nvPr userDrawn="1"/>
        </p:nvGrpSpPr>
        <p:grpSpPr>
          <a:xfrm>
            <a:off x="8467108" y="1045130"/>
            <a:ext cx="1685206" cy="686138"/>
            <a:chOff x="437672" y="1280130"/>
            <a:chExt cx="2910783" cy="1185138"/>
          </a:xfrm>
        </p:grpSpPr>
        <p:sp>
          <p:nvSpPr>
            <p:cNvPr id="8" name="Freeform: Shape 187">
              <a:extLst>
                <a:ext uri="{FF2B5EF4-FFF2-40B4-BE49-F238E27FC236}">
                  <a16:creationId xmlns:a16="http://schemas.microsoft.com/office/drawing/2014/main" id="{E2A3A0F4-BE8B-B17E-21EA-77C6BDC8F8FB}"/>
                </a:ext>
              </a:extLst>
            </p:cNvPr>
            <p:cNvSpPr/>
            <p:nvPr/>
          </p:nvSpPr>
          <p:spPr>
            <a:xfrm>
              <a:off x="437672" y="1280130"/>
              <a:ext cx="2720832" cy="1110872"/>
            </a:xfrm>
            <a:custGeom>
              <a:avLst/>
              <a:gdLst>
                <a:gd name="connsiteX0" fmla="*/ 749249 w 907209"/>
                <a:gd name="connsiteY0" fmla="*/ 212440 h 370400"/>
                <a:gd name="connsiteX1" fmla="*/ 700014 w 907209"/>
                <a:gd name="connsiteY1" fmla="*/ 220306 h 370400"/>
                <a:gd name="connsiteX2" fmla="*/ 454537 w 907209"/>
                <a:gd name="connsiteY2" fmla="*/ 0 h 370400"/>
                <a:gd name="connsiteX3" fmla="*/ 213896 w 907209"/>
                <a:gd name="connsiteY3" fmla="*/ 191405 h 370400"/>
                <a:gd name="connsiteX4" fmla="*/ 178995 w 907209"/>
                <a:gd name="connsiteY4" fmla="*/ 191405 h 370400"/>
                <a:gd name="connsiteX5" fmla="*/ 0 w 907209"/>
                <a:gd name="connsiteY5" fmla="*/ 370400 h 370400"/>
                <a:gd name="connsiteX6" fmla="*/ 907209 w 907209"/>
                <a:gd name="connsiteY6" fmla="*/ 370400 h 370400"/>
                <a:gd name="connsiteX7" fmla="*/ 749249 w 907209"/>
                <a:gd name="connsiteY7" fmla="*/ 212440 h 37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7209" h="37040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9" name="Freeform: Shape 188">
              <a:extLst>
                <a:ext uri="{FF2B5EF4-FFF2-40B4-BE49-F238E27FC236}">
                  <a16:creationId xmlns:a16="http://schemas.microsoft.com/office/drawing/2014/main" id="{9B97CF0E-33B1-B6CF-DC73-A391B6DE859A}"/>
                </a:ext>
              </a:extLst>
            </p:cNvPr>
            <p:cNvSpPr/>
            <p:nvPr/>
          </p:nvSpPr>
          <p:spPr>
            <a:xfrm>
              <a:off x="1651302" y="1789783"/>
              <a:ext cx="1697153" cy="675485"/>
            </a:xfrm>
            <a:custGeom>
              <a:avLst/>
              <a:gdLst>
                <a:gd name="connsiteX0" fmla="*/ 154872 w 565884"/>
                <a:gd name="connsiteY0" fmla="*/ 70357 h 225229"/>
                <a:gd name="connsiteX1" fmla="*/ 0 w 565884"/>
                <a:gd name="connsiteY1" fmla="*/ 225229 h 225229"/>
                <a:gd name="connsiteX2" fmla="*/ 565884 w 565884"/>
                <a:gd name="connsiteY2" fmla="*/ 225229 h 225229"/>
                <a:gd name="connsiteX3" fmla="*/ 496023 w 565884"/>
                <a:gd name="connsiteY3" fmla="*/ 70357 h 225229"/>
                <a:gd name="connsiteX4" fmla="*/ 496023 w 565884"/>
                <a:gd name="connsiteY4" fmla="*/ 70357 h 225229"/>
                <a:gd name="connsiteX5" fmla="*/ 154872 w 565884"/>
                <a:gd name="connsiteY5" fmla="*/ 70357 h 225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5884" h="225229">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29000">
                  <a:srgbClr val="FFFFFF"/>
                </a:gs>
                <a:gs pos="48000">
                  <a:srgbClr val="F8FBFE"/>
                </a:gs>
                <a:gs pos="73000">
                  <a:srgbClr val="E7F3FB"/>
                </a:gs>
                <a:gs pos="100000">
                  <a:srgbClr val="CEE6F7"/>
                </a:gs>
              </a:gsLst>
              <a:lin ang="2700000" scaled="1"/>
            </a:gra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10" name="Graphic 133">
            <a:extLst>
              <a:ext uri="{FF2B5EF4-FFF2-40B4-BE49-F238E27FC236}">
                <a16:creationId xmlns:a16="http://schemas.microsoft.com/office/drawing/2014/main" id="{A923B27C-810D-95D5-69E8-1E21AEF7AD4C}"/>
              </a:ext>
            </a:extLst>
          </p:cNvPr>
          <p:cNvGrpSpPr/>
          <p:nvPr userDrawn="1"/>
        </p:nvGrpSpPr>
        <p:grpSpPr>
          <a:xfrm>
            <a:off x="7658058" y="759261"/>
            <a:ext cx="747561" cy="1467873"/>
            <a:chOff x="7819347" y="302010"/>
            <a:chExt cx="1311783" cy="2575750"/>
          </a:xfrm>
          <a:noFill/>
        </p:grpSpPr>
        <p:sp>
          <p:nvSpPr>
            <p:cNvPr id="11" name="Freeform: Shape 232">
              <a:extLst>
                <a:ext uri="{FF2B5EF4-FFF2-40B4-BE49-F238E27FC236}">
                  <a16:creationId xmlns:a16="http://schemas.microsoft.com/office/drawing/2014/main" id="{4276AB84-2CA3-B42D-27E7-9550D7C4120A}"/>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 name="Freeform: Shape 233">
              <a:extLst>
                <a:ext uri="{FF2B5EF4-FFF2-40B4-BE49-F238E27FC236}">
                  <a16:creationId xmlns:a16="http://schemas.microsoft.com/office/drawing/2014/main" id="{4D3E3E2E-5DEF-A2B9-BAE3-DD8A8EEBD841}"/>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 name="Freeform: Shape 234">
              <a:extLst>
                <a:ext uri="{FF2B5EF4-FFF2-40B4-BE49-F238E27FC236}">
                  <a16:creationId xmlns:a16="http://schemas.microsoft.com/office/drawing/2014/main" id="{69190E88-5AEC-915B-4642-B82A46EF4F18}"/>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4" name="Freeform: Shape 235">
              <a:extLst>
                <a:ext uri="{FF2B5EF4-FFF2-40B4-BE49-F238E27FC236}">
                  <a16:creationId xmlns:a16="http://schemas.microsoft.com/office/drawing/2014/main" id="{0678F5ED-7214-121F-5C17-D49D0E236506}"/>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5" name="Freeform: Shape 236">
              <a:extLst>
                <a:ext uri="{FF2B5EF4-FFF2-40B4-BE49-F238E27FC236}">
                  <a16:creationId xmlns:a16="http://schemas.microsoft.com/office/drawing/2014/main" id="{2490D979-AE3C-5B52-1827-5039E25DB9FE}"/>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16" name="Freeform: Shape 265">
            <a:extLst>
              <a:ext uri="{FF2B5EF4-FFF2-40B4-BE49-F238E27FC236}">
                <a16:creationId xmlns:a16="http://schemas.microsoft.com/office/drawing/2014/main" id="{2106605C-F14E-529E-A785-75A278F5C14B}"/>
              </a:ext>
            </a:extLst>
          </p:cNvPr>
          <p:cNvSpPr/>
          <p:nvPr userDrawn="1"/>
        </p:nvSpPr>
        <p:spPr>
          <a:xfrm>
            <a:off x="10295515" y="400250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7" name="Freeform: Shape 269">
            <a:extLst>
              <a:ext uri="{FF2B5EF4-FFF2-40B4-BE49-F238E27FC236}">
                <a16:creationId xmlns:a16="http://schemas.microsoft.com/office/drawing/2014/main" id="{FAE03E4B-070B-68A3-7550-49675FD6FDA6}"/>
              </a:ext>
            </a:extLst>
          </p:cNvPr>
          <p:cNvSpPr/>
          <p:nvPr userDrawn="1"/>
        </p:nvSpPr>
        <p:spPr>
          <a:xfrm>
            <a:off x="6195382" y="430769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8" name="Freeform: Shape 285">
            <a:extLst>
              <a:ext uri="{FF2B5EF4-FFF2-40B4-BE49-F238E27FC236}">
                <a16:creationId xmlns:a16="http://schemas.microsoft.com/office/drawing/2014/main" id="{BF116D4E-5C97-FB52-FEC5-48F20A99A412}"/>
              </a:ext>
            </a:extLst>
          </p:cNvPr>
          <p:cNvSpPr/>
          <p:nvPr userDrawn="1"/>
        </p:nvSpPr>
        <p:spPr>
          <a:xfrm>
            <a:off x="8709950" y="5303803"/>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9" name="Freeform: Shape 286">
            <a:extLst>
              <a:ext uri="{FF2B5EF4-FFF2-40B4-BE49-F238E27FC236}">
                <a16:creationId xmlns:a16="http://schemas.microsoft.com/office/drawing/2014/main" id="{AD17F4DA-92CB-06FB-32F5-3E889E1A2329}"/>
              </a:ext>
            </a:extLst>
          </p:cNvPr>
          <p:cNvSpPr/>
          <p:nvPr userDrawn="1"/>
        </p:nvSpPr>
        <p:spPr>
          <a:xfrm>
            <a:off x="9116688" y="50100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0" name="Graphic 133">
            <a:extLst>
              <a:ext uri="{FF2B5EF4-FFF2-40B4-BE49-F238E27FC236}">
                <a16:creationId xmlns:a16="http://schemas.microsoft.com/office/drawing/2014/main" id="{4EF55AD1-CDEA-57F3-8521-BD59CA745EDC}"/>
              </a:ext>
            </a:extLst>
          </p:cNvPr>
          <p:cNvGrpSpPr/>
          <p:nvPr userDrawn="1"/>
        </p:nvGrpSpPr>
        <p:grpSpPr>
          <a:xfrm rot="15300000">
            <a:off x="5392445" y="1828091"/>
            <a:ext cx="1311783" cy="2575750"/>
            <a:chOff x="7819347" y="302010"/>
            <a:chExt cx="1311783" cy="2575750"/>
          </a:xfrm>
          <a:noFill/>
        </p:grpSpPr>
        <p:sp>
          <p:nvSpPr>
            <p:cNvPr id="21" name="Freeform: Shape 288">
              <a:extLst>
                <a:ext uri="{FF2B5EF4-FFF2-40B4-BE49-F238E27FC236}">
                  <a16:creationId xmlns:a16="http://schemas.microsoft.com/office/drawing/2014/main" id="{A957ED78-F6E1-34FD-5182-5AD30C0C8F14}"/>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2" name="Freeform: Shape 289">
              <a:extLst>
                <a:ext uri="{FF2B5EF4-FFF2-40B4-BE49-F238E27FC236}">
                  <a16:creationId xmlns:a16="http://schemas.microsoft.com/office/drawing/2014/main" id="{10531981-49FB-8469-0945-A68C23CFDF93}"/>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3" name="Freeform: Shape 290">
              <a:extLst>
                <a:ext uri="{FF2B5EF4-FFF2-40B4-BE49-F238E27FC236}">
                  <a16:creationId xmlns:a16="http://schemas.microsoft.com/office/drawing/2014/main" id="{F6BCD924-30CA-52FE-5150-31E8D5A51477}"/>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 name="Freeform: Shape 291">
              <a:extLst>
                <a:ext uri="{FF2B5EF4-FFF2-40B4-BE49-F238E27FC236}">
                  <a16:creationId xmlns:a16="http://schemas.microsoft.com/office/drawing/2014/main" id="{B98C0580-EA84-7963-4A4C-D7E8353F1C02}"/>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 name="Freeform: Shape 292">
              <a:extLst>
                <a:ext uri="{FF2B5EF4-FFF2-40B4-BE49-F238E27FC236}">
                  <a16:creationId xmlns:a16="http://schemas.microsoft.com/office/drawing/2014/main" id="{C1A9108D-BA76-0661-0B4E-172BC08DC8A8}"/>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26" name="Oval 25">
            <a:extLst>
              <a:ext uri="{FF2B5EF4-FFF2-40B4-BE49-F238E27FC236}">
                <a16:creationId xmlns:a16="http://schemas.microsoft.com/office/drawing/2014/main" id="{FE22D23E-503D-9704-25A0-42F034402AF9}"/>
              </a:ext>
            </a:extLst>
          </p:cNvPr>
          <p:cNvSpPr/>
          <p:nvPr userDrawn="1"/>
        </p:nvSpPr>
        <p:spPr>
          <a:xfrm flipV="1">
            <a:off x="6354876" y="1852997"/>
            <a:ext cx="3152006" cy="3152006"/>
          </a:xfrm>
          <a:prstGeom prst="ellipse">
            <a:avLst/>
          </a:prstGeom>
          <a:solidFill>
            <a:schemeClr val="bg1"/>
          </a:solidFill>
          <a:ln w="508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7" name="Freeform: Shape 298">
            <a:extLst>
              <a:ext uri="{FF2B5EF4-FFF2-40B4-BE49-F238E27FC236}">
                <a16:creationId xmlns:a16="http://schemas.microsoft.com/office/drawing/2014/main" id="{555CD9C8-C820-2375-977A-4C8165034A89}"/>
              </a:ext>
            </a:extLst>
          </p:cNvPr>
          <p:cNvSpPr/>
          <p:nvPr userDrawn="1"/>
        </p:nvSpPr>
        <p:spPr>
          <a:xfrm>
            <a:off x="5406003" y="4429286"/>
            <a:ext cx="2921280" cy="1192670"/>
          </a:xfrm>
          <a:custGeom>
            <a:avLst/>
            <a:gdLst>
              <a:gd name="connsiteX0" fmla="*/ 2797989 w 3387980"/>
              <a:gd name="connsiteY0" fmla="*/ 793219 h 1383210"/>
              <a:gd name="connsiteX1" fmla="*/ 2614092 w 3387980"/>
              <a:gd name="connsiteY1" fmla="*/ 822614 h 1383210"/>
              <a:gd name="connsiteX2" fmla="*/ 1697357 w 3387980"/>
              <a:gd name="connsiteY2" fmla="*/ 0 h 1383210"/>
              <a:gd name="connsiteX3" fmla="*/ 798795 w 3387980"/>
              <a:gd name="connsiteY3" fmla="*/ 714810 h 1383210"/>
              <a:gd name="connsiteX4" fmla="*/ 668546 w 3387980"/>
              <a:gd name="connsiteY4" fmla="*/ 714665 h 1383210"/>
              <a:gd name="connsiteX5" fmla="*/ 0 w 3387980"/>
              <a:gd name="connsiteY5" fmla="*/ 1383211 h 1383210"/>
              <a:gd name="connsiteX6" fmla="*/ 3387981 w 3387980"/>
              <a:gd name="connsiteY6" fmla="*/ 1383211 h 1383210"/>
              <a:gd name="connsiteX7" fmla="*/ 2797989 w 3387980"/>
              <a:gd name="connsiteY7" fmla="*/ 793219 h 138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7980" h="1383210">
                <a:moveTo>
                  <a:pt x="2797989" y="793219"/>
                </a:moveTo>
                <a:cubicBezTo>
                  <a:pt x="2733770" y="793219"/>
                  <a:pt x="2671940" y="803573"/>
                  <a:pt x="2614092" y="822614"/>
                </a:cubicBezTo>
                <a:cubicBezTo>
                  <a:pt x="2564425" y="360192"/>
                  <a:pt x="2172956" y="0"/>
                  <a:pt x="1697357" y="0"/>
                </a:cubicBezTo>
                <a:cubicBezTo>
                  <a:pt x="1259406" y="0"/>
                  <a:pt x="892915" y="305385"/>
                  <a:pt x="798795" y="714810"/>
                </a:cubicBezTo>
                <a:lnTo>
                  <a:pt x="668546" y="714665"/>
                </a:lnTo>
                <a:cubicBezTo>
                  <a:pt x="299304" y="714737"/>
                  <a:pt x="0" y="1014041"/>
                  <a:pt x="0" y="1383211"/>
                </a:cubicBezTo>
                <a:lnTo>
                  <a:pt x="3387981" y="1383211"/>
                </a:lnTo>
                <a:cubicBezTo>
                  <a:pt x="3387981" y="1057336"/>
                  <a:pt x="3123864" y="793219"/>
                  <a:pt x="2797989" y="793219"/>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28" name="Graphic 27">
            <a:extLst>
              <a:ext uri="{FF2B5EF4-FFF2-40B4-BE49-F238E27FC236}">
                <a16:creationId xmlns:a16="http://schemas.microsoft.com/office/drawing/2014/main" id="{2B56078F-F612-3510-474D-4317BC5845E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551836" y="1074745"/>
            <a:ext cx="828064" cy="1001254"/>
          </a:xfrm>
          <a:prstGeom prst="rect">
            <a:avLst/>
          </a:prstGeom>
        </p:spPr>
      </p:pic>
      <p:pic>
        <p:nvPicPr>
          <p:cNvPr id="29" name="Graphic 28">
            <a:extLst>
              <a:ext uri="{FF2B5EF4-FFF2-40B4-BE49-F238E27FC236}">
                <a16:creationId xmlns:a16="http://schemas.microsoft.com/office/drawing/2014/main" id="{468E49FB-09ED-00E6-4380-197590A859B9}"/>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025699" y="4707812"/>
            <a:ext cx="2490461" cy="837840"/>
          </a:xfrm>
          <a:prstGeom prst="rect">
            <a:avLst/>
          </a:prstGeom>
        </p:spPr>
      </p:pic>
      <p:pic>
        <p:nvPicPr>
          <p:cNvPr id="30" name="Graphic 29">
            <a:extLst>
              <a:ext uri="{FF2B5EF4-FFF2-40B4-BE49-F238E27FC236}">
                <a16:creationId xmlns:a16="http://schemas.microsoft.com/office/drawing/2014/main" id="{1189873C-6363-95BB-1B64-E83908D13B34}"/>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7105553" y="2486481"/>
            <a:ext cx="1737360" cy="1793405"/>
          </a:xfrm>
          <a:prstGeom prst="rect">
            <a:avLst/>
          </a:prstGeom>
        </p:spPr>
      </p:pic>
      <p:sp>
        <p:nvSpPr>
          <p:cNvPr id="31" name="TextBox 30">
            <a:extLst>
              <a:ext uri="{FF2B5EF4-FFF2-40B4-BE49-F238E27FC236}">
                <a16:creationId xmlns:a16="http://schemas.microsoft.com/office/drawing/2014/main" id="{A55B4DF8-2710-960B-3EF6-9F0F1C3BEA47}"/>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33" name="Graphic 8">
            <a:extLst>
              <a:ext uri="{FF2B5EF4-FFF2-40B4-BE49-F238E27FC236}">
                <a16:creationId xmlns:a16="http://schemas.microsoft.com/office/drawing/2014/main" id="{6CBC91FB-AA0D-C33E-0AE0-4BE186A3148D}"/>
              </a:ext>
            </a:extLst>
          </p:cNvPr>
          <p:cNvGrpSpPr/>
          <p:nvPr userDrawn="1"/>
        </p:nvGrpSpPr>
        <p:grpSpPr>
          <a:xfrm>
            <a:off x="265625" y="6323271"/>
            <a:ext cx="1249223" cy="369648"/>
            <a:chOff x="265625" y="6323271"/>
            <a:chExt cx="1249223" cy="369648"/>
          </a:xfrm>
          <a:solidFill>
            <a:srgbClr val="000000"/>
          </a:solidFill>
        </p:grpSpPr>
        <p:grpSp>
          <p:nvGrpSpPr>
            <p:cNvPr id="34" name="Graphic 8">
              <a:extLst>
                <a:ext uri="{FF2B5EF4-FFF2-40B4-BE49-F238E27FC236}">
                  <a16:creationId xmlns:a16="http://schemas.microsoft.com/office/drawing/2014/main" id="{0083E9A3-1519-3E9F-2842-C17F82FBAC90}"/>
                </a:ext>
              </a:extLst>
            </p:cNvPr>
            <p:cNvGrpSpPr/>
            <p:nvPr/>
          </p:nvGrpSpPr>
          <p:grpSpPr>
            <a:xfrm>
              <a:off x="745455" y="6594444"/>
              <a:ext cx="722662" cy="98475"/>
              <a:chOff x="745455" y="6594444"/>
              <a:chExt cx="722662" cy="98475"/>
            </a:xfrm>
            <a:solidFill>
              <a:srgbClr val="000000"/>
            </a:solidFill>
          </p:grpSpPr>
          <p:sp>
            <p:nvSpPr>
              <p:cNvPr id="43" name="Freeform 19">
                <a:extLst>
                  <a:ext uri="{FF2B5EF4-FFF2-40B4-BE49-F238E27FC236}">
                    <a16:creationId xmlns:a16="http://schemas.microsoft.com/office/drawing/2014/main" id="{2B53FA9F-1E91-42C8-8B79-AD8321758FA7}"/>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44" name="Freeform 20">
                <a:extLst>
                  <a:ext uri="{FF2B5EF4-FFF2-40B4-BE49-F238E27FC236}">
                    <a16:creationId xmlns:a16="http://schemas.microsoft.com/office/drawing/2014/main" id="{319C6281-6458-BA4D-D711-A3B9C41F142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45" name="Freeform 21">
                <a:extLst>
                  <a:ext uri="{FF2B5EF4-FFF2-40B4-BE49-F238E27FC236}">
                    <a16:creationId xmlns:a16="http://schemas.microsoft.com/office/drawing/2014/main" id="{5C2231C8-CEA9-BB53-0584-DD2E829791D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46" name="Freeform 22">
                <a:extLst>
                  <a:ext uri="{FF2B5EF4-FFF2-40B4-BE49-F238E27FC236}">
                    <a16:creationId xmlns:a16="http://schemas.microsoft.com/office/drawing/2014/main" id="{02B64BB3-E6DE-C8AD-E198-C3560DB7568B}"/>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47" name="Freeform 23">
                <a:extLst>
                  <a:ext uri="{FF2B5EF4-FFF2-40B4-BE49-F238E27FC236}">
                    <a16:creationId xmlns:a16="http://schemas.microsoft.com/office/drawing/2014/main" id="{519E483B-4EE0-DA58-33AF-3602E4FDF0C9}"/>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8" name="Freeform 24">
                <a:extLst>
                  <a:ext uri="{FF2B5EF4-FFF2-40B4-BE49-F238E27FC236}">
                    <a16:creationId xmlns:a16="http://schemas.microsoft.com/office/drawing/2014/main" id="{B3BAB951-FCE5-33B2-CD9C-8DBE0BBCA8F3}"/>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49" name="Freeform 25">
                <a:extLst>
                  <a:ext uri="{FF2B5EF4-FFF2-40B4-BE49-F238E27FC236}">
                    <a16:creationId xmlns:a16="http://schemas.microsoft.com/office/drawing/2014/main" id="{4439B443-9EC4-ABC8-1DE7-9A03A516A2D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50" name="Freeform 26">
                <a:extLst>
                  <a:ext uri="{FF2B5EF4-FFF2-40B4-BE49-F238E27FC236}">
                    <a16:creationId xmlns:a16="http://schemas.microsoft.com/office/drawing/2014/main" id="{4F5AE6E5-E3C4-5F5B-E96D-EB6EF34C5857}"/>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51" name="Freeform 27">
                <a:extLst>
                  <a:ext uri="{FF2B5EF4-FFF2-40B4-BE49-F238E27FC236}">
                    <a16:creationId xmlns:a16="http://schemas.microsoft.com/office/drawing/2014/main" id="{3B39986C-49CE-315A-C1C8-6C8F478F77B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52" name="Freeform 28">
                <a:extLst>
                  <a:ext uri="{FF2B5EF4-FFF2-40B4-BE49-F238E27FC236}">
                    <a16:creationId xmlns:a16="http://schemas.microsoft.com/office/drawing/2014/main" id="{49B93486-B386-14CB-5E91-4781CC2B33A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35" name="Graphic 8">
              <a:extLst>
                <a:ext uri="{FF2B5EF4-FFF2-40B4-BE49-F238E27FC236}">
                  <a16:creationId xmlns:a16="http://schemas.microsoft.com/office/drawing/2014/main" id="{E9062FF3-36CD-72BE-E112-B0DB644ED7F6}"/>
                </a:ext>
              </a:extLst>
            </p:cNvPr>
            <p:cNvGrpSpPr/>
            <p:nvPr/>
          </p:nvGrpSpPr>
          <p:grpSpPr>
            <a:xfrm>
              <a:off x="265625" y="6323271"/>
              <a:ext cx="1249223" cy="190348"/>
              <a:chOff x="265625" y="6323271"/>
              <a:chExt cx="1249223" cy="190348"/>
            </a:xfrm>
            <a:solidFill>
              <a:srgbClr val="000000"/>
            </a:solidFill>
          </p:grpSpPr>
          <p:sp>
            <p:nvSpPr>
              <p:cNvPr id="36" name="Freeform 10">
                <a:extLst>
                  <a:ext uri="{FF2B5EF4-FFF2-40B4-BE49-F238E27FC236}">
                    <a16:creationId xmlns:a16="http://schemas.microsoft.com/office/drawing/2014/main" id="{9868B6D2-9315-0084-FD71-426A5321D2F0}"/>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37" name="Freeform 11">
                <a:extLst>
                  <a:ext uri="{FF2B5EF4-FFF2-40B4-BE49-F238E27FC236}">
                    <a16:creationId xmlns:a16="http://schemas.microsoft.com/office/drawing/2014/main" id="{352D6F5D-8873-B10B-D182-D19CF8234EDD}"/>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38" name="Freeform 14">
                <a:extLst>
                  <a:ext uri="{FF2B5EF4-FFF2-40B4-BE49-F238E27FC236}">
                    <a16:creationId xmlns:a16="http://schemas.microsoft.com/office/drawing/2014/main" id="{D8B690A5-3E25-AD28-48D9-EA67CD0674C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39" name="Freeform 15">
                <a:extLst>
                  <a:ext uri="{FF2B5EF4-FFF2-40B4-BE49-F238E27FC236}">
                    <a16:creationId xmlns:a16="http://schemas.microsoft.com/office/drawing/2014/main" id="{72351420-2F5B-37D4-CE32-270053CBB301}"/>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40" name="Freeform 16">
                <a:extLst>
                  <a:ext uri="{FF2B5EF4-FFF2-40B4-BE49-F238E27FC236}">
                    <a16:creationId xmlns:a16="http://schemas.microsoft.com/office/drawing/2014/main" id="{7C3EFDA6-C1B1-CB74-6D9D-8E0E09F310C7}"/>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41" name="Freeform 17">
                <a:extLst>
                  <a:ext uri="{FF2B5EF4-FFF2-40B4-BE49-F238E27FC236}">
                    <a16:creationId xmlns:a16="http://schemas.microsoft.com/office/drawing/2014/main" id="{1DDD0EDE-B3A7-4368-C0F2-A1E071F3281B}"/>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42" name="Freeform 18">
                <a:extLst>
                  <a:ext uri="{FF2B5EF4-FFF2-40B4-BE49-F238E27FC236}">
                    <a16:creationId xmlns:a16="http://schemas.microsoft.com/office/drawing/2014/main" id="{F3154DDB-864E-5DD9-4153-CABEA559227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32" name="TextBox 31">
            <a:extLst>
              <a:ext uri="{FF2B5EF4-FFF2-40B4-BE49-F238E27FC236}">
                <a16:creationId xmlns:a16="http://schemas.microsoft.com/office/drawing/2014/main" id="{4E022D5F-2A6A-1B3E-4CFE-07D21990ED19}"/>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356774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End of Template">
    <p:bg>
      <p:bgPr>
        <a:solidFill>
          <a:srgbClr val="E68C2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446863-BC96-B418-1052-C44A7E35FC2E}"/>
              </a:ext>
            </a:extLst>
          </p:cNvPr>
          <p:cNvSpPr txBox="1"/>
          <p:nvPr/>
        </p:nvSpPr>
        <p:spPr>
          <a:xfrm>
            <a:off x="606392" y="721895"/>
            <a:ext cx="10876547" cy="4880008"/>
          </a:xfrm>
          <a:prstGeom prst="rect">
            <a:avLst/>
          </a:prstGeom>
          <a:noFill/>
        </p:spPr>
        <p:txBody>
          <a:bodyPr wrap="square" lIns="0" tIns="0" rIns="0" bIns="0" rtlCol="0" anchor="ctr">
            <a:noAutofit/>
          </a:bodyPr>
          <a:lstStyle/>
          <a:p>
            <a:pPr algn="ctr">
              <a:lnSpc>
                <a:spcPct val="90000"/>
              </a:lnSpc>
            </a:pPr>
            <a:r>
              <a:rPr lang="en-US" sz="5400" spc="300" dirty="0">
                <a:solidFill>
                  <a:schemeClr val="tx2"/>
                </a:solidFill>
              </a:rPr>
              <a:t>DO NOT USE </a:t>
            </a:r>
          </a:p>
          <a:p>
            <a:pPr algn="ctr">
              <a:lnSpc>
                <a:spcPct val="90000"/>
              </a:lnSpc>
            </a:pPr>
            <a:endParaRPr lang="en-US" sz="5400" spc="300" dirty="0">
              <a:solidFill>
                <a:schemeClr val="tx2"/>
              </a:solidFill>
            </a:endParaRPr>
          </a:p>
          <a:p>
            <a:pPr algn="ctr">
              <a:lnSpc>
                <a:spcPct val="90000"/>
              </a:lnSpc>
            </a:pPr>
            <a:r>
              <a:rPr lang="en-US" sz="5400" spc="300" dirty="0">
                <a:solidFill>
                  <a:schemeClr val="tx2"/>
                </a:solidFill>
              </a:rPr>
              <a:t>ALL LAYOUTS PAST THIS ARE NOT PART OF THIS TEMPLATE</a:t>
            </a:r>
          </a:p>
        </p:txBody>
      </p:sp>
      <p:sp>
        <p:nvSpPr>
          <p:cNvPr id="3" name="TextBox 2">
            <a:extLst>
              <a:ext uri="{FF2B5EF4-FFF2-40B4-BE49-F238E27FC236}">
                <a16:creationId xmlns:a16="http://schemas.microsoft.com/office/drawing/2014/main" id="{D6446863-BC96-B418-1052-C44A7E35FC2E}"/>
              </a:ext>
            </a:extLst>
          </p:cNvPr>
          <p:cNvSpPr txBox="1"/>
          <p:nvPr userDrawn="1"/>
        </p:nvSpPr>
        <p:spPr>
          <a:xfrm>
            <a:off x="606392" y="721895"/>
            <a:ext cx="10876547" cy="4880008"/>
          </a:xfrm>
          <a:prstGeom prst="rect">
            <a:avLst/>
          </a:prstGeom>
          <a:noFill/>
        </p:spPr>
        <p:txBody>
          <a:bodyPr wrap="square" lIns="0" tIns="0" rIns="0" bIns="0" rtlCol="0" anchor="ctr">
            <a:noAutofit/>
          </a:bodyPr>
          <a:lstStyle/>
          <a:p>
            <a:pPr algn="ctr">
              <a:lnSpc>
                <a:spcPct val="90000"/>
              </a:lnSpc>
            </a:pPr>
            <a:r>
              <a:rPr lang="en-US" sz="5400" spc="300" dirty="0">
                <a:solidFill>
                  <a:schemeClr val="tx1"/>
                </a:solidFill>
              </a:rPr>
              <a:t>DO NOT USE </a:t>
            </a:r>
          </a:p>
          <a:p>
            <a:pPr algn="ctr">
              <a:lnSpc>
                <a:spcPct val="90000"/>
              </a:lnSpc>
            </a:pPr>
            <a:endParaRPr lang="en-US" sz="5400" spc="300" dirty="0">
              <a:solidFill>
                <a:schemeClr val="tx1"/>
              </a:solidFill>
            </a:endParaRPr>
          </a:p>
          <a:p>
            <a:pPr algn="ctr">
              <a:lnSpc>
                <a:spcPct val="90000"/>
              </a:lnSpc>
            </a:pPr>
            <a:r>
              <a:rPr lang="en-US" sz="5400" spc="300" dirty="0">
                <a:solidFill>
                  <a:schemeClr val="tx1"/>
                </a:solidFill>
              </a:rPr>
              <a:t>ALL LAYOUTS PAST THIS ARE NOT PART OF THIS TEMPLATE</a:t>
            </a:r>
          </a:p>
        </p:txBody>
      </p:sp>
    </p:spTree>
    <p:extLst>
      <p:ext uri="{BB962C8B-B14F-4D97-AF65-F5344CB8AC3E}">
        <p14:creationId xmlns:p14="http://schemas.microsoft.com/office/powerpoint/2010/main" val="1008220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vcf-title-a">
    <p:spTree>
      <p:nvGrpSpPr>
        <p:cNvPr id="1" name=""/>
        <p:cNvGrpSpPr/>
        <p:nvPr/>
      </p:nvGrpSpPr>
      <p:grpSpPr>
        <a:xfrm>
          <a:off x="0" y="0"/>
          <a:ext cx="0" cy="0"/>
          <a:chOff x="0" y="0"/>
          <a:chExt cx="0" cy="0"/>
        </a:xfrm>
      </p:grpSpPr>
      <p:sp>
        <p:nvSpPr>
          <p:cNvPr id="730"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5"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pic>
        <p:nvPicPr>
          <p:cNvPr id="3" name="Picture 2">
            <a:extLst>
              <a:ext uri="{FF2B5EF4-FFF2-40B4-BE49-F238E27FC236}">
                <a16:creationId xmlns:a16="http://schemas.microsoft.com/office/drawing/2014/main" id="{5C172C47-B04C-E1F6-EDB5-FDC049FCD281}"/>
              </a:ext>
            </a:extLst>
          </p:cNvPr>
          <p:cNvPicPr>
            <a:picLocks noChangeAspect="1"/>
          </p:cNvPicPr>
          <p:nvPr userDrawn="1"/>
        </p:nvPicPr>
        <p:blipFill>
          <a:blip r:embed="rId2"/>
          <a:srcRect/>
          <a:stretch/>
        </p:blipFill>
        <p:spPr>
          <a:xfrm>
            <a:off x="1" y="893"/>
            <a:ext cx="12188821" cy="6856212"/>
          </a:xfrm>
          <a:prstGeom prst="rect">
            <a:avLst/>
          </a:prstGeom>
        </p:spPr>
      </p:pic>
      <p:sp>
        <p:nvSpPr>
          <p:cNvPr id="4" name="Title click to edit">
            <a:extLst>
              <a:ext uri="{FF2B5EF4-FFF2-40B4-BE49-F238E27FC236}">
                <a16:creationId xmlns:a16="http://schemas.microsoft.com/office/drawing/2014/main" id="{02DC6D70-483F-D243-4F88-413A27F4B8C7}"/>
              </a:ext>
            </a:extLst>
          </p:cNvPr>
          <p:cNvSpPr>
            <a:spLocks noGrp="1"/>
          </p:cNvSpPr>
          <p:nvPr>
            <p:ph type="title" hasCustomPrompt="1"/>
          </p:nvPr>
        </p:nvSpPr>
        <p:spPr>
          <a:xfrm>
            <a:off x="585626" y="1701846"/>
            <a:ext cx="4782865" cy="1234440"/>
          </a:xfrm>
        </p:spPr>
        <p:txBody>
          <a:bodyPr wrap="square" anchor="b"/>
          <a:lstStyle>
            <a:lvl1pPr algn="l">
              <a:defRPr sz="4000" b="0" cap="none" baseline="0">
                <a:solidFill>
                  <a:schemeClr val="tx1"/>
                </a:solidFill>
              </a:defRPr>
            </a:lvl1pPr>
          </a:lstStyle>
          <a:p>
            <a:r>
              <a:rPr lang="en-US" dirty="0"/>
              <a:t>Title Slide – Medium Theme</a:t>
            </a:r>
          </a:p>
        </p:txBody>
      </p:sp>
      <p:sp>
        <p:nvSpPr>
          <p:cNvPr id="7" name="Subtitle click to edit">
            <a:extLst>
              <a:ext uri="{FF2B5EF4-FFF2-40B4-BE49-F238E27FC236}">
                <a16:creationId xmlns:a16="http://schemas.microsoft.com/office/drawing/2014/main" id="{AC34C045-C4A3-B3CF-8013-28BB5F314BE6}"/>
              </a:ext>
            </a:extLst>
          </p:cNvPr>
          <p:cNvSpPr>
            <a:spLocks noGrp="1"/>
          </p:cNvSpPr>
          <p:nvPr>
            <p:ph type="subTitle" idx="10" hasCustomPrompt="1"/>
          </p:nvPr>
        </p:nvSpPr>
        <p:spPr>
          <a:xfrm>
            <a:off x="586477" y="2986547"/>
            <a:ext cx="4795599"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8" name="Click to edit Speaker Name ">
            <a:extLst>
              <a:ext uri="{FF2B5EF4-FFF2-40B4-BE49-F238E27FC236}">
                <a16:creationId xmlns:a16="http://schemas.microsoft.com/office/drawing/2014/main" id="{363E4230-B335-D7C4-E9EE-4F651CCF622E}"/>
              </a:ext>
            </a:extLst>
          </p:cNvPr>
          <p:cNvSpPr>
            <a:spLocks noGrp="1"/>
          </p:cNvSpPr>
          <p:nvPr>
            <p:ph type="body" sz="quarter" idx="11" hasCustomPrompt="1"/>
          </p:nvPr>
        </p:nvSpPr>
        <p:spPr>
          <a:xfrm>
            <a:off x="585625" y="4737425"/>
            <a:ext cx="5082201" cy="355601"/>
          </a:xfrm>
        </p:spPr>
        <p:txBody>
          <a:bodyPr anchor="ctr"/>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9" name="Click to edit role">
            <a:extLst>
              <a:ext uri="{FF2B5EF4-FFF2-40B4-BE49-F238E27FC236}">
                <a16:creationId xmlns:a16="http://schemas.microsoft.com/office/drawing/2014/main" id="{EB54C8EF-07DB-4A32-EB40-44984F785605}"/>
              </a:ext>
            </a:extLst>
          </p:cNvPr>
          <p:cNvSpPr>
            <a:spLocks noGrp="1"/>
          </p:cNvSpPr>
          <p:nvPr>
            <p:ph type="body" sz="quarter" idx="12" hasCustomPrompt="1"/>
          </p:nvPr>
        </p:nvSpPr>
        <p:spPr>
          <a:xfrm>
            <a:off x="585625" y="5117480"/>
            <a:ext cx="5082201" cy="355601"/>
          </a:xfrm>
        </p:spPr>
        <p:txBody>
          <a:bodyPr anchor="ctr"/>
          <a:lstStyle>
            <a:lvl1pPr algn="l">
              <a:buNone/>
              <a:defRPr sz="1600">
                <a:solidFill>
                  <a:schemeClr val="tx1"/>
                </a:solidFill>
              </a:defRPr>
            </a:lvl1pPr>
          </a:lstStyle>
          <a:p>
            <a:pPr lvl="0"/>
            <a:r>
              <a:rPr lang="en-US" dirty="0"/>
              <a:t>Role / Division, Broadcom</a:t>
            </a:r>
          </a:p>
        </p:txBody>
      </p:sp>
      <p:sp>
        <p:nvSpPr>
          <p:cNvPr id="10" name="Click to edit role">
            <a:extLst>
              <a:ext uri="{FF2B5EF4-FFF2-40B4-BE49-F238E27FC236}">
                <a16:creationId xmlns:a16="http://schemas.microsoft.com/office/drawing/2014/main" id="{347F7262-DCD7-861E-EBFD-55A18B121C20}"/>
              </a:ext>
            </a:extLst>
          </p:cNvPr>
          <p:cNvSpPr>
            <a:spLocks noGrp="1"/>
          </p:cNvSpPr>
          <p:nvPr>
            <p:ph type="body" sz="quarter" idx="14" hasCustomPrompt="1"/>
          </p:nvPr>
        </p:nvSpPr>
        <p:spPr>
          <a:xfrm>
            <a:off x="585625" y="5485986"/>
            <a:ext cx="5082201" cy="355601"/>
          </a:xfrm>
        </p:spPr>
        <p:txBody>
          <a:bodyPr anchor="ctr"/>
          <a:lstStyle>
            <a:lvl1pPr algn="l">
              <a:buNone/>
              <a:defRPr sz="1600">
                <a:solidFill>
                  <a:schemeClr val="tx1"/>
                </a:solidFill>
              </a:defRPr>
            </a:lvl1pPr>
          </a:lstStyle>
          <a:p>
            <a:pPr lvl="0"/>
            <a:r>
              <a:rPr lang="en-US"/>
              <a:t>Date</a:t>
            </a:r>
          </a:p>
        </p:txBody>
      </p:sp>
      <p:sp>
        <p:nvSpPr>
          <p:cNvPr id="11" name="TextBox 10">
            <a:extLst>
              <a:ext uri="{FF2B5EF4-FFF2-40B4-BE49-F238E27FC236}">
                <a16:creationId xmlns:a16="http://schemas.microsoft.com/office/drawing/2014/main" id="{39918576-EF48-97F0-64B9-6669FE30C7FF}"/>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grpSp>
        <p:nvGrpSpPr>
          <p:cNvPr id="12" name="Graphic 8">
            <a:extLst>
              <a:ext uri="{FF2B5EF4-FFF2-40B4-BE49-F238E27FC236}">
                <a16:creationId xmlns:a16="http://schemas.microsoft.com/office/drawing/2014/main" id="{FF78CE15-02F0-7FC5-BB2C-166BDC44CD5B}"/>
              </a:ext>
            </a:extLst>
          </p:cNvPr>
          <p:cNvGrpSpPr/>
          <p:nvPr userDrawn="1"/>
        </p:nvGrpSpPr>
        <p:grpSpPr>
          <a:xfrm>
            <a:off x="265625" y="6323271"/>
            <a:ext cx="1249223" cy="369648"/>
            <a:chOff x="265625" y="6323271"/>
            <a:chExt cx="1249223" cy="369648"/>
          </a:xfrm>
          <a:solidFill>
            <a:schemeClr val="tx1"/>
          </a:solidFill>
        </p:grpSpPr>
        <p:grpSp>
          <p:nvGrpSpPr>
            <p:cNvPr id="13" name="Graphic 8">
              <a:extLst>
                <a:ext uri="{FF2B5EF4-FFF2-40B4-BE49-F238E27FC236}">
                  <a16:creationId xmlns:a16="http://schemas.microsoft.com/office/drawing/2014/main" id="{02EB9EED-18D2-3595-B442-6DBF073666A1}"/>
                </a:ext>
              </a:extLst>
            </p:cNvPr>
            <p:cNvGrpSpPr/>
            <p:nvPr/>
          </p:nvGrpSpPr>
          <p:grpSpPr>
            <a:xfrm>
              <a:off x="745455" y="6594444"/>
              <a:ext cx="722662" cy="98475"/>
              <a:chOff x="745455" y="6594444"/>
              <a:chExt cx="722662" cy="98475"/>
            </a:xfrm>
            <a:grpFill/>
          </p:grpSpPr>
          <p:sp>
            <p:nvSpPr>
              <p:cNvPr id="23" name="Freeform 22">
                <a:extLst>
                  <a:ext uri="{FF2B5EF4-FFF2-40B4-BE49-F238E27FC236}">
                    <a16:creationId xmlns:a16="http://schemas.microsoft.com/office/drawing/2014/main" id="{8F7C67AA-6928-85E3-8830-84A01BD05CE6}"/>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6B1B7D76-16B1-1B7F-F766-5FB305EACAC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E5049BDD-2524-9C3F-6E78-7F5FC887A18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ED97AD2D-085D-85A8-633D-A5A49CC7394E}"/>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757E7874-28DD-B5CE-BB3D-8D9FBD70DDB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A0B9AEC-F4A4-8794-E1D3-C25E411A206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99CF8EE6-A915-D9FA-02B9-E1DFC99DBC1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9652012E-F831-7CC4-380F-F12B3E742D9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42A3B8DA-01C3-7984-65A5-F87CE847983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12854487-6BBC-F60A-0BB7-762C0530C0D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dirty="0"/>
              </a:p>
            </p:txBody>
          </p:sp>
        </p:grpSp>
        <p:grpSp>
          <p:nvGrpSpPr>
            <p:cNvPr id="14" name="Graphic 8">
              <a:extLst>
                <a:ext uri="{FF2B5EF4-FFF2-40B4-BE49-F238E27FC236}">
                  <a16:creationId xmlns:a16="http://schemas.microsoft.com/office/drawing/2014/main" id="{7C3F2EC0-0E91-1B90-0984-E15451F11E09}"/>
                </a:ext>
              </a:extLst>
            </p:cNvPr>
            <p:cNvGrpSpPr/>
            <p:nvPr/>
          </p:nvGrpSpPr>
          <p:grpSpPr>
            <a:xfrm>
              <a:off x="265625" y="6323271"/>
              <a:ext cx="1249223" cy="190348"/>
              <a:chOff x="265625" y="6323271"/>
              <a:chExt cx="1249223" cy="190348"/>
            </a:xfrm>
            <a:grpFill/>
          </p:grpSpPr>
          <p:sp>
            <p:nvSpPr>
              <p:cNvPr id="15" name="Freeform 14">
                <a:extLst>
                  <a:ext uri="{FF2B5EF4-FFF2-40B4-BE49-F238E27FC236}">
                    <a16:creationId xmlns:a16="http://schemas.microsoft.com/office/drawing/2014/main" id="{3E1EA83D-0C41-6298-66D3-2AACACADF563}"/>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B9B542A7-1CED-E3B4-2F6F-981A0BCF0F9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0F403641-4B58-5167-918C-45D30FB8B885}"/>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58B02E53-85CD-F8E6-1B90-2A239092033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346B34D3-96E7-AEEC-E3E3-9703F262AE5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BE841654-790E-1DA0-EAB4-635FDD741A4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E1E56751-BAEE-C6B1-E3A0-D9F895DD818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dirty="0"/>
              </a:p>
            </p:txBody>
          </p:sp>
        </p:grpSp>
      </p:grpSp>
      <p:pic>
        <p:nvPicPr>
          <p:cNvPr id="35" name="Graphic 34">
            <a:extLst>
              <a:ext uri="{FF2B5EF4-FFF2-40B4-BE49-F238E27FC236}">
                <a16:creationId xmlns:a16="http://schemas.microsoft.com/office/drawing/2014/main" id="{562883D5-FFBF-B3A4-D7CB-96B8FAC9AA8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85625" y="570134"/>
            <a:ext cx="2857719" cy="562472"/>
          </a:xfrm>
          <a:prstGeom prst="rect">
            <a:avLst/>
          </a:prstGeom>
        </p:spPr>
      </p:pic>
    </p:spTree>
    <p:extLst>
      <p:ext uri="{BB962C8B-B14F-4D97-AF65-F5344CB8AC3E}">
        <p14:creationId xmlns:p14="http://schemas.microsoft.com/office/powerpoint/2010/main" val="993619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6="http://schemas.microsoft.com/office/drawing/2014/main" xmlns="">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VCF-title-b">
    <p:spTree>
      <p:nvGrpSpPr>
        <p:cNvPr id="1" name=""/>
        <p:cNvGrpSpPr/>
        <p:nvPr/>
      </p:nvGrpSpPr>
      <p:grpSpPr>
        <a:xfrm>
          <a:off x="0" y="0"/>
          <a:ext cx="0" cy="0"/>
          <a:chOff x="0" y="0"/>
          <a:chExt cx="0" cy="0"/>
        </a:xfrm>
      </p:grpSpPr>
      <p:pic>
        <p:nvPicPr>
          <p:cNvPr id="37" name="Picture 36" descr="A logo of a cloud computing system&#10;&#10;AI-generated content may be incorrect.">
            <a:extLst>
              <a:ext uri="{FF2B5EF4-FFF2-40B4-BE49-F238E27FC236}">
                <a16:creationId xmlns:a16="http://schemas.microsoft.com/office/drawing/2014/main" id="{76C03434-B721-874C-862C-A6A095C3B992}"/>
              </a:ext>
            </a:extLst>
          </p:cNvPr>
          <p:cNvPicPr>
            <a:picLocks noChangeAspect="1"/>
          </p:cNvPicPr>
          <p:nvPr userDrawn="1"/>
        </p:nvPicPr>
        <p:blipFill>
          <a:blip r:embed="rId2"/>
          <a:stretch>
            <a:fillRect/>
          </a:stretch>
        </p:blipFill>
        <p:spPr>
          <a:xfrm>
            <a:off x="5330825" y="0"/>
            <a:ext cx="6858000" cy="6858000"/>
          </a:xfrm>
          <a:prstGeom prst="rect">
            <a:avLst/>
          </a:prstGeom>
        </p:spPr>
      </p:pic>
      <p:sp>
        <p:nvSpPr>
          <p:cNvPr id="730"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5"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11" name="TextBox 10">
            <a:extLst>
              <a:ext uri="{FF2B5EF4-FFF2-40B4-BE49-F238E27FC236}">
                <a16:creationId xmlns:a16="http://schemas.microsoft.com/office/drawing/2014/main" id="{39918576-EF48-97F0-64B9-6669FE30C7FF}"/>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grpSp>
        <p:nvGrpSpPr>
          <p:cNvPr id="12" name="Graphic 8">
            <a:extLst>
              <a:ext uri="{FF2B5EF4-FFF2-40B4-BE49-F238E27FC236}">
                <a16:creationId xmlns:a16="http://schemas.microsoft.com/office/drawing/2014/main" id="{FF78CE15-02F0-7FC5-BB2C-166BDC44CD5B}"/>
              </a:ext>
            </a:extLst>
          </p:cNvPr>
          <p:cNvGrpSpPr/>
          <p:nvPr userDrawn="1"/>
        </p:nvGrpSpPr>
        <p:grpSpPr>
          <a:xfrm>
            <a:off x="265625" y="6323271"/>
            <a:ext cx="1249223" cy="369648"/>
            <a:chOff x="265625" y="6323271"/>
            <a:chExt cx="1249223" cy="369648"/>
          </a:xfrm>
          <a:solidFill>
            <a:schemeClr val="tx1"/>
          </a:solidFill>
        </p:grpSpPr>
        <p:grpSp>
          <p:nvGrpSpPr>
            <p:cNvPr id="13" name="Graphic 8">
              <a:extLst>
                <a:ext uri="{FF2B5EF4-FFF2-40B4-BE49-F238E27FC236}">
                  <a16:creationId xmlns:a16="http://schemas.microsoft.com/office/drawing/2014/main" id="{02EB9EED-18D2-3595-B442-6DBF073666A1}"/>
                </a:ext>
              </a:extLst>
            </p:cNvPr>
            <p:cNvGrpSpPr/>
            <p:nvPr/>
          </p:nvGrpSpPr>
          <p:grpSpPr>
            <a:xfrm>
              <a:off x="745455" y="6594444"/>
              <a:ext cx="722662" cy="98475"/>
              <a:chOff x="745455" y="6594444"/>
              <a:chExt cx="722662" cy="98475"/>
            </a:xfrm>
            <a:grpFill/>
          </p:grpSpPr>
          <p:sp>
            <p:nvSpPr>
              <p:cNvPr id="23" name="Freeform 22">
                <a:extLst>
                  <a:ext uri="{FF2B5EF4-FFF2-40B4-BE49-F238E27FC236}">
                    <a16:creationId xmlns:a16="http://schemas.microsoft.com/office/drawing/2014/main" id="{8F7C67AA-6928-85E3-8830-84A01BD05CE6}"/>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6B1B7D76-16B1-1B7F-F766-5FB305EACAC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E5049BDD-2524-9C3F-6E78-7F5FC887A18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ED97AD2D-085D-85A8-633D-A5A49CC7394E}"/>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757E7874-28DD-B5CE-BB3D-8D9FBD70DDB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A0B9AEC-F4A4-8794-E1D3-C25E411A206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99CF8EE6-A915-D9FA-02B9-E1DFC99DBC1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9652012E-F831-7CC4-380F-F12B3E742D9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42A3B8DA-01C3-7984-65A5-F87CE847983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12854487-6BBC-F60A-0BB7-762C0530C0D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dirty="0"/>
              </a:p>
            </p:txBody>
          </p:sp>
        </p:grpSp>
        <p:grpSp>
          <p:nvGrpSpPr>
            <p:cNvPr id="14" name="Graphic 8">
              <a:extLst>
                <a:ext uri="{FF2B5EF4-FFF2-40B4-BE49-F238E27FC236}">
                  <a16:creationId xmlns:a16="http://schemas.microsoft.com/office/drawing/2014/main" id="{7C3F2EC0-0E91-1B90-0984-E15451F11E09}"/>
                </a:ext>
              </a:extLst>
            </p:cNvPr>
            <p:cNvGrpSpPr/>
            <p:nvPr/>
          </p:nvGrpSpPr>
          <p:grpSpPr>
            <a:xfrm>
              <a:off x="265625" y="6323271"/>
              <a:ext cx="1249223" cy="190348"/>
              <a:chOff x="265625" y="6323271"/>
              <a:chExt cx="1249223" cy="190348"/>
            </a:xfrm>
            <a:grpFill/>
          </p:grpSpPr>
          <p:sp>
            <p:nvSpPr>
              <p:cNvPr id="15" name="Freeform 14">
                <a:extLst>
                  <a:ext uri="{FF2B5EF4-FFF2-40B4-BE49-F238E27FC236}">
                    <a16:creationId xmlns:a16="http://schemas.microsoft.com/office/drawing/2014/main" id="{3E1EA83D-0C41-6298-66D3-2AACACADF563}"/>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B9B542A7-1CED-E3B4-2F6F-981A0BCF0F9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0F403641-4B58-5167-918C-45D30FB8B885}"/>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58B02E53-85CD-F8E6-1B90-2A239092033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346B34D3-96E7-AEEC-E3E3-9703F262AE5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BE841654-790E-1DA0-EAB4-635FDD741A4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E1E56751-BAEE-C6B1-E3A0-D9F895DD818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dirty="0"/>
              </a:p>
            </p:txBody>
          </p:sp>
        </p:grpSp>
      </p:grpSp>
      <p:sp>
        <p:nvSpPr>
          <p:cNvPr id="6" name="Title click to edit">
            <a:extLst>
              <a:ext uri="{FF2B5EF4-FFF2-40B4-BE49-F238E27FC236}">
                <a16:creationId xmlns:a16="http://schemas.microsoft.com/office/drawing/2014/main" id="{9A564A77-DB55-ED06-B6E2-D814406B5E70}"/>
              </a:ext>
            </a:extLst>
          </p:cNvPr>
          <p:cNvSpPr>
            <a:spLocks noGrp="1"/>
          </p:cNvSpPr>
          <p:nvPr>
            <p:ph type="title" hasCustomPrompt="1"/>
          </p:nvPr>
        </p:nvSpPr>
        <p:spPr>
          <a:xfrm>
            <a:off x="585626" y="1701846"/>
            <a:ext cx="4782865" cy="1234440"/>
          </a:xfrm>
        </p:spPr>
        <p:txBody>
          <a:bodyPr wrap="square" anchor="b"/>
          <a:lstStyle>
            <a:lvl1pPr algn="l">
              <a:defRPr sz="4000" b="0" cap="none" baseline="0">
                <a:solidFill>
                  <a:schemeClr val="tx1"/>
                </a:solidFill>
              </a:defRPr>
            </a:lvl1pPr>
          </a:lstStyle>
          <a:p>
            <a:r>
              <a:rPr lang="en-US" dirty="0"/>
              <a:t>Title Slide – Medium Theme</a:t>
            </a:r>
          </a:p>
        </p:txBody>
      </p:sp>
      <p:sp>
        <p:nvSpPr>
          <p:cNvPr id="16" name="Subtitle click to edit">
            <a:extLst>
              <a:ext uri="{FF2B5EF4-FFF2-40B4-BE49-F238E27FC236}">
                <a16:creationId xmlns:a16="http://schemas.microsoft.com/office/drawing/2014/main" id="{3E88110F-9182-0840-066F-3DE4AC6B8C94}"/>
              </a:ext>
            </a:extLst>
          </p:cNvPr>
          <p:cNvSpPr>
            <a:spLocks noGrp="1"/>
          </p:cNvSpPr>
          <p:nvPr>
            <p:ph type="subTitle" idx="10" hasCustomPrompt="1"/>
          </p:nvPr>
        </p:nvSpPr>
        <p:spPr>
          <a:xfrm>
            <a:off x="586477" y="2986547"/>
            <a:ext cx="4795599"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33" name="Click to edit Speaker Name ">
            <a:extLst>
              <a:ext uri="{FF2B5EF4-FFF2-40B4-BE49-F238E27FC236}">
                <a16:creationId xmlns:a16="http://schemas.microsoft.com/office/drawing/2014/main" id="{F3B64E52-E233-3D80-DBA7-7192CE74C2D6}"/>
              </a:ext>
            </a:extLst>
          </p:cNvPr>
          <p:cNvSpPr>
            <a:spLocks noGrp="1"/>
          </p:cNvSpPr>
          <p:nvPr>
            <p:ph type="body" sz="quarter" idx="11" hasCustomPrompt="1"/>
          </p:nvPr>
        </p:nvSpPr>
        <p:spPr>
          <a:xfrm>
            <a:off x="585625" y="4737425"/>
            <a:ext cx="5082201" cy="355601"/>
          </a:xfrm>
        </p:spPr>
        <p:txBody>
          <a:bodyPr anchor="ctr"/>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34" name="Click to edit role">
            <a:extLst>
              <a:ext uri="{FF2B5EF4-FFF2-40B4-BE49-F238E27FC236}">
                <a16:creationId xmlns:a16="http://schemas.microsoft.com/office/drawing/2014/main" id="{61F028C3-376D-2857-410D-AA8C02182DBB}"/>
              </a:ext>
            </a:extLst>
          </p:cNvPr>
          <p:cNvSpPr>
            <a:spLocks noGrp="1"/>
          </p:cNvSpPr>
          <p:nvPr>
            <p:ph type="body" sz="quarter" idx="12" hasCustomPrompt="1"/>
          </p:nvPr>
        </p:nvSpPr>
        <p:spPr>
          <a:xfrm>
            <a:off x="585625" y="5117480"/>
            <a:ext cx="5082201" cy="355601"/>
          </a:xfrm>
        </p:spPr>
        <p:txBody>
          <a:bodyPr anchor="ctr"/>
          <a:lstStyle>
            <a:lvl1pPr algn="l">
              <a:buNone/>
              <a:defRPr sz="1600">
                <a:solidFill>
                  <a:schemeClr val="tx1"/>
                </a:solidFill>
              </a:defRPr>
            </a:lvl1pPr>
          </a:lstStyle>
          <a:p>
            <a:pPr lvl="0"/>
            <a:r>
              <a:rPr lang="en-US" dirty="0"/>
              <a:t>Role / Division, Broadcom</a:t>
            </a:r>
          </a:p>
        </p:txBody>
      </p:sp>
      <p:sp>
        <p:nvSpPr>
          <p:cNvPr id="35" name="Click to edit role">
            <a:extLst>
              <a:ext uri="{FF2B5EF4-FFF2-40B4-BE49-F238E27FC236}">
                <a16:creationId xmlns:a16="http://schemas.microsoft.com/office/drawing/2014/main" id="{81EDBE59-D3BD-9990-3E9F-32B59874E467}"/>
              </a:ext>
            </a:extLst>
          </p:cNvPr>
          <p:cNvSpPr>
            <a:spLocks noGrp="1"/>
          </p:cNvSpPr>
          <p:nvPr>
            <p:ph type="body" sz="quarter" idx="14" hasCustomPrompt="1"/>
          </p:nvPr>
        </p:nvSpPr>
        <p:spPr>
          <a:xfrm>
            <a:off x="585625" y="5485986"/>
            <a:ext cx="5082201" cy="355601"/>
          </a:xfrm>
        </p:spPr>
        <p:txBody>
          <a:bodyPr anchor="ctr"/>
          <a:lstStyle>
            <a:lvl1pPr algn="l">
              <a:buNone/>
              <a:defRPr sz="1600">
                <a:solidFill>
                  <a:schemeClr val="tx1"/>
                </a:solidFill>
              </a:defRPr>
            </a:lvl1pPr>
          </a:lstStyle>
          <a:p>
            <a:pPr lvl="0"/>
            <a:r>
              <a:rPr lang="en-US"/>
              <a:t>Date</a:t>
            </a:r>
          </a:p>
        </p:txBody>
      </p:sp>
      <p:pic>
        <p:nvPicPr>
          <p:cNvPr id="36" name="Graphic 35">
            <a:extLst>
              <a:ext uri="{FF2B5EF4-FFF2-40B4-BE49-F238E27FC236}">
                <a16:creationId xmlns:a16="http://schemas.microsoft.com/office/drawing/2014/main" id="{C56447FA-F32D-9EA0-DEC5-21724B4D253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85625" y="570134"/>
            <a:ext cx="2857719" cy="562472"/>
          </a:xfrm>
          <a:prstGeom prst="rect">
            <a:avLst/>
          </a:prstGeom>
        </p:spPr>
      </p:pic>
    </p:spTree>
    <p:extLst>
      <p:ext uri="{BB962C8B-B14F-4D97-AF65-F5344CB8AC3E}">
        <p14:creationId xmlns:p14="http://schemas.microsoft.com/office/powerpoint/2010/main" val="3430405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6="http://schemas.microsoft.com/office/drawing/2014/main"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Title Slide – Leaf">
    <p:spTree>
      <p:nvGrpSpPr>
        <p:cNvPr id="1" name=""/>
        <p:cNvGrpSpPr/>
        <p:nvPr/>
      </p:nvGrpSpPr>
      <p:grpSpPr>
        <a:xfrm>
          <a:off x="0" y="0"/>
          <a:ext cx="0" cy="0"/>
          <a:chOff x="0" y="0"/>
          <a:chExt cx="0" cy="0"/>
        </a:xfrm>
      </p:grpSpPr>
      <p:sp>
        <p:nvSpPr>
          <p:cNvPr id="30" name="Freeform: Shape 29">
            <a:extLst>
              <a:ext uri="{FF2B5EF4-FFF2-40B4-BE49-F238E27FC236}">
                <a16:creationId xmlns:a16="http://schemas.microsoft.com/office/drawing/2014/main" id="{E832C870-B130-F9CC-6224-4A7EBA6FD046}"/>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2D3B49F1-E261-2E76-44FD-7CE4633B932C}"/>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4"/>
              </a:gs>
            </a:gsLst>
            <a:lin ang="0" scaled="1"/>
          </a:gradFill>
          <a:ln w="0" cap="flat">
            <a:noFill/>
            <a:prstDash val="solid"/>
            <a:miter/>
          </a:ln>
        </p:spPr>
        <p:txBody>
          <a:bodyPr rtlCol="0" anchor="ctr"/>
          <a:lstStyle/>
          <a:p>
            <a:endParaRPr lang="en-US"/>
          </a:p>
        </p:txBody>
      </p:sp>
      <p:sp>
        <p:nvSpPr>
          <p:cNvPr id="2" name="Title click to edit"/>
          <p:cNvSpPr>
            <a:spLocks noGrp="1"/>
          </p:cNvSpPr>
          <p:nvPr>
            <p:ph type="title" hasCustomPrompt="1"/>
          </p:nvPr>
        </p:nvSpPr>
        <p:spPr>
          <a:xfrm>
            <a:off x="6592949" y="1701846"/>
            <a:ext cx="5102866" cy="1234440"/>
          </a:xfrm>
        </p:spPr>
        <p:txBody>
          <a:bodyPr wrap="square" anchor="b"/>
          <a:lstStyle>
            <a:lvl1pPr algn="l">
              <a:defRPr sz="4000" b="0" cap="none" baseline="0">
                <a:solidFill>
                  <a:schemeClr val="tx1"/>
                </a:solidFill>
              </a:defRPr>
            </a:lvl1pPr>
          </a:lstStyle>
          <a:p>
            <a:r>
              <a:rPr lang="en-US" dirty="0"/>
              <a:t>Title Slide – Green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92948" y="4737425"/>
            <a:ext cx="5402202" cy="355601"/>
          </a:xfrm>
        </p:spPr>
        <p:txBody>
          <a:bodyPr anchor="ctr"/>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92948" y="5117480"/>
            <a:ext cx="5402202" cy="355601"/>
          </a:xfrm>
        </p:spPr>
        <p:txBody>
          <a:bodyPr anchor="ctr"/>
          <a:lstStyle>
            <a:lvl1pPr algn="l">
              <a:buNone/>
              <a:defRPr sz="1600">
                <a:solidFill>
                  <a:schemeClr val="tx1"/>
                </a:solidFill>
              </a:defRPr>
            </a:lvl1pPr>
          </a:lstStyle>
          <a:p>
            <a:pPr lvl="0"/>
            <a:r>
              <a:rPr lang="en-US" dirty="0"/>
              <a:t>Role / Division, Broadcom</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92948" y="5485986"/>
            <a:ext cx="5402202" cy="355601"/>
          </a:xfrm>
        </p:spPr>
        <p:txBody>
          <a:bodyPr anchor="ctr"/>
          <a:lstStyle>
            <a:lvl1pPr algn="l">
              <a:buNone/>
              <a:defRPr sz="1600">
                <a:solidFill>
                  <a:schemeClr val="tx1"/>
                </a:solidFill>
              </a:defRPr>
            </a:lvl1pPr>
          </a:lstStyle>
          <a:p>
            <a:pPr lvl="0"/>
            <a:r>
              <a:rPr lang="en-US"/>
              <a:t>Date</a:t>
            </a:r>
          </a:p>
        </p:txBody>
      </p:sp>
      <p:grpSp>
        <p:nvGrpSpPr>
          <p:cNvPr id="34" name="Graphic 8">
            <a:extLst>
              <a:ext uri="{FF2B5EF4-FFF2-40B4-BE49-F238E27FC236}">
                <a16:creationId xmlns:a16="http://schemas.microsoft.com/office/drawing/2014/main" id="{2BB61FAB-D61D-91C0-B6E9-540E07D70F8D}"/>
              </a:ext>
            </a:extLst>
          </p:cNvPr>
          <p:cNvGrpSpPr/>
          <p:nvPr/>
        </p:nvGrpSpPr>
        <p:grpSpPr>
          <a:xfrm>
            <a:off x="265625" y="6323271"/>
            <a:ext cx="1249223" cy="369648"/>
            <a:chOff x="265625" y="6323271"/>
            <a:chExt cx="1249223" cy="369648"/>
          </a:xfrm>
          <a:solidFill>
            <a:schemeClr val="tx1"/>
          </a:solidFill>
        </p:grpSpPr>
        <p:grpSp>
          <p:nvGrpSpPr>
            <p:cNvPr id="35" name="Graphic 8">
              <a:extLst>
                <a:ext uri="{FF2B5EF4-FFF2-40B4-BE49-F238E27FC236}">
                  <a16:creationId xmlns:a16="http://schemas.microsoft.com/office/drawing/2014/main" id="{335A91E3-C984-A339-9A90-22456A5B3A8A}"/>
                </a:ext>
              </a:extLst>
            </p:cNvPr>
            <p:cNvGrpSpPr/>
            <p:nvPr/>
          </p:nvGrpSpPr>
          <p:grpSpPr>
            <a:xfrm>
              <a:off x="745455" y="6594444"/>
              <a:ext cx="722662" cy="98475"/>
              <a:chOff x="745455" y="6594444"/>
              <a:chExt cx="722662" cy="98475"/>
            </a:xfrm>
            <a:grpFill/>
          </p:grpSpPr>
          <p:sp>
            <p:nvSpPr>
              <p:cNvPr id="44" name="Freeform 49">
                <a:extLst>
                  <a:ext uri="{FF2B5EF4-FFF2-40B4-BE49-F238E27FC236}">
                    <a16:creationId xmlns:a16="http://schemas.microsoft.com/office/drawing/2014/main" id="{2EEFE471-3371-E1FC-8E61-E71CA25FE11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45" name="Freeform 50">
                <a:extLst>
                  <a:ext uri="{FF2B5EF4-FFF2-40B4-BE49-F238E27FC236}">
                    <a16:creationId xmlns:a16="http://schemas.microsoft.com/office/drawing/2014/main" id="{34442E96-4426-8630-B676-AB0394715E4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46" name="Freeform 51">
                <a:extLst>
                  <a:ext uri="{FF2B5EF4-FFF2-40B4-BE49-F238E27FC236}">
                    <a16:creationId xmlns:a16="http://schemas.microsoft.com/office/drawing/2014/main" id="{8BA96E31-5EEA-7357-298B-37DAB50D934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47" name="Freeform 52">
                <a:extLst>
                  <a:ext uri="{FF2B5EF4-FFF2-40B4-BE49-F238E27FC236}">
                    <a16:creationId xmlns:a16="http://schemas.microsoft.com/office/drawing/2014/main" id="{E859CE78-8BEE-82DE-03EC-271997048CB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48" name="Freeform 53">
                <a:extLst>
                  <a:ext uri="{FF2B5EF4-FFF2-40B4-BE49-F238E27FC236}">
                    <a16:creationId xmlns:a16="http://schemas.microsoft.com/office/drawing/2014/main" id="{E074AE8D-6BAE-0DDA-85ED-03C6DFCA1FC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49" name="Freeform 54">
                <a:extLst>
                  <a:ext uri="{FF2B5EF4-FFF2-40B4-BE49-F238E27FC236}">
                    <a16:creationId xmlns:a16="http://schemas.microsoft.com/office/drawing/2014/main" id="{2815B090-56C3-061C-A4E5-5567DB842EA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50" name="Freeform 55">
                <a:extLst>
                  <a:ext uri="{FF2B5EF4-FFF2-40B4-BE49-F238E27FC236}">
                    <a16:creationId xmlns:a16="http://schemas.microsoft.com/office/drawing/2014/main" id="{8634125F-8CBC-AFEE-A587-4B1837F7252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51" name="Freeform 56">
                <a:extLst>
                  <a:ext uri="{FF2B5EF4-FFF2-40B4-BE49-F238E27FC236}">
                    <a16:creationId xmlns:a16="http://schemas.microsoft.com/office/drawing/2014/main" id="{1626768D-F016-8910-72B1-1285CDBD2C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2" name="Freeform 57">
                <a:extLst>
                  <a:ext uri="{FF2B5EF4-FFF2-40B4-BE49-F238E27FC236}">
                    <a16:creationId xmlns:a16="http://schemas.microsoft.com/office/drawing/2014/main" id="{033F3E91-FC25-9595-D391-3BEFA2E3103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3" name="Freeform 58">
                <a:extLst>
                  <a:ext uri="{FF2B5EF4-FFF2-40B4-BE49-F238E27FC236}">
                    <a16:creationId xmlns:a16="http://schemas.microsoft.com/office/drawing/2014/main" id="{1B389628-7A3D-BDD6-09AA-C8EB240B27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36" name="Graphic 8">
              <a:extLst>
                <a:ext uri="{FF2B5EF4-FFF2-40B4-BE49-F238E27FC236}">
                  <a16:creationId xmlns:a16="http://schemas.microsoft.com/office/drawing/2014/main" id="{8FA550BC-EBDD-737B-E99F-83A19CCC9A69}"/>
                </a:ext>
              </a:extLst>
            </p:cNvPr>
            <p:cNvGrpSpPr/>
            <p:nvPr/>
          </p:nvGrpSpPr>
          <p:grpSpPr>
            <a:xfrm>
              <a:off x="265625" y="6323271"/>
              <a:ext cx="1249223" cy="190348"/>
              <a:chOff x="265625" y="6323271"/>
              <a:chExt cx="1249223" cy="190348"/>
            </a:xfrm>
            <a:grpFill/>
          </p:grpSpPr>
          <p:sp>
            <p:nvSpPr>
              <p:cNvPr id="37" name="Freeform 60">
                <a:extLst>
                  <a:ext uri="{FF2B5EF4-FFF2-40B4-BE49-F238E27FC236}">
                    <a16:creationId xmlns:a16="http://schemas.microsoft.com/office/drawing/2014/main" id="{C76FC98A-1FB6-CE69-CC08-A918C3F29BB1}"/>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38" name="Freeform 61">
                <a:extLst>
                  <a:ext uri="{FF2B5EF4-FFF2-40B4-BE49-F238E27FC236}">
                    <a16:creationId xmlns:a16="http://schemas.microsoft.com/office/drawing/2014/main" id="{D685DB74-4923-6FAD-8A0D-0932C52110C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39" name="Freeform 62">
                <a:extLst>
                  <a:ext uri="{FF2B5EF4-FFF2-40B4-BE49-F238E27FC236}">
                    <a16:creationId xmlns:a16="http://schemas.microsoft.com/office/drawing/2014/main" id="{116AF541-5EFC-359A-ABC2-2C9EA68507C8}"/>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40" name="Freeform 63">
                <a:extLst>
                  <a:ext uri="{FF2B5EF4-FFF2-40B4-BE49-F238E27FC236}">
                    <a16:creationId xmlns:a16="http://schemas.microsoft.com/office/drawing/2014/main" id="{3163EAE2-C691-152F-3359-20D42B5E3519}"/>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41" name="Freeform 64">
                <a:extLst>
                  <a:ext uri="{FF2B5EF4-FFF2-40B4-BE49-F238E27FC236}">
                    <a16:creationId xmlns:a16="http://schemas.microsoft.com/office/drawing/2014/main" id="{D142A448-EDF0-D8A5-2BCA-233FEC0793E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42" name="Freeform 65">
                <a:extLst>
                  <a:ext uri="{FF2B5EF4-FFF2-40B4-BE49-F238E27FC236}">
                    <a16:creationId xmlns:a16="http://schemas.microsoft.com/office/drawing/2014/main" id="{E1D9DD60-FD2B-F2E1-C858-BEADF788A55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43" name="Freeform 66">
                <a:extLst>
                  <a:ext uri="{FF2B5EF4-FFF2-40B4-BE49-F238E27FC236}">
                    <a16:creationId xmlns:a16="http://schemas.microsoft.com/office/drawing/2014/main" id="{E70E549A-43A2-9663-41E9-A93F6C8A166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54" name="Freeform: Shape 29">
            <a:extLst>
              <a:ext uri="{FF2B5EF4-FFF2-40B4-BE49-F238E27FC236}">
                <a16:creationId xmlns:a16="http://schemas.microsoft.com/office/drawing/2014/main" id="{E832C870-B130-F9CC-6224-4A7EBA6FD046}"/>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a:p>
        </p:txBody>
      </p:sp>
      <p:sp>
        <p:nvSpPr>
          <p:cNvPr id="55" name="Freeform: Shape 30">
            <a:extLst>
              <a:ext uri="{FF2B5EF4-FFF2-40B4-BE49-F238E27FC236}">
                <a16:creationId xmlns:a16="http://schemas.microsoft.com/office/drawing/2014/main" id="{2D3B49F1-E261-2E76-44FD-7CE4633B932C}"/>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4"/>
              </a:gs>
            </a:gsLst>
            <a:lin ang="0" scaled="1"/>
          </a:gradFill>
          <a:ln w="0" cap="flat">
            <a:noFill/>
            <a:prstDash val="solid"/>
            <a:miter/>
          </a:ln>
        </p:spPr>
        <p:txBody>
          <a:bodyPr rtlCol="0" anchor="ctr"/>
          <a:lstStyle/>
          <a:p>
            <a:endParaRPr lang="en-US"/>
          </a:p>
        </p:txBody>
      </p:sp>
      <p:grpSp>
        <p:nvGrpSpPr>
          <p:cNvPr id="58" name="Graphic 8">
            <a:extLst>
              <a:ext uri="{FF2B5EF4-FFF2-40B4-BE49-F238E27FC236}">
                <a16:creationId xmlns:a16="http://schemas.microsoft.com/office/drawing/2014/main" id="{2BB61FAB-D61D-91C0-B6E9-540E07D70F8D}"/>
              </a:ext>
            </a:extLst>
          </p:cNvPr>
          <p:cNvGrpSpPr/>
          <p:nvPr userDrawn="1"/>
        </p:nvGrpSpPr>
        <p:grpSpPr>
          <a:xfrm>
            <a:off x="265625" y="6323271"/>
            <a:ext cx="1249223" cy="369648"/>
            <a:chOff x="265625" y="6323271"/>
            <a:chExt cx="1249223" cy="369648"/>
          </a:xfrm>
          <a:solidFill>
            <a:schemeClr val="tx1"/>
          </a:solidFill>
        </p:grpSpPr>
        <p:grpSp>
          <p:nvGrpSpPr>
            <p:cNvPr id="59" name="Graphic 8">
              <a:extLst>
                <a:ext uri="{FF2B5EF4-FFF2-40B4-BE49-F238E27FC236}">
                  <a16:creationId xmlns:a16="http://schemas.microsoft.com/office/drawing/2014/main" id="{335A91E3-C984-A339-9A90-22456A5B3A8A}"/>
                </a:ext>
              </a:extLst>
            </p:cNvPr>
            <p:cNvGrpSpPr/>
            <p:nvPr/>
          </p:nvGrpSpPr>
          <p:grpSpPr>
            <a:xfrm>
              <a:off x="745455" y="6594444"/>
              <a:ext cx="722662" cy="98475"/>
              <a:chOff x="745455" y="6594444"/>
              <a:chExt cx="722662" cy="98475"/>
            </a:xfrm>
            <a:grpFill/>
          </p:grpSpPr>
          <p:sp>
            <p:nvSpPr>
              <p:cNvPr id="68" name="Freeform 49">
                <a:extLst>
                  <a:ext uri="{FF2B5EF4-FFF2-40B4-BE49-F238E27FC236}">
                    <a16:creationId xmlns:a16="http://schemas.microsoft.com/office/drawing/2014/main" id="{2EEFE471-3371-E1FC-8E61-E71CA25FE11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69" name="Freeform 50">
                <a:extLst>
                  <a:ext uri="{FF2B5EF4-FFF2-40B4-BE49-F238E27FC236}">
                    <a16:creationId xmlns:a16="http://schemas.microsoft.com/office/drawing/2014/main" id="{34442E96-4426-8630-B676-AB0394715E4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70" name="Freeform 51">
                <a:extLst>
                  <a:ext uri="{FF2B5EF4-FFF2-40B4-BE49-F238E27FC236}">
                    <a16:creationId xmlns:a16="http://schemas.microsoft.com/office/drawing/2014/main" id="{8BA96E31-5EEA-7357-298B-37DAB50D934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71" name="Freeform 52">
                <a:extLst>
                  <a:ext uri="{FF2B5EF4-FFF2-40B4-BE49-F238E27FC236}">
                    <a16:creationId xmlns:a16="http://schemas.microsoft.com/office/drawing/2014/main" id="{E859CE78-8BEE-82DE-03EC-271997048CB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72" name="Freeform 53">
                <a:extLst>
                  <a:ext uri="{FF2B5EF4-FFF2-40B4-BE49-F238E27FC236}">
                    <a16:creationId xmlns:a16="http://schemas.microsoft.com/office/drawing/2014/main" id="{E074AE8D-6BAE-0DDA-85ED-03C6DFCA1FC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73" name="Freeform 54">
                <a:extLst>
                  <a:ext uri="{FF2B5EF4-FFF2-40B4-BE49-F238E27FC236}">
                    <a16:creationId xmlns:a16="http://schemas.microsoft.com/office/drawing/2014/main" id="{2815B090-56C3-061C-A4E5-5567DB842EA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74" name="Freeform 55">
                <a:extLst>
                  <a:ext uri="{FF2B5EF4-FFF2-40B4-BE49-F238E27FC236}">
                    <a16:creationId xmlns:a16="http://schemas.microsoft.com/office/drawing/2014/main" id="{8634125F-8CBC-AFEE-A587-4B1837F7252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75" name="Freeform 56">
                <a:extLst>
                  <a:ext uri="{FF2B5EF4-FFF2-40B4-BE49-F238E27FC236}">
                    <a16:creationId xmlns:a16="http://schemas.microsoft.com/office/drawing/2014/main" id="{1626768D-F016-8910-72B1-1285CDBD2C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76" name="Freeform 57">
                <a:extLst>
                  <a:ext uri="{FF2B5EF4-FFF2-40B4-BE49-F238E27FC236}">
                    <a16:creationId xmlns:a16="http://schemas.microsoft.com/office/drawing/2014/main" id="{033F3E91-FC25-9595-D391-3BEFA2E3103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77" name="Freeform 58">
                <a:extLst>
                  <a:ext uri="{FF2B5EF4-FFF2-40B4-BE49-F238E27FC236}">
                    <a16:creationId xmlns:a16="http://schemas.microsoft.com/office/drawing/2014/main" id="{1B389628-7A3D-BDD6-09AA-C8EB240B27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60" name="Graphic 8">
              <a:extLst>
                <a:ext uri="{FF2B5EF4-FFF2-40B4-BE49-F238E27FC236}">
                  <a16:creationId xmlns:a16="http://schemas.microsoft.com/office/drawing/2014/main" id="{8FA550BC-EBDD-737B-E99F-83A19CCC9A69}"/>
                </a:ext>
              </a:extLst>
            </p:cNvPr>
            <p:cNvGrpSpPr/>
            <p:nvPr/>
          </p:nvGrpSpPr>
          <p:grpSpPr>
            <a:xfrm>
              <a:off x="265625" y="6323271"/>
              <a:ext cx="1249223" cy="190348"/>
              <a:chOff x="265625" y="6323271"/>
              <a:chExt cx="1249223" cy="190348"/>
            </a:xfrm>
            <a:grpFill/>
          </p:grpSpPr>
          <p:sp>
            <p:nvSpPr>
              <p:cNvPr id="61" name="Freeform 60">
                <a:extLst>
                  <a:ext uri="{FF2B5EF4-FFF2-40B4-BE49-F238E27FC236}">
                    <a16:creationId xmlns:a16="http://schemas.microsoft.com/office/drawing/2014/main" id="{C76FC98A-1FB6-CE69-CC08-A918C3F29BB1}"/>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62" name="Freeform 61">
                <a:extLst>
                  <a:ext uri="{FF2B5EF4-FFF2-40B4-BE49-F238E27FC236}">
                    <a16:creationId xmlns:a16="http://schemas.microsoft.com/office/drawing/2014/main" id="{D685DB74-4923-6FAD-8A0D-0932C52110C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63" name="Freeform 62">
                <a:extLst>
                  <a:ext uri="{FF2B5EF4-FFF2-40B4-BE49-F238E27FC236}">
                    <a16:creationId xmlns:a16="http://schemas.microsoft.com/office/drawing/2014/main" id="{116AF541-5EFC-359A-ABC2-2C9EA68507C8}"/>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64" name="Freeform 63">
                <a:extLst>
                  <a:ext uri="{FF2B5EF4-FFF2-40B4-BE49-F238E27FC236}">
                    <a16:creationId xmlns:a16="http://schemas.microsoft.com/office/drawing/2014/main" id="{3163EAE2-C691-152F-3359-20D42B5E3519}"/>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65" name="Freeform 64">
                <a:extLst>
                  <a:ext uri="{FF2B5EF4-FFF2-40B4-BE49-F238E27FC236}">
                    <a16:creationId xmlns:a16="http://schemas.microsoft.com/office/drawing/2014/main" id="{D142A448-EDF0-D8A5-2BCA-233FEC0793E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66" name="Freeform 65">
                <a:extLst>
                  <a:ext uri="{FF2B5EF4-FFF2-40B4-BE49-F238E27FC236}">
                    <a16:creationId xmlns:a16="http://schemas.microsoft.com/office/drawing/2014/main" id="{E1D9DD60-FD2B-F2E1-C858-BEADF788A55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67" name="Freeform 66">
                <a:extLst>
                  <a:ext uri="{FF2B5EF4-FFF2-40B4-BE49-F238E27FC236}">
                    <a16:creationId xmlns:a16="http://schemas.microsoft.com/office/drawing/2014/main" id="{E70E549A-43A2-9663-41E9-A93F6C8A166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4" name="TextBox 3">
            <a:extLst>
              <a:ext uri="{FF2B5EF4-FFF2-40B4-BE49-F238E27FC236}">
                <a16:creationId xmlns:a16="http://schemas.microsoft.com/office/drawing/2014/main" id="{D3419FAF-ACD3-DB06-B849-18BF7716266A}"/>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spTree>
    <p:extLst>
      <p:ext uri="{BB962C8B-B14F-4D97-AF65-F5344CB8AC3E}">
        <p14:creationId xmlns:p14="http://schemas.microsoft.com/office/powerpoint/2010/main" val="4220495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16" name="Click to edit text">
            <a:extLst>
              <a:ext uri="{FF2B5EF4-FFF2-40B4-BE49-F238E27FC236}">
                <a16:creationId xmlns:a16="http://schemas.microsoft.com/office/drawing/2014/main" id="{B29EB907-51A5-4D60-B03A-85DECB7627F9}"/>
              </a:ext>
            </a:extLst>
          </p:cNvPr>
          <p:cNvSpPr>
            <a:spLocks noGrp="1"/>
          </p:cNvSpPr>
          <p:nvPr>
            <p:ph type="body" sz="quarter" idx="23" hasCustomPrompt="1"/>
          </p:nvPr>
        </p:nvSpPr>
        <p:spPr>
          <a:xfrm>
            <a:off x="2894013" y="1359907"/>
            <a:ext cx="7315200" cy="4322783"/>
          </a:xfrm>
        </p:spPr>
        <p:txBody>
          <a:bodyPr anchor="t"/>
          <a:lstStyle>
            <a:lvl1pPr marL="0" indent="0">
              <a:spcBef>
                <a:spcPts val="1800"/>
              </a:spcBef>
              <a:buClr>
                <a:schemeClr val="accent2"/>
              </a:buClr>
              <a:buFont typeface="Arial" panose="020B0604020202020204" pitchFamily="34" charset="0"/>
              <a:buChar char="​"/>
              <a:defRPr>
                <a:solidFill>
                  <a:schemeClr val="tx1"/>
                </a:solidFill>
              </a:defRPr>
            </a:lvl1pPr>
            <a:lvl2pPr marL="0" indent="0">
              <a:spcBef>
                <a:spcPts val="600"/>
              </a:spcBef>
              <a:buFont typeface="Arial" panose="020B0604020202020204" pitchFamily="34" charset="0"/>
              <a:buNone/>
              <a:defRPr/>
            </a:lvl2pPr>
            <a:lvl3pPr marL="342900" indent="0">
              <a:buFont typeface="Arial" panose="020B0604020202020204" pitchFamily="34" charset="0"/>
              <a:buNone/>
              <a:defRPr sz="1800"/>
            </a:lvl3pPr>
            <a:lvl4pPr marL="342900" indent="0">
              <a:buFont typeface="Arial" panose="020B0604020202020204" pitchFamily="34" charset="0"/>
              <a:buChar char="​"/>
              <a:tabLst/>
              <a:defRPr sz="1800">
                <a:solidFill>
                  <a:schemeClr val="tx2"/>
                </a:solidFill>
              </a:defRPr>
            </a:lvl4pPr>
            <a:lvl5pPr marL="342900" indent="0">
              <a:buFont typeface="Arial" panose="020B0604020202020204" pitchFamily="34" charset="0"/>
              <a:buChar char="​"/>
              <a:tabLst/>
              <a:defRPr sz="1800">
                <a:solidFill>
                  <a:schemeClr val="tx2"/>
                </a:solidFill>
              </a:defRPr>
            </a:lvl5pPr>
            <a:lvl6pPr marL="342900" indent="0">
              <a:buFont typeface="Arial" panose="020B0604020202020204" pitchFamily="34" charset="0"/>
              <a:buChar char="​"/>
              <a:defRPr sz="1800">
                <a:solidFill>
                  <a:schemeClr val="tx2"/>
                </a:solidFill>
              </a:defRPr>
            </a:lvl6pPr>
            <a:lvl7pPr marL="342900" indent="0">
              <a:buFont typeface="Arial" panose="020B0604020202020204" pitchFamily="34" charset="0"/>
              <a:buChar char="​"/>
              <a:defRPr sz="1800">
                <a:solidFill>
                  <a:schemeClr val="tx2"/>
                </a:solidFill>
              </a:defRPr>
            </a:lvl7pPr>
            <a:lvl8pPr marL="342900" indent="0">
              <a:buFont typeface="Arial" panose="020B0604020202020204" pitchFamily="34" charset="0"/>
              <a:buChar char="​"/>
              <a:defRPr sz="1800">
                <a:solidFill>
                  <a:schemeClr val="tx2"/>
                </a:solidFill>
              </a:defRPr>
            </a:lvl8pPr>
            <a:lvl9pPr marL="342900" indent="0">
              <a:buFont typeface="Arial" panose="020B0604020202020204" pitchFamily="34" charset="0"/>
              <a:buChar char="​"/>
              <a:defRPr sz="1800">
                <a:solidFill>
                  <a:schemeClr val="tx2"/>
                </a:solidFill>
              </a:defRPr>
            </a:lvl9pPr>
          </a:lstStyle>
          <a:p>
            <a:pPr lvl="0"/>
            <a:r>
              <a:rPr lang="en-US" dirty="0"/>
              <a:t>Edit text</a:t>
            </a:r>
          </a:p>
          <a:p>
            <a:pPr lvl="1"/>
            <a:endParaRPr lang="en-US" dirty="0"/>
          </a:p>
        </p:txBody>
      </p:sp>
      <p:sp>
        <p:nvSpPr>
          <p:cNvPr id="730"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2" name="TextBox 1">
            <a:extLst>
              <a:ext uri="{FF2B5EF4-FFF2-40B4-BE49-F238E27FC236}">
                <a16:creationId xmlns:a16="http://schemas.microsoft.com/office/drawing/2014/main" id="{EFAB009F-8C77-4345-BB40-5C6D1F329C80}"/>
              </a:ext>
            </a:extLst>
          </p:cNvPr>
          <p:cNvSpPr txBox="1"/>
          <p:nvPr/>
        </p:nvSpPr>
        <p:spPr>
          <a:xfrm>
            <a:off x="610289" y="1257625"/>
            <a:ext cx="1939871" cy="443198"/>
          </a:xfrm>
          <a:prstGeom prst="rect">
            <a:avLst/>
          </a:prstGeom>
        </p:spPr>
        <p:txBody>
          <a:bodyPr vert="horz" wrap="none" lIns="0" tIns="0" rIns="0" bIns="0" rtlCol="0" anchor="b">
            <a:noAutofit/>
          </a:bodyPr>
          <a:lstStyle>
            <a:lvl1pPr>
              <a:lnSpc>
                <a:spcPct val="90000"/>
              </a:lnSpc>
              <a:spcBef>
                <a:spcPct val="0"/>
              </a:spcBef>
              <a:buNone/>
              <a:defRPr sz="3200" b="0">
                <a:solidFill>
                  <a:schemeClr val="accent2"/>
                </a:solidFill>
                <a:latin typeface="+mj-lt"/>
              </a:defRPr>
            </a:lvl1pPr>
          </a:lstStyle>
          <a:p>
            <a:pPr lvl="0"/>
            <a:r>
              <a:rPr lang="en-US">
                <a:solidFill>
                  <a:schemeClr val="tx1"/>
                </a:solidFill>
              </a:rPr>
              <a:t>Agenda</a:t>
            </a:r>
          </a:p>
        </p:txBody>
      </p:sp>
      <p:sp>
        <p:nvSpPr>
          <p:cNvPr id="5"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6" name="TextBox 5">
            <a:extLst>
              <a:ext uri="{FF2B5EF4-FFF2-40B4-BE49-F238E27FC236}">
                <a16:creationId xmlns:a16="http://schemas.microsoft.com/office/drawing/2014/main" id="{EFAB009F-8C77-4345-BB40-5C6D1F329C80}"/>
              </a:ext>
            </a:extLst>
          </p:cNvPr>
          <p:cNvSpPr txBox="1"/>
          <p:nvPr userDrawn="1"/>
        </p:nvSpPr>
        <p:spPr>
          <a:xfrm>
            <a:off x="610289" y="1257625"/>
            <a:ext cx="1939871" cy="443198"/>
          </a:xfrm>
          <a:prstGeom prst="rect">
            <a:avLst/>
          </a:prstGeom>
        </p:spPr>
        <p:txBody>
          <a:bodyPr vert="horz" wrap="none" lIns="0" tIns="0" rIns="0" bIns="0" rtlCol="0" anchor="b">
            <a:noAutofit/>
          </a:bodyPr>
          <a:lstStyle>
            <a:lvl1pPr>
              <a:lnSpc>
                <a:spcPct val="90000"/>
              </a:lnSpc>
              <a:spcBef>
                <a:spcPct val="0"/>
              </a:spcBef>
              <a:buNone/>
              <a:defRPr sz="3200" b="0">
                <a:solidFill>
                  <a:schemeClr val="accent2"/>
                </a:solidFill>
                <a:latin typeface="+mj-lt"/>
              </a:defRPr>
            </a:lvl1pPr>
          </a:lstStyle>
          <a:p>
            <a:pPr lvl="0"/>
            <a:r>
              <a:rPr lang="en-US" dirty="0">
                <a:solidFill>
                  <a:schemeClr val="tx1"/>
                </a:solidFill>
              </a:rPr>
              <a:t>Agenda</a:t>
            </a:r>
          </a:p>
        </p:txBody>
      </p:sp>
    </p:spTree>
    <p:extLst>
      <p:ext uri="{BB962C8B-B14F-4D97-AF65-F5344CB8AC3E}">
        <p14:creationId xmlns:p14="http://schemas.microsoft.com/office/powerpoint/2010/main" val="3042335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Section Header – Leaf">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8" y="938794"/>
            <a:ext cx="6427626" cy="1229360"/>
          </a:xfrm>
        </p:spPr>
        <p:txBody>
          <a:bodyPr wrap="square" anchor="b"/>
          <a:lstStyle>
            <a:lvl1pPr algn="l">
              <a:defRPr sz="3600" b="0" cap="none" baseline="0">
                <a:solidFill>
                  <a:schemeClr val="tx1"/>
                </a:solidFill>
              </a:defRPr>
            </a:lvl1pPr>
          </a:lstStyle>
          <a:p>
            <a:r>
              <a:rPr lang="en-US" dirty="0"/>
              <a:t>Section Title Option 1</a:t>
            </a:r>
            <a:br>
              <a:rPr lang="en-US" dirty="0"/>
            </a:br>
            <a:r>
              <a:rPr lang="en-US" dirty="0"/>
              <a:t>Green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4" name="page number">
            <a:extLst>
              <a:ext uri="{FF2B5EF4-FFF2-40B4-BE49-F238E27FC236}">
                <a16:creationId xmlns:a16="http://schemas.microsoft.com/office/drawing/2014/main" id="{20A83C12-6BEB-4E4C-9FB0-AA1FB4C661B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27" name="Freeform: Shape 26">
            <a:extLst>
              <a:ext uri="{FF2B5EF4-FFF2-40B4-BE49-F238E27FC236}">
                <a16:creationId xmlns:a16="http://schemas.microsoft.com/office/drawing/2014/main" id="{FAAA3BBF-4C76-744C-98CD-FE087D70233F}"/>
              </a:ext>
            </a:extLst>
          </p:cNvPr>
          <p:cNvSpPr/>
          <p:nvPr/>
        </p:nvSpPr>
        <p:spPr>
          <a:xfrm>
            <a:off x="6525510"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4"/>
              </a:gs>
              <a:gs pos="89000">
                <a:schemeClr val="accent3"/>
              </a:gs>
            </a:gsLst>
            <a:lin ang="18900000" scaled="1"/>
          </a:gradFill>
          <a:ln w="0" cap="flat">
            <a:noFill/>
            <a:prstDash val="solid"/>
            <a:miter/>
          </a:ln>
        </p:spPr>
        <p:txBody>
          <a:bodyPr rtlCol="0" anchor="ctr"/>
          <a:lstStyle/>
          <a:p>
            <a:endParaRPr lang="en-US"/>
          </a:p>
        </p:txBody>
      </p:sp>
      <p:sp>
        <p:nvSpPr>
          <p:cNvPr id="6" name="page number">
            <a:extLst>
              <a:ext uri="{FF2B5EF4-FFF2-40B4-BE49-F238E27FC236}">
                <a16:creationId xmlns:a16="http://schemas.microsoft.com/office/drawing/2014/main" id="{20A83C12-6BEB-4E4C-9FB0-AA1FB4C661B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7" name="Freeform: Shape 26">
            <a:extLst>
              <a:ext uri="{FF2B5EF4-FFF2-40B4-BE49-F238E27FC236}">
                <a16:creationId xmlns:a16="http://schemas.microsoft.com/office/drawing/2014/main" id="{FAAA3BBF-4C76-744C-98CD-FE087D70233F}"/>
              </a:ext>
            </a:extLst>
          </p:cNvPr>
          <p:cNvSpPr/>
          <p:nvPr userDrawn="1"/>
        </p:nvSpPr>
        <p:spPr>
          <a:xfrm>
            <a:off x="6525510"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4"/>
              </a:gs>
              <a:gs pos="89000">
                <a:schemeClr val="accent3"/>
              </a:gs>
            </a:gsLst>
            <a:lin ang="18900000" scaled="1"/>
          </a:gradFill>
          <a:ln w="0" cap="flat">
            <a:noFill/>
            <a:prstDash val="solid"/>
            <a:miter/>
          </a:ln>
        </p:spPr>
        <p:txBody>
          <a:bodyPr rtlCol="0" anchor="ctr"/>
          <a:lstStyle/>
          <a:p>
            <a:endParaRPr lang="en-US"/>
          </a:p>
        </p:txBody>
      </p:sp>
    </p:spTree>
    <p:extLst>
      <p:ext uri="{BB962C8B-B14F-4D97-AF65-F5344CB8AC3E}">
        <p14:creationId xmlns:p14="http://schemas.microsoft.com/office/powerpoint/2010/main" val="3879785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Section Header – Aqu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tx1"/>
                </a:solidFill>
              </a:defRPr>
            </a:lvl1pPr>
          </a:lstStyle>
          <a:p>
            <a:r>
              <a:rPr lang="en-US" dirty="0"/>
              <a:t>Section Title Option 2</a:t>
            </a:r>
            <a:br>
              <a:rPr lang="en-US" dirty="0"/>
            </a:br>
            <a:r>
              <a:rPr lang="en-US" dirty="0"/>
              <a:t>Blue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27" name="Freeform: Shape 26">
            <a:extLst>
              <a:ext uri="{FF2B5EF4-FFF2-40B4-BE49-F238E27FC236}">
                <a16:creationId xmlns:a16="http://schemas.microsoft.com/office/drawing/2014/main" id="{91AFD096-497D-5408-14FF-AFEF0DD58883}"/>
              </a:ext>
            </a:extLst>
          </p:cNvPr>
          <p:cNvSpPr/>
          <p:nvPr/>
        </p:nvSpPr>
        <p:spPr>
          <a:xfrm>
            <a:off x="6525510"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1"/>
              </a:gs>
              <a:gs pos="89000">
                <a:schemeClr val="accent3"/>
              </a:gs>
            </a:gsLst>
            <a:lin ang="18900000" scaled="1"/>
          </a:gradFill>
          <a:ln w="0" cap="flat">
            <a:noFill/>
            <a:prstDash val="solid"/>
            <a:miter/>
          </a:ln>
        </p:spPr>
        <p:txBody>
          <a:bodyPr rtlCol="0" anchor="ctr"/>
          <a:lstStyle/>
          <a:p>
            <a:endParaRPr lang="en-US"/>
          </a:p>
        </p:txBody>
      </p:sp>
      <p:sp>
        <p:nvSpPr>
          <p:cNvPr id="6" name="page number">
            <a:extLst>
              <a:ext uri="{FF2B5EF4-FFF2-40B4-BE49-F238E27FC236}">
                <a16:creationId xmlns:a16="http://schemas.microsoft.com/office/drawing/2014/main" id="{274E202C-D42A-664B-A387-688ED861096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7" name="Freeform: Shape 26">
            <a:extLst>
              <a:ext uri="{FF2B5EF4-FFF2-40B4-BE49-F238E27FC236}">
                <a16:creationId xmlns:a16="http://schemas.microsoft.com/office/drawing/2014/main" id="{91AFD096-497D-5408-14FF-AFEF0DD58883}"/>
              </a:ext>
            </a:extLst>
          </p:cNvPr>
          <p:cNvSpPr/>
          <p:nvPr userDrawn="1"/>
        </p:nvSpPr>
        <p:spPr>
          <a:xfrm>
            <a:off x="6525510"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1"/>
              </a:gs>
              <a:gs pos="89000">
                <a:schemeClr val="accent3"/>
              </a:gs>
            </a:gsLst>
            <a:lin ang="18900000" scaled="1"/>
          </a:gradFill>
          <a:ln w="0" cap="flat">
            <a:noFill/>
            <a:prstDash val="solid"/>
            <a:miter/>
          </a:ln>
        </p:spPr>
        <p:txBody>
          <a:bodyPr rtlCol="0" anchor="ctr"/>
          <a:lstStyle/>
          <a:p>
            <a:endParaRPr lang="en-US"/>
          </a:p>
        </p:txBody>
      </p:sp>
    </p:spTree>
    <p:extLst>
      <p:ext uri="{BB962C8B-B14F-4D97-AF65-F5344CB8AC3E}">
        <p14:creationId xmlns:p14="http://schemas.microsoft.com/office/powerpoint/2010/main" val="771371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Section Header – Plu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55971" cy="1229360"/>
          </a:xfrm>
        </p:spPr>
        <p:txBody>
          <a:bodyPr wrap="square" anchor="b"/>
          <a:lstStyle>
            <a:lvl1pPr algn="l">
              <a:defRPr sz="3600" b="0" cap="none" baseline="0">
                <a:solidFill>
                  <a:schemeClr val="tx1"/>
                </a:solidFill>
              </a:defRPr>
            </a:lvl1pPr>
          </a:lstStyle>
          <a:p>
            <a:r>
              <a:rPr lang="en-US" dirty="0"/>
              <a:t>Section Title Option 3 </a:t>
            </a:r>
            <a:br>
              <a:rPr lang="en-US" dirty="0"/>
            </a:br>
            <a:r>
              <a:rPr lang="en-US" dirty="0"/>
              <a:t>Purple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4211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5" name="page number">
            <a:extLst>
              <a:ext uri="{FF2B5EF4-FFF2-40B4-BE49-F238E27FC236}">
                <a16:creationId xmlns:a16="http://schemas.microsoft.com/office/drawing/2014/main" id="{8424C6A4-7F55-9842-969F-317F913DCB9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28" name="Freeform: Shape 27">
            <a:extLst>
              <a:ext uri="{FF2B5EF4-FFF2-40B4-BE49-F238E27FC236}">
                <a16:creationId xmlns:a16="http://schemas.microsoft.com/office/drawing/2014/main" id="{73A0F87F-2BDE-1844-C8AF-E9E494A1B4B5}"/>
              </a:ext>
            </a:extLst>
          </p:cNvPr>
          <p:cNvSpPr/>
          <p:nvPr/>
        </p:nvSpPr>
        <p:spPr>
          <a:xfrm>
            <a:off x="6525510"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5"/>
              </a:gs>
              <a:gs pos="89000">
                <a:schemeClr val="accent3"/>
              </a:gs>
            </a:gsLst>
            <a:lin ang="18900000" scaled="1"/>
          </a:gradFill>
          <a:ln w="0" cap="flat">
            <a:noFill/>
            <a:prstDash val="solid"/>
            <a:miter/>
          </a:ln>
        </p:spPr>
        <p:txBody>
          <a:bodyPr rtlCol="0" anchor="ctr"/>
          <a:lstStyle/>
          <a:p>
            <a:endParaRPr lang="en-US"/>
          </a:p>
        </p:txBody>
      </p:sp>
      <p:sp>
        <p:nvSpPr>
          <p:cNvPr id="6" name="page number">
            <a:extLst>
              <a:ext uri="{FF2B5EF4-FFF2-40B4-BE49-F238E27FC236}">
                <a16:creationId xmlns:a16="http://schemas.microsoft.com/office/drawing/2014/main" id="{8424C6A4-7F55-9842-969F-317F913DCB9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7" name="Freeform: Shape 27">
            <a:extLst>
              <a:ext uri="{FF2B5EF4-FFF2-40B4-BE49-F238E27FC236}">
                <a16:creationId xmlns:a16="http://schemas.microsoft.com/office/drawing/2014/main" id="{73A0F87F-2BDE-1844-C8AF-E9E494A1B4B5}"/>
              </a:ext>
            </a:extLst>
          </p:cNvPr>
          <p:cNvSpPr/>
          <p:nvPr userDrawn="1"/>
        </p:nvSpPr>
        <p:spPr>
          <a:xfrm>
            <a:off x="6525510"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5"/>
              </a:gs>
              <a:gs pos="89000">
                <a:schemeClr val="accent3"/>
              </a:gs>
            </a:gsLst>
            <a:lin ang="18900000" scaled="1"/>
          </a:gradFill>
          <a:ln w="0" cap="flat">
            <a:noFill/>
            <a:prstDash val="solid"/>
            <a:miter/>
          </a:ln>
        </p:spPr>
        <p:txBody>
          <a:bodyPr rtlCol="0" anchor="ctr"/>
          <a:lstStyle/>
          <a:p>
            <a:endParaRPr lang="en-US"/>
          </a:p>
        </p:txBody>
      </p:sp>
    </p:spTree>
    <p:extLst>
      <p:ext uri="{BB962C8B-B14F-4D97-AF65-F5344CB8AC3E}">
        <p14:creationId xmlns:p14="http://schemas.microsoft.com/office/powerpoint/2010/main" val="4290603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p:cSld name="Section Header – Photo 5">
    <p:bg>
      <p:bgPr>
        <a:gradFill>
          <a:gsLst>
            <a:gs pos="0">
              <a:srgbClr val="074D73"/>
            </a:gs>
            <a:gs pos="76000">
              <a:srgbClr val="1A1F38"/>
            </a:gs>
            <a:gs pos="20000">
              <a:srgbClr val="113454"/>
            </a:gs>
            <a:gs pos="51000">
              <a:srgbClr val="1A203A"/>
            </a:gs>
            <a:gs pos="95000">
              <a:srgbClr val="1B1D36"/>
            </a:gs>
          </a:gsLst>
          <a:lin ang="19200000" scaled="0"/>
        </a:gradFill>
        <a:effectLst/>
      </p:bgPr>
    </p:bg>
    <p:spTree>
      <p:nvGrpSpPr>
        <p:cNvPr id="1" name=""/>
        <p:cNvGrpSpPr/>
        <p:nvPr/>
      </p:nvGrpSpPr>
      <p:grpSpPr>
        <a:xfrm>
          <a:off x="0" y="0"/>
          <a:ext cx="0" cy="0"/>
          <a:chOff x="0" y="0"/>
          <a:chExt cx="0" cy="0"/>
        </a:xfrm>
      </p:grpSpPr>
      <p:pic>
        <p:nvPicPr>
          <p:cNvPr id="3" name="Picture 2" descr="A blue sky with white clouds&#10;&#10;Description automatically generated">
            <a:extLst>
              <a:ext uri="{FF2B5EF4-FFF2-40B4-BE49-F238E27FC236}">
                <a16:creationId xmlns:a16="http://schemas.microsoft.com/office/drawing/2014/main" id="{7169D6F6-E30F-A17E-6C94-69ADD6FC87A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2" name="Picture 1">
            <a:extLst>
              <a:ext uri="{FF2B5EF4-FFF2-40B4-BE49-F238E27FC236}">
                <a16:creationId xmlns:a16="http://schemas.microsoft.com/office/drawing/2014/main" id="{C259BB32-99BA-3BA2-1A2F-33AF15E3AF34}"/>
              </a:ext>
            </a:extLst>
          </p:cNvPr>
          <p:cNvPicPr>
            <a:picLocks noChangeAspect="1"/>
          </p:cNvPicPr>
          <p:nvPr/>
        </p:nvPicPr>
        <p:blipFill>
          <a:blip r:embed="rId3"/>
          <a:stretch>
            <a:fillRect/>
          </a:stretch>
        </p:blipFill>
        <p:spPr>
          <a:xfrm>
            <a:off x="-27711" y="0"/>
            <a:ext cx="12220331" cy="6876719"/>
          </a:xfrm>
          <a:prstGeom prst="rect">
            <a:avLst/>
          </a:prstGeom>
        </p:spPr>
      </p:pic>
      <p:sp>
        <p:nvSpPr>
          <p:cNvPr id="6" name="Freeform: Shape 5">
            <a:extLst>
              <a:ext uri="{FF2B5EF4-FFF2-40B4-BE49-F238E27FC236}">
                <a16:creationId xmlns:a16="http://schemas.microsoft.com/office/drawing/2014/main" id="{F705FF27-7F71-D359-EABA-F1A1B8488C78}"/>
              </a:ext>
            </a:extLst>
          </p:cNvPr>
          <p:cNvSpPr/>
          <p:nvPr/>
        </p:nvSpPr>
        <p:spPr>
          <a:xfrm>
            <a:off x="5788396" y="1252917"/>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1"/>
              </a:gs>
            </a:gsLst>
            <a:lin ang="0"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7" name="page number">
            <a:extLst>
              <a:ext uri="{FF2B5EF4-FFF2-40B4-BE49-F238E27FC236}">
                <a16:creationId xmlns:a16="http://schemas.microsoft.com/office/drawing/2014/main" id="{1F27E68D-9E1F-8D43-7D91-195342E7D2C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8" name="TextBox 7">
            <a:extLst>
              <a:ext uri="{FF2B5EF4-FFF2-40B4-BE49-F238E27FC236}">
                <a16:creationId xmlns:a16="http://schemas.microsoft.com/office/drawing/2014/main" id="{84EC33C8-FD42-CAC0-0F84-5B16725AA099}"/>
              </a:ext>
            </a:extLst>
          </p:cNvPr>
          <p:cNvSpPr txBox="1"/>
          <p:nvPr/>
        </p:nvSpPr>
        <p:spPr>
          <a:xfrm>
            <a:off x="1645084" y="6461498"/>
            <a:ext cx="44884" cy="127471"/>
          </a:xfrm>
          <a:prstGeom prst="rect">
            <a:avLst/>
          </a:prstGeom>
          <a:noFill/>
        </p:spPr>
        <p:txBody>
          <a:bodyPr wrap="none" lIns="0" tIns="0" rIns="0" bIns="0" rtlCol="0">
            <a:spAutoFit/>
          </a:bodyPr>
          <a:lstStyle/>
          <a:p>
            <a:pPr algn="l">
              <a:lnSpc>
                <a:spcPct val="130000"/>
              </a:lnSpc>
            </a:pPr>
            <a:r>
              <a:rPr lang="en-US" sz="700" spc="0" baseline="0" dirty="0">
                <a:ln/>
                <a:solidFill>
                  <a:schemeClr val="tx1"/>
                </a:solidFill>
                <a:latin typeface="Arial" panose="020B0604020202020204" pitchFamily="34" charset="0"/>
                <a:sym typeface="Arial" panose="020B0604020202020204" pitchFamily="34" charset="0"/>
                <a:rtl val="0"/>
              </a:rPr>
              <a:t>  </a:t>
            </a:r>
          </a:p>
        </p:txBody>
      </p:sp>
      <p:grpSp>
        <p:nvGrpSpPr>
          <p:cNvPr id="10" name="Graphic 8">
            <a:extLst>
              <a:ext uri="{FF2B5EF4-FFF2-40B4-BE49-F238E27FC236}">
                <a16:creationId xmlns:a16="http://schemas.microsoft.com/office/drawing/2014/main" id="{24F4BBFA-E401-71DB-322A-C0F7B1456DD1}"/>
              </a:ext>
            </a:extLst>
          </p:cNvPr>
          <p:cNvGrpSpPr/>
          <p:nvPr/>
        </p:nvGrpSpPr>
        <p:grpSpPr>
          <a:xfrm>
            <a:off x="265625" y="6323271"/>
            <a:ext cx="1249223" cy="369648"/>
            <a:chOff x="265625" y="6323271"/>
            <a:chExt cx="1249223" cy="369648"/>
          </a:xfrm>
          <a:solidFill>
            <a:schemeClr val="tx1"/>
          </a:solidFill>
        </p:grpSpPr>
        <p:grpSp>
          <p:nvGrpSpPr>
            <p:cNvPr id="11" name="Graphic 8">
              <a:extLst>
                <a:ext uri="{FF2B5EF4-FFF2-40B4-BE49-F238E27FC236}">
                  <a16:creationId xmlns:a16="http://schemas.microsoft.com/office/drawing/2014/main" id="{1152CECE-7D00-FB57-8AED-A980E0AA706C}"/>
                </a:ext>
              </a:extLst>
            </p:cNvPr>
            <p:cNvGrpSpPr/>
            <p:nvPr/>
          </p:nvGrpSpPr>
          <p:grpSpPr>
            <a:xfrm>
              <a:off x="745455" y="6594444"/>
              <a:ext cx="722662" cy="98475"/>
              <a:chOff x="745455" y="6594444"/>
              <a:chExt cx="722662" cy="98475"/>
            </a:xfrm>
            <a:grpFill/>
          </p:grpSpPr>
          <p:sp>
            <p:nvSpPr>
              <p:cNvPr id="31" name="Freeform 49">
                <a:extLst>
                  <a:ext uri="{FF2B5EF4-FFF2-40B4-BE49-F238E27FC236}">
                    <a16:creationId xmlns:a16="http://schemas.microsoft.com/office/drawing/2014/main" id="{79C20AE1-12CE-3C84-4231-7F713A84F36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32" name="Freeform 50">
                <a:extLst>
                  <a:ext uri="{FF2B5EF4-FFF2-40B4-BE49-F238E27FC236}">
                    <a16:creationId xmlns:a16="http://schemas.microsoft.com/office/drawing/2014/main" id="{F5399904-C3CC-6381-9A25-73DC23134DBA}"/>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33" name="Freeform 51">
                <a:extLst>
                  <a:ext uri="{FF2B5EF4-FFF2-40B4-BE49-F238E27FC236}">
                    <a16:creationId xmlns:a16="http://schemas.microsoft.com/office/drawing/2014/main" id="{F6EAAC51-D815-2AF9-147A-07BA9A749C6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34" name="Freeform 52">
                <a:extLst>
                  <a:ext uri="{FF2B5EF4-FFF2-40B4-BE49-F238E27FC236}">
                    <a16:creationId xmlns:a16="http://schemas.microsoft.com/office/drawing/2014/main" id="{8B1191D5-1604-2303-9E26-925E5C75E6A9}"/>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35" name="Freeform 53">
                <a:extLst>
                  <a:ext uri="{FF2B5EF4-FFF2-40B4-BE49-F238E27FC236}">
                    <a16:creationId xmlns:a16="http://schemas.microsoft.com/office/drawing/2014/main" id="{B37FACCB-F53B-68CA-2282-169C34C4F5F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36" name="Freeform 54">
                <a:extLst>
                  <a:ext uri="{FF2B5EF4-FFF2-40B4-BE49-F238E27FC236}">
                    <a16:creationId xmlns:a16="http://schemas.microsoft.com/office/drawing/2014/main" id="{31702D51-613B-DB30-99CD-A859266C481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50" name="Freeform 55">
                <a:extLst>
                  <a:ext uri="{FF2B5EF4-FFF2-40B4-BE49-F238E27FC236}">
                    <a16:creationId xmlns:a16="http://schemas.microsoft.com/office/drawing/2014/main" id="{F544E4C7-C463-AE78-0748-5F5110FB542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51" name="Freeform 56">
                <a:extLst>
                  <a:ext uri="{FF2B5EF4-FFF2-40B4-BE49-F238E27FC236}">
                    <a16:creationId xmlns:a16="http://schemas.microsoft.com/office/drawing/2014/main" id="{ED108FCB-216A-4598-63A8-416600940D1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2" name="Freeform 57">
                <a:extLst>
                  <a:ext uri="{FF2B5EF4-FFF2-40B4-BE49-F238E27FC236}">
                    <a16:creationId xmlns:a16="http://schemas.microsoft.com/office/drawing/2014/main" id="{CD156F37-DF1C-3C97-515C-0F98B4D997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3" name="Freeform 58">
                <a:extLst>
                  <a:ext uri="{FF2B5EF4-FFF2-40B4-BE49-F238E27FC236}">
                    <a16:creationId xmlns:a16="http://schemas.microsoft.com/office/drawing/2014/main" id="{9D7C8B40-9761-A603-215B-B3D65D7C3B9F}"/>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12" name="Graphic 8">
              <a:extLst>
                <a:ext uri="{FF2B5EF4-FFF2-40B4-BE49-F238E27FC236}">
                  <a16:creationId xmlns:a16="http://schemas.microsoft.com/office/drawing/2014/main" id="{B245A94E-E9E8-00F4-6425-D0D03AE313D3}"/>
                </a:ext>
              </a:extLst>
            </p:cNvPr>
            <p:cNvGrpSpPr/>
            <p:nvPr/>
          </p:nvGrpSpPr>
          <p:grpSpPr>
            <a:xfrm>
              <a:off x="265625" y="6323271"/>
              <a:ext cx="1249223" cy="190348"/>
              <a:chOff x="265625" y="6323271"/>
              <a:chExt cx="1249223" cy="190348"/>
            </a:xfrm>
            <a:grpFill/>
          </p:grpSpPr>
          <p:sp>
            <p:nvSpPr>
              <p:cNvPr id="13" name="Freeform 60">
                <a:extLst>
                  <a:ext uri="{FF2B5EF4-FFF2-40B4-BE49-F238E27FC236}">
                    <a16:creationId xmlns:a16="http://schemas.microsoft.com/office/drawing/2014/main" id="{208C38E2-D216-085B-DB26-61A15766D53D}"/>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14" name="Freeform 61">
                <a:extLst>
                  <a:ext uri="{FF2B5EF4-FFF2-40B4-BE49-F238E27FC236}">
                    <a16:creationId xmlns:a16="http://schemas.microsoft.com/office/drawing/2014/main" id="{DA109CD5-2DBD-005B-F641-CF9759FE6BA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25" name="Freeform 62">
                <a:extLst>
                  <a:ext uri="{FF2B5EF4-FFF2-40B4-BE49-F238E27FC236}">
                    <a16:creationId xmlns:a16="http://schemas.microsoft.com/office/drawing/2014/main" id="{874DFA82-922F-DC4A-5476-8F2960412F5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26" name="Freeform 63">
                <a:extLst>
                  <a:ext uri="{FF2B5EF4-FFF2-40B4-BE49-F238E27FC236}">
                    <a16:creationId xmlns:a16="http://schemas.microsoft.com/office/drawing/2014/main" id="{3254E0F9-148B-20DE-65F7-BBE10DFC827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27" name="Freeform 64">
                <a:extLst>
                  <a:ext uri="{FF2B5EF4-FFF2-40B4-BE49-F238E27FC236}">
                    <a16:creationId xmlns:a16="http://schemas.microsoft.com/office/drawing/2014/main" id="{809F8B96-CFBF-721E-5471-5D911E0F461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28" name="Freeform 65">
                <a:extLst>
                  <a:ext uri="{FF2B5EF4-FFF2-40B4-BE49-F238E27FC236}">
                    <a16:creationId xmlns:a16="http://schemas.microsoft.com/office/drawing/2014/main" id="{830D8964-98D6-2883-9A2B-CA4B4A12D0A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29" name="Freeform 66">
                <a:extLst>
                  <a:ext uri="{FF2B5EF4-FFF2-40B4-BE49-F238E27FC236}">
                    <a16:creationId xmlns:a16="http://schemas.microsoft.com/office/drawing/2014/main" id="{7E6F124E-943B-470E-3146-50464B6C9142}"/>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pic>
        <p:nvPicPr>
          <p:cNvPr id="30" name="Picture 29" descr="A blue sky with white clouds&#10;&#10;Description automatically generated">
            <a:extLst>
              <a:ext uri="{FF2B5EF4-FFF2-40B4-BE49-F238E27FC236}">
                <a16:creationId xmlns:a16="http://schemas.microsoft.com/office/drawing/2014/main" id="{7169D6F6-E30F-A17E-6C94-69ADD6FC87A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37" name="Picture 36">
            <a:extLst>
              <a:ext uri="{FF2B5EF4-FFF2-40B4-BE49-F238E27FC236}">
                <a16:creationId xmlns:a16="http://schemas.microsoft.com/office/drawing/2014/main" id="{C259BB32-99BA-3BA2-1A2F-33AF15E3AF34}"/>
              </a:ext>
            </a:extLst>
          </p:cNvPr>
          <p:cNvPicPr>
            <a:picLocks noChangeAspect="1"/>
          </p:cNvPicPr>
          <p:nvPr userDrawn="1"/>
        </p:nvPicPr>
        <p:blipFill>
          <a:blip r:embed="rId3"/>
          <a:stretch>
            <a:fillRect/>
          </a:stretch>
        </p:blipFill>
        <p:spPr>
          <a:xfrm>
            <a:off x="-27711" y="0"/>
            <a:ext cx="12220331" cy="6876719"/>
          </a:xfrm>
          <a:prstGeom prst="rect">
            <a:avLst/>
          </a:prstGeom>
        </p:spPr>
      </p:pic>
      <p:sp>
        <p:nvSpPr>
          <p:cNvPr id="38" name="Freeform: Shape 5">
            <a:extLst>
              <a:ext uri="{FF2B5EF4-FFF2-40B4-BE49-F238E27FC236}">
                <a16:creationId xmlns:a16="http://schemas.microsoft.com/office/drawing/2014/main" id="{F705FF27-7F71-D359-EABA-F1A1B8488C78}"/>
              </a:ext>
            </a:extLst>
          </p:cNvPr>
          <p:cNvSpPr/>
          <p:nvPr userDrawn="1"/>
        </p:nvSpPr>
        <p:spPr>
          <a:xfrm>
            <a:off x="5788396" y="1252917"/>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1"/>
              </a:gs>
            </a:gsLst>
            <a:lin ang="0"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39" name="page number">
            <a:extLst>
              <a:ext uri="{FF2B5EF4-FFF2-40B4-BE49-F238E27FC236}">
                <a16:creationId xmlns:a16="http://schemas.microsoft.com/office/drawing/2014/main" id="{1F27E68D-9E1F-8D43-7D91-195342E7D2C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grpSp>
        <p:nvGrpSpPr>
          <p:cNvPr id="42" name="Graphic 8">
            <a:extLst>
              <a:ext uri="{FF2B5EF4-FFF2-40B4-BE49-F238E27FC236}">
                <a16:creationId xmlns:a16="http://schemas.microsoft.com/office/drawing/2014/main" id="{24F4BBFA-E401-71DB-322A-C0F7B1456DD1}"/>
              </a:ext>
            </a:extLst>
          </p:cNvPr>
          <p:cNvGrpSpPr/>
          <p:nvPr userDrawn="1"/>
        </p:nvGrpSpPr>
        <p:grpSpPr>
          <a:xfrm>
            <a:off x="265625" y="6323271"/>
            <a:ext cx="1249223" cy="369648"/>
            <a:chOff x="265625" y="6323271"/>
            <a:chExt cx="1249223" cy="369648"/>
          </a:xfrm>
          <a:solidFill>
            <a:schemeClr val="tx1"/>
          </a:solidFill>
        </p:grpSpPr>
        <p:grpSp>
          <p:nvGrpSpPr>
            <p:cNvPr id="43" name="Graphic 8">
              <a:extLst>
                <a:ext uri="{FF2B5EF4-FFF2-40B4-BE49-F238E27FC236}">
                  <a16:creationId xmlns:a16="http://schemas.microsoft.com/office/drawing/2014/main" id="{1152CECE-7D00-FB57-8AED-A980E0AA706C}"/>
                </a:ext>
              </a:extLst>
            </p:cNvPr>
            <p:cNvGrpSpPr/>
            <p:nvPr/>
          </p:nvGrpSpPr>
          <p:grpSpPr>
            <a:xfrm>
              <a:off x="745455" y="6594444"/>
              <a:ext cx="722662" cy="98475"/>
              <a:chOff x="745455" y="6594444"/>
              <a:chExt cx="722662" cy="98475"/>
            </a:xfrm>
            <a:grpFill/>
          </p:grpSpPr>
          <p:sp>
            <p:nvSpPr>
              <p:cNvPr id="56" name="Freeform 49">
                <a:extLst>
                  <a:ext uri="{FF2B5EF4-FFF2-40B4-BE49-F238E27FC236}">
                    <a16:creationId xmlns:a16="http://schemas.microsoft.com/office/drawing/2014/main" id="{79C20AE1-12CE-3C84-4231-7F713A84F36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57" name="Freeform 50">
                <a:extLst>
                  <a:ext uri="{FF2B5EF4-FFF2-40B4-BE49-F238E27FC236}">
                    <a16:creationId xmlns:a16="http://schemas.microsoft.com/office/drawing/2014/main" id="{F5399904-C3CC-6381-9A25-73DC23134DBA}"/>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58" name="Freeform 51">
                <a:extLst>
                  <a:ext uri="{FF2B5EF4-FFF2-40B4-BE49-F238E27FC236}">
                    <a16:creationId xmlns:a16="http://schemas.microsoft.com/office/drawing/2014/main" id="{F6EAAC51-D815-2AF9-147A-07BA9A749C6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59" name="Freeform 52">
                <a:extLst>
                  <a:ext uri="{FF2B5EF4-FFF2-40B4-BE49-F238E27FC236}">
                    <a16:creationId xmlns:a16="http://schemas.microsoft.com/office/drawing/2014/main" id="{8B1191D5-1604-2303-9E26-925E5C75E6A9}"/>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60" name="Freeform 53">
                <a:extLst>
                  <a:ext uri="{FF2B5EF4-FFF2-40B4-BE49-F238E27FC236}">
                    <a16:creationId xmlns:a16="http://schemas.microsoft.com/office/drawing/2014/main" id="{B37FACCB-F53B-68CA-2282-169C34C4F5F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61" name="Freeform 54">
                <a:extLst>
                  <a:ext uri="{FF2B5EF4-FFF2-40B4-BE49-F238E27FC236}">
                    <a16:creationId xmlns:a16="http://schemas.microsoft.com/office/drawing/2014/main" id="{31702D51-613B-DB30-99CD-A859266C481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62" name="Freeform 55">
                <a:extLst>
                  <a:ext uri="{FF2B5EF4-FFF2-40B4-BE49-F238E27FC236}">
                    <a16:creationId xmlns:a16="http://schemas.microsoft.com/office/drawing/2014/main" id="{F544E4C7-C463-AE78-0748-5F5110FB542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63" name="Freeform 56">
                <a:extLst>
                  <a:ext uri="{FF2B5EF4-FFF2-40B4-BE49-F238E27FC236}">
                    <a16:creationId xmlns:a16="http://schemas.microsoft.com/office/drawing/2014/main" id="{ED108FCB-216A-4598-63A8-416600940D1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64" name="Freeform 57">
                <a:extLst>
                  <a:ext uri="{FF2B5EF4-FFF2-40B4-BE49-F238E27FC236}">
                    <a16:creationId xmlns:a16="http://schemas.microsoft.com/office/drawing/2014/main" id="{CD156F37-DF1C-3C97-515C-0F98B4D997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65" name="Freeform 58">
                <a:extLst>
                  <a:ext uri="{FF2B5EF4-FFF2-40B4-BE49-F238E27FC236}">
                    <a16:creationId xmlns:a16="http://schemas.microsoft.com/office/drawing/2014/main" id="{9D7C8B40-9761-A603-215B-B3D65D7C3B9F}"/>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44" name="Graphic 8">
              <a:extLst>
                <a:ext uri="{FF2B5EF4-FFF2-40B4-BE49-F238E27FC236}">
                  <a16:creationId xmlns:a16="http://schemas.microsoft.com/office/drawing/2014/main" id="{B245A94E-E9E8-00F4-6425-D0D03AE313D3}"/>
                </a:ext>
              </a:extLst>
            </p:cNvPr>
            <p:cNvGrpSpPr/>
            <p:nvPr/>
          </p:nvGrpSpPr>
          <p:grpSpPr>
            <a:xfrm>
              <a:off x="265625" y="6323271"/>
              <a:ext cx="1249223" cy="190348"/>
              <a:chOff x="265625" y="6323271"/>
              <a:chExt cx="1249223" cy="190348"/>
            </a:xfrm>
            <a:grpFill/>
          </p:grpSpPr>
          <p:sp>
            <p:nvSpPr>
              <p:cNvPr id="45" name="Freeform 60">
                <a:extLst>
                  <a:ext uri="{FF2B5EF4-FFF2-40B4-BE49-F238E27FC236}">
                    <a16:creationId xmlns:a16="http://schemas.microsoft.com/office/drawing/2014/main" id="{208C38E2-D216-085B-DB26-61A15766D53D}"/>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46" name="Freeform 61">
                <a:extLst>
                  <a:ext uri="{FF2B5EF4-FFF2-40B4-BE49-F238E27FC236}">
                    <a16:creationId xmlns:a16="http://schemas.microsoft.com/office/drawing/2014/main" id="{DA109CD5-2DBD-005B-F641-CF9759FE6BA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47" name="Freeform 62">
                <a:extLst>
                  <a:ext uri="{FF2B5EF4-FFF2-40B4-BE49-F238E27FC236}">
                    <a16:creationId xmlns:a16="http://schemas.microsoft.com/office/drawing/2014/main" id="{874DFA82-922F-DC4A-5476-8F2960412F5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48" name="Freeform 63">
                <a:extLst>
                  <a:ext uri="{FF2B5EF4-FFF2-40B4-BE49-F238E27FC236}">
                    <a16:creationId xmlns:a16="http://schemas.microsoft.com/office/drawing/2014/main" id="{3254E0F9-148B-20DE-65F7-BBE10DFC827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49" name="Freeform 64">
                <a:extLst>
                  <a:ext uri="{FF2B5EF4-FFF2-40B4-BE49-F238E27FC236}">
                    <a16:creationId xmlns:a16="http://schemas.microsoft.com/office/drawing/2014/main" id="{809F8B96-CFBF-721E-5471-5D911E0F461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54" name="Freeform 65">
                <a:extLst>
                  <a:ext uri="{FF2B5EF4-FFF2-40B4-BE49-F238E27FC236}">
                    <a16:creationId xmlns:a16="http://schemas.microsoft.com/office/drawing/2014/main" id="{830D8964-98D6-2883-9A2B-CA4B4A12D0A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55" name="Freeform 66">
                <a:extLst>
                  <a:ext uri="{FF2B5EF4-FFF2-40B4-BE49-F238E27FC236}">
                    <a16:creationId xmlns:a16="http://schemas.microsoft.com/office/drawing/2014/main" id="{7E6F124E-943B-470E-3146-50464B6C9142}"/>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5" name="TextBox 4">
            <a:extLst>
              <a:ext uri="{FF2B5EF4-FFF2-40B4-BE49-F238E27FC236}">
                <a16:creationId xmlns:a16="http://schemas.microsoft.com/office/drawing/2014/main" id="{CCD1F3D8-738C-E588-944B-48AC43E7FD28}"/>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sp>
        <p:nvSpPr>
          <p:cNvPr id="17" name="Title 1">
            <a:extLst>
              <a:ext uri="{FF2B5EF4-FFF2-40B4-BE49-F238E27FC236}">
                <a16:creationId xmlns:a16="http://schemas.microsoft.com/office/drawing/2014/main" id="{2AC6091C-E947-4C0C-85B0-C87C084ACBB4}"/>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tx1"/>
                </a:solidFill>
              </a:defRPr>
            </a:lvl1pPr>
          </a:lstStyle>
          <a:p>
            <a:r>
              <a:rPr lang="en-US" dirty="0"/>
              <a:t>Section Title </a:t>
            </a:r>
            <a:br>
              <a:rPr lang="en-US" dirty="0"/>
            </a:br>
            <a:r>
              <a:rPr lang="en-US" dirty="0"/>
              <a:t>with photo</a:t>
            </a:r>
          </a:p>
        </p:txBody>
      </p:sp>
      <p:sp>
        <p:nvSpPr>
          <p:cNvPr id="18" name="Subtitle">
            <a:extLst>
              <a:ext uri="{FF2B5EF4-FFF2-40B4-BE49-F238E27FC236}">
                <a16:creationId xmlns:a16="http://schemas.microsoft.com/office/drawing/2014/main" id="{A2044BBD-0109-43FF-A52D-8FA2841A4DF6}"/>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Tree>
    <p:extLst>
      <p:ext uri="{BB962C8B-B14F-4D97-AF65-F5344CB8AC3E}">
        <p14:creationId xmlns:p14="http://schemas.microsoft.com/office/powerpoint/2010/main" val="1217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p:cSld name="Quote – Leaf">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Arial" panose="020B0604020202020204" pitchFamily="34" charset="0"/>
              <a:buChar char="“"/>
              <a:defRPr sz="2800">
                <a:solidFill>
                  <a:schemeClr val="tx1"/>
                </a:solidFill>
              </a:defRPr>
            </a:lvl1pPr>
            <a:lvl2pPr marL="457200" indent="-184150">
              <a:buClrTx/>
              <a:buFont typeface="Arial" panose="020B0604020202020204" pitchFamily="34" charset="0"/>
              <a:buChar char="“"/>
              <a:defRPr>
                <a:solidFill>
                  <a:schemeClr val="bg1"/>
                </a:solidFill>
              </a:defRPr>
            </a:lvl2pPr>
            <a:lvl3pPr marL="744538" indent="-169863">
              <a:buClrTx/>
              <a:buFont typeface="Arial" panose="020B0604020202020204" pitchFamily="34" charset="0"/>
              <a:buChar char="“"/>
              <a:defRPr>
                <a:solidFill>
                  <a:schemeClr val="bg1"/>
                </a:solidFill>
              </a:defRPr>
            </a:lvl3pPr>
            <a:lvl4pPr marL="969963" indent="-166688">
              <a:buClrTx/>
              <a:buFont typeface="Arial" panose="020B0604020202020204" pitchFamily="34" charset="0"/>
              <a:buChar char="“"/>
              <a:defRPr>
                <a:solidFill>
                  <a:schemeClr val="bg1"/>
                </a:solidFill>
              </a:defRPr>
            </a:lvl4pPr>
            <a:lvl5pPr marL="1143000" indent="-138113">
              <a:buClrTx/>
              <a:buFont typeface="Arial" panose="020B0604020202020204" pitchFamily="34" charset="0"/>
              <a:buChar char="“"/>
              <a:defRPr>
                <a:solidFill>
                  <a:schemeClr val="bg1"/>
                </a:solidFill>
              </a:defRPr>
            </a:lvl5pPr>
          </a:lstStyle>
          <a:p>
            <a:pPr lvl="0"/>
            <a:r>
              <a:rPr lang="en-US" dirty="0"/>
              <a:t>Quote text on left, green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a:defRPr sz="1800">
                <a:solidFill>
                  <a:schemeClr val="tx1"/>
                </a:solidFill>
              </a:defRPr>
            </a:lvl1pPr>
          </a:lstStyle>
          <a:p>
            <a:pPr lvl="0"/>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0CA8A2D-22C2-3546-ACA3-B76C2A2C9541}"/>
              </a:ext>
            </a:extLst>
          </p:cNvPr>
          <p:cNvSpPr>
            <a:spLocks noGrp="1"/>
          </p:cNvSpPr>
          <p:nvPr>
            <p:ph type="pic" sz="quarter" idx="4294967295" hasCustomPrompt="1"/>
          </p:nvPr>
        </p:nvSpPr>
        <p:spPr>
          <a:xfrm>
            <a:off x="8925484" y="4619335"/>
            <a:ext cx="2740025" cy="1371600"/>
          </a:xfrm>
        </p:spPr>
        <p:txBody>
          <a:bodyPr/>
          <a:lstStyle/>
          <a:p>
            <a:r>
              <a:rPr lang="en-US"/>
              <a:t>Click to insert logo or delete box if not needed</a:t>
            </a:r>
          </a:p>
        </p:txBody>
      </p:sp>
      <p:sp>
        <p:nvSpPr>
          <p:cNvPr id="17" name="page number">
            <a:extLst>
              <a:ext uri="{FF2B5EF4-FFF2-40B4-BE49-F238E27FC236}">
                <a16:creationId xmlns:a16="http://schemas.microsoft.com/office/drawing/2014/main" id="{81F6B6E3-D446-FF48-A968-0E6ED9485D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3" name="Freeform: Shape 2">
            <a:extLst>
              <a:ext uri="{FF2B5EF4-FFF2-40B4-BE49-F238E27FC236}">
                <a16:creationId xmlns:a16="http://schemas.microsoft.com/office/drawing/2014/main" id="{A4E09EAF-21A8-2364-FB16-C37C8768B257}"/>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4"/>
              </a:gs>
            </a:gsLst>
            <a:lin ang="0" scaled="1"/>
          </a:gradFill>
          <a:ln w="0" cap="flat">
            <a:noFill/>
            <a:prstDash val="solid"/>
            <a:miter/>
          </a:ln>
          <a:effectLst>
            <a:outerShdw blurRad="88900" dist="50800" dir="420000" algn="ctr" rotWithShape="0">
              <a:schemeClr val="accent3">
                <a:alpha val="22000"/>
              </a:schemeClr>
            </a:outerShdw>
          </a:effectLst>
        </p:spPr>
        <p:txBody>
          <a:bodyPr rtlCol="0" anchor="ctr"/>
          <a:lstStyle/>
          <a:p>
            <a:endParaRPr lang="en-US"/>
          </a:p>
        </p:txBody>
      </p:sp>
      <p:grpSp>
        <p:nvGrpSpPr>
          <p:cNvPr id="6" name="Graphic 8">
            <a:extLst>
              <a:ext uri="{FF2B5EF4-FFF2-40B4-BE49-F238E27FC236}">
                <a16:creationId xmlns:a16="http://schemas.microsoft.com/office/drawing/2014/main" id="{EF8AAA69-F9C8-285C-6751-D512EF1C4E2A}"/>
              </a:ext>
            </a:extLst>
          </p:cNvPr>
          <p:cNvGrpSpPr/>
          <p:nvPr/>
        </p:nvGrpSpPr>
        <p:grpSpPr>
          <a:xfrm>
            <a:off x="265625" y="6323271"/>
            <a:ext cx="1249223" cy="369648"/>
            <a:chOff x="265625" y="6323271"/>
            <a:chExt cx="1249223" cy="369648"/>
          </a:xfrm>
          <a:solidFill>
            <a:schemeClr val="tx1"/>
          </a:solidFill>
        </p:grpSpPr>
        <p:grpSp>
          <p:nvGrpSpPr>
            <p:cNvPr id="7" name="Graphic 8">
              <a:extLst>
                <a:ext uri="{FF2B5EF4-FFF2-40B4-BE49-F238E27FC236}">
                  <a16:creationId xmlns:a16="http://schemas.microsoft.com/office/drawing/2014/main" id="{B1E86749-AF0E-35B9-4E9D-E2ED707B976B}"/>
                </a:ext>
              </a:extLst>
            </p:cNvPr>
            <p:cNvGrpSpPr/>
            <p:nvPr/>
          </p:nvGrpSpPr>
          <p:grpSpPr>
            <a:xfrm>
              <a:off x="745455" y="6594444"/>
              <a:ext cx="722662" cy="98475"/>
              <a:chOff x="745455" y="6594444"/>
              <a:chExt cx="722662" cy="98475"/>
            </a:xfrm>
            <a:grpFill/>
          </p:grpSpPr>
          <p:sp>
            <p:nvSpPr>
              <p:cNvPr id="22" name="Freeform 49">
                <a:extLst>
                  <a:ext uri="{FF2B5EF4-FFF2-40B4-BE49-F238E27FC236}">
                    <a16:creationId xmlns:a16="http://schemas.microsoft.com/office/drawing/2014/main" id="{5EFC1DAB-0C0C-9890-2845-1C41412A839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25" name="Freeform 50">
                <a:extLst>
                  <a:ext uri="{FF2B5EF4-FFF2-40B4-BE49-F238E27FC236}">
                    <a16:creationId xmlns:a16="http://schemas.microsoft.com/office/drawing/2014/main" id="{D03C5645-52E1-7462-FF94-A7AAA1193C4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26" name="Freeform 51">
                <a:extLst>
                  <a:ext uri="{FF2B5EF4-FFF2-40B4-BE49-F238E27FC236}">
                    <a16:creationId xmlns:a16="http://schemas.microsoft.com/office/drawing/2014/main" id="{51D3D6D3-7B6E-917C-E4F2-6A34F132B7F8}"/>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27" name="Freeform 52">
                <a:extLst>
                  <a:ext uri="{FF2B5EF4-FFF2-40B4-BE49-F238E27FC236}">
                    <a16:creationId xmlns:a16="http://schemas.microsoft.com/office/drawing/2014/main" id="{4F771D9E-BC6B-7074-013D-D6DD8F8D396B}"/>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28" name="Freeform 53">
                <a:extLst>
                  <a:ext uri="{FF2B5EF4-FFF2-40B4-BE49-F238E27FC236}">
                    <a16:creationId xmlns:a16="http://schemas.microsoft.com/office/drawing/2014/main" id="{F358783A-FE6E-ABAD-24A2-7001EDCB652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29" name="Freeform 54">
                <a:extLst>
                  <a:ext uri="{FF2B5EF4-FFF2-40B4-BE49-F238E27FC236}">
                    <a16:creationId xmlns:a16="http://schemas.microsoft.com/office/drawing/2014/main" id="{0D96871D-534B-242E-A8A3-6BF2C4A2A20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30" name="Freeform 55">
                <a:extLst>
                  <a:ext uri="{FF2B5EF4-FFF2-40B4-BE49-F238E27FC236}">
                    <a16:creationId xmlns:a16="http://schemas.microsoft.com/office/drawing/2014/main" id="{7EFD97DA-53F5-39D8-4BFE-9718F51B8E3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31" name="Freeform 56">
                <a:extLst>
                  <a:ext uri="{FF2B5EF4-FFF2-40B4-BE49-F238E27FC236}">
                    <a16:creationId xmlns:a16="http://schemas.microsoft.com/office/drawing/2014/main" id="{D43F1DA5-7A7C-8D09-B0FD-237EE96575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32" name="Freeform 57">
                <a:extLst>
                  <a:ext uri="{FF2B5EF4-FFF2-40B4-BE49-F238E27FC236}">
                    <a16:creationId xmlns:a16="http://schemas.microsoft.com/office/drawing/2014/main" id="{AF168E8C-27DD-1F28-179C-69AA01DD027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1" name="Freeform 58">
                <a:extLst>
                  <a:ext uri="{FF2B5EF4-FFF2-40B4-BE49-F238E27FC236}">
                    <a16:creationId xmlns:a16="http://schemas.microsoft.com/office/drawing/2014/main" id="{7EC46BFF-F84B-8719-B28A-91DF0F6EFFD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8" name="Graphic 8">
              <a:extLst>
                <a:ext uri="{FF2B5EF4-FFF2-40B4-BE49-F238E27FC236}">
                  <a16:creationId xmlns:a16="http://schemas.microsoft.com/office/drawing/2014/main" id="{442CD4E2-6C45-610C-B37B-9EBF4B3115C2}"/>
                </a:ext>
              </a:extLst>
            </p:cNvPr>
            <p:cNvGrpSpPr/>
            <p:nvPr/>
          </p:nvGrpSpPr>
          <p:grpSpPr>
            <a:xfrm>
              <a:off x="265625" y="6323271"/>
              <a:ext cx="1249223" cy="190348"/>
              <a:chOff x="265625" y="6323271"/>
              <a:chExt cx="1249223" cy="190348"/>
            </a:xfrm>
            <a:grpFill/>
          </p:grpSpPr>
          <p:sp>
            <p:nvSpPr>
              <p:cNvPr id="9" name="Freeform 60">
                <a:extLst>
                  <a:ext uri="{FF2B5EF4-FFF2-40B4-BE49-F238E27FC236}">
                    <a16:creationId xmlns:a16="http://schemas.microsoft.com/office/drawing/2014/main" id="{ED525359-6B46-C9E5-6E5B-B3C26E52350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10" name="Freeform 61">
                <a:extLst>
                  <a:ext uri="{FF2B5EF4-FFF2-40B4-BE49-F238E27FC236}">
                    <a16:creationId xmlns:a16="http://schemas.microsoft.com/office/drawing/2014/main" id="{7EF8FA77-DD00-B32A-8E5D-B8EC0601713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12" name="Freeform 62">
                <a:extLst>
                  <a:ext uri="{FF2B5EF4-FFF2-40B4-BE49-F238E27FC236}">
                    <a16:creationId xmlns:a16="http://schemas.microsoft.com/office/drawing/2014/main" id="{5B6CD07D-9D52-9ADA-8705-8975DC744B4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13" name="Freeform 63">
                <a:extLst>
                  <a:ext uri="{FF2B5EF4-FFF2-40B4-BE49-F238E27FC236}">
                    <a16:creationId xmlns:a16="http://schemas.microsoft.com/office/drawing/2014/main" id="{743CD6CC-2436-9E0B-F9AA-5E7F7A570191}"/>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14" name="Freeform 64">
                <a:extLst>
                  <a:ext uri="{FF2B5EF4-FFF2-40B4-BE49-F238E27FC236}">
                    <a16:creationId xmlns:a16="http://schemas.microsoft.com/office/drawing/2014/main" id="{D002A0F9-D34F-062E-FA0D-55E00502A6A3}"/>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18" name="Freeform 65">
                <a:extLst>
                  <a:ext uri="{FF2B5EF4-FFF2-40B4-BE49-F238E27FC236}">
                    <a16:creationId xmlns:a16="http://schemas.microsoft.com/office/drawing/2014/main" id="{7F1B60F0-5EE6-28CA-7BCF-8E426EB9FCC1}"/>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20" name="Freeform 66">
                <a:extLst>
                  <a:ext uri="{FF2B5EF4-FFF2-40B4-BE49-F238E27FC236}">
                    <a16:creationId xmlns:a16="http://schemas.microsoft.com/office/drawing/2014/main" id="{F30FD712-5475-5FC0-34B0-E973EECE9D1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33" name="page number">
            <a:extLst>
              <a:ext uri="{FF2B5EF4-FFF2-40B4-BE49-F238E27FC236}">
                <a16:creationId xmlns:a16="http://schemas.microsoft.com/office/drawing/2014/main" id="{81F6B6E3-D446-FF48-A968-0E6ED9485D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34" name="Freeform: Shape 2">
            <a:extLst>
              <a:ext uri="{FF2B5EF4-FFF2-40B4-BE49-F238E27FC236}">
                <a16:creationId xmlns:a16="http://schemas.microsoft.com/office/drawing/2014/main" id="{A4E09EAF-21A8-2364-FB16-C37C8768B257}"/>
              </a:ext>
            </a:extLst>
          </p:cNvPr>
          <p:cNvSpPr/>
          <p:nvPr userDrawn="1"/>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4"/>
              </a:gs>
            </a:gsLst>
            <a:lin ang="0" scaled="1"/>
          </a:gradFill>
          <a:ln w="0" cap="flat">
            <a:noFill/>
            <a:prstDash val="solid"/>
            <a:miter/>
          </a:ln>
          <a:effectLst>
            <a:outerShdw blurRad="88900" dist="50800" dir="420000" algn="ctr" rotWithShape="0">
              <a:schemeClr val="accent3">
                <a:alpha val="22000"/>
              </a:schemeClr>
            </a:outerShdw>
          </a:effectLst>
        </p:spPr>
        <p:txBody>
          <a:bodyPr rtlCol="0" anchor="ctr"/>
          <a:lstStyle/>
          <a:p>
            <a:endParaRPr lang="en-US"/>
          </a:p>
        </p:txBody>
      </p:sp>
      <p:grpSp>
        <p:nvGrpSpPr>
          <p:cNvPr id="37" name="Graphic 8">
            <a:extLst>
              <a:ext uri="{FF2B5EF4-FFF2-40B4-BE49-F238E27FC236}">
                <a16:creationId xmlns:a16="http://schemas.microsoft.com/office/drawing/2014/main" id="{EF8AAA69-F9C8-285C-6751-D512EF1C4E2A}"/>
              </a:ext>
            </a:extLst>
          </p:cNvPr>
          <p:cNvGrpSpPr/>
          <p:nvPr userDrawn="1"/>
        </p:nvGrpSpPr>
        <p:grpSpPr>
          <a:xfrm>
            <a:off x="265625" y="6323271"/>
            <a:ext cx="1249223" cy="369648"/>
            <a:chOff x="265625" y="6323271"/>
            <a:chExt cx="1249223" cy="369648"/>
          </a:xfrm>
          <a:solidFill>
            <a:schemeClr val="tx1"/>
          </a:solidFill>
        </p:grpSpPr>
        <p:grpSp>
          <p:nvGrpSpPr>
            <p:cNvPr id="38" name="Graphic 8">
              <a:extLst>
                <a:ext uri="{FF2B5EF4-FFF2-40B4-BE49-F238E27FC236}">
                  <a16:creationId xmlns:a16="http://schemas.microsoft.com/office/drawing/2014/main" id="{B1E86749-AF0E-35B9-4E9D-E2ED707B976B}"/>
                </a:ext>
              </a:extLst>
            </p:cNvPr>
            <p:cNvGrpSpPr/>
            <p:nvPr/>
          </p:nvGrpSpPr>
          <p:grpSpPr>
            <a:xfrm>
              <a:off x="745455" y="6594444"/>
              <a:ext cx="722662" cy="98475"/>
              <a:chOff x="745455" y="6594444"/>
              <a:chExt cx="722662" cy="98475"/>
            </a:xfrm>
            <a:grpFill/>
          </p:grpSpPr>
          <p:sp>
            <p:nvSpPr>
              <p:cNvPr id="47" name="Freeform 49">
                <a:extLst>
                  <a:ext uri="{FF2B5EF4-FFF2-40B4-BE49-F238E27FC236}">
                    <a16:creationId xmlns:a16="http://schemas.microsoft.com/office/drawing/2014/main" id="{5EFC1DAB-0C0C-9890-2845-1C41412A839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48" name="Freeform 50">
                <a:extLst>
                  <a:ext uri="{FF2B5EF4-FFF2-40B4-BE49-F238E27FC236}">
                    <a16:creationId xmlns:a16="http://schemas.microsoft.com/office/drawing/2014/main" id="{D03C5645-52E1-7462-FF94-A7AAA1193C4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49" name="Freeform 51">
                <a:extLst>
                  <a:ext uri="{FF2B5EF4-FFF2-40B4-BE49-F238E27FC236}">
                    <a16:creationId xmlns:a16="http://schemas.microsoft.com/office/drawing/2014/main" id="{51D3D6D3-7B6E-917C-E4F2-6A34F132B7F8}"/>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50" name="Freeform 52">
                <a:extLst>
                  <a:ext uri="{FF2B5EF4-FFF2-40B4-BE49-F238E27FC236}">
                    <a16:creationId xmlns:a16="http://schemas.microsoft.com/office/drawing/2014/main" id="{4F771D9E-BC6B-7074-013D-D6DD8F8D396B}"/>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52" name="Freeform 53">
                <a:extLst>
                  <a:ext uri="{FF2B5EF4-FFF2-40B4-BE49-F238E27FC236}">
                    <a16:creationId xmlns:a16="http://schemas.microsoft.com/office/drawing/2014/main" id="{F358783A-FE6E-ABAD-24A2-7001EDCB652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3" name="Freeform 54">
                <a:extLst>
                  <a:ext uri="{FF2B5EF4-FFF2-40B4-BE49-F238E27FC236}">
                    <a16:creationId xmlns:a16="http://schemas.microsoft.com/office/drawing/2014/main" id="{0D96871D-534B-242E-A8A3-6BF2C4A2A20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54" name="Freeform 55">
                <a:extLst>
                  <a:ext uri="{FF2B5EF4-FFF2-40B4-BE49-F238E27FC236}">
                    <a16:creationId xmlns:a16="http://schemas.microsoft.com/office/drawing/2014/main" id="{7EFD97DA-53F5-39D8-4BFE-9718F51B8E3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55" name="Freeform 56">
                <a:extLst>
                  <a:ext uri="{FF2B5EF4-FFF2-40B4-BE49-F238E27FC236}">
                    <a16:creationId xmlns:a16="http://schemas.microsoft.com/office/drawing/2014/main" id="{D43F1DA5-7A7C-8D09-B0FD-237EE96575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6" name="Freeform 57">
                <a:extLst>
                  <a:ext uri="{FF2B5EF4-FFF2-40B4-BE49-F238E27FC236}">
                    <a16:creationId xmlns:a16="http://schemas.microsoft.com/office/drawing/2014/main" id="{AF168E8C-27DD-1F28-179C-69AA01DD027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7" name="Freeform 58">
                <a:extLst>
                  <a:ext uri="{FF2B5EF4-FFF2-40B4-BE49-F238E27FC236}">
                    <a16:creationId xmlns:a16="http://schemas.microsoft.com/office/drawing/2014/main" id="{7EC46BFF-F84B-8719-B28A-91DF0F6EFFD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39" name="Graphic 8">
              <a:extLst>
                <a:ext uri="{FF2B5EF4-FFF2-40B4-BE49-F238E27FC236}">
                  <a16:creationId xmlns:a16="http://schemas.microsoft.com/office/drawing/2014/main" id="{442CD4E2-6C45-610C-B37B-9EBF4B3115C2}"/>
                </a:ext>
              </a:extLst>
            </p:cNvPr>
            <p:cNvGrpSpPr/>
            <p:nvPr/>
          </p:nvGrpSpPr>
          <p:grpSpPr>
            <a:xfrm>
              <a:off x="265625" y="6323271"/>
              <a:ext cx="1249223" cy="190348"/>
              <a:chOff x="265625" y="6323271"/>
              <a:chExt cx="1249223" cy="190348"/>
            </a:xfrm>
            <a:grpFill/>
          </p:grpSpPr>
          <p:sp>
            <p:nvSpPr>
              <p:cNvPr id="40" name="Freeform 60">
                <a:extLst>
                  <a:ext uri="{FF2B5EF4-FFF2-40B4-BE49-F238E27FC236}">
                    <a16:creationId xmlns:a16="http://schemas.microsoft.com/office/drawing/2014/main" id="{ED525359-6B46-C9E5-6E5B-B3C26E52350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41" name="Freeform 61">
                <a:extLst>
                  <a:ext uri="{FF2B5EF4-FFF2-40B4-BE49-F238E27FC236}">
                    <a16:creationId xmlns:a16="http://schemas.microsoft.com/office/drawing/2014/main" id="{7EF8FA77-DD00-B32A-8E5D-B8EC0601713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42" name="Freeform 62">
                <a:extLst>
                  <a:ext uri="{FF2B5EF4-FFF2-40B4-BE49-F238E27FC236}">
                    <a16:creationId xmlns:a16="http://schemas.microsoft.com/office/drawing/2014/main" id="{5B6CD07D-9D52-9ADA-8705-8975DC744B4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43" name="Freeform 63">
                <a:extLst>
                  <a:ext uri="{FF2B5EF4-FFF2-40B4-BE49-F238E27FC236}">
                    <a16:creationId xmlns:a16="http://schemas.microsoft.com/office/drawing/2014/main" id="{743CD6CC-2436-9E0B-F9AA-5E7F7A570191}"/>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44" name="Freeform 64">
                <a:extLst>
                  <a:ext uri="{FF2B5EF4-FFF2-40B4-BE49-F238E27FC236}">
                    <a16:creationId xmlns:a16="http://schemas.microsoft.com/office/drawing/2014/main" id="{D002A0F9-D34F-062E-FA0D-55E00502A6A3}"/>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45" name="Freeform 65">
                <a:extLst>
                  <a:ext uri="{FF2B5EF4-FFF2-40B4-BE49-F238E27FC236}">
                    <a16:creationId xmlns:a16="http://schemas.microsoft.com/office/drawing/2014/main" id="{7F1B60F0-5EE6-28CA-7BCF-8E426EB9FCC1}"/>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46" name="Freeform 66">
                <a:extLst>
                  <a:ext uri="{FF2B5EF4-FFF2-40B4-BE49-F238E27FC236}">
                    <a16:creationId xmlns:a16="http://schemas.microsoft.com/office/drawing/2014/main" id="{F30FD712-5475-5FC0-34B0-E973EECE9D1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2" name="TextBox 1">
            <a:extLst>
              <a:ext uri="{FF2B5EF4-FFF2-40B4-BE49-F238E27FC236}">
                <a16:creationId xmlns:a16="http://schemas.microsoft.com/office/drawing/2014/main" id="{C4CA9F3B-4EFA-7D5B-E6CE-D0918D7D181F}"/>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spTree>
    <p:extLst>
      <p:ext uri="{BB962C8B-B14F-4D97-AF65-F5344CB8AC3E}">
        <p14:creationId xmlns:p14="http://schemas.microsoft.com/office/powerpoint/2010/main" val="1794703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p:cSld name="Quote – Aqua">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Arial" panose="020B0604020202020204" pitchFamily="34" charset="0"/>
              <a:buChar char="“"/>
              <a:defRPr sz="2800">
                <a:solidFill>
                  <a:schemeClr val="tx1"/>
                </a:solidFill>
              </a:defRPr>
            </a:lvl1pPr>
            <a:lvl2pPr marL="457200" indent="-184150">
              <a:buClrTx/>
              <a:buFont typeface="Arial" panose="020B0604020202020204" pitchFamily="34" charset="0"/>
              <a:buChar char="“"/>
              <a:defRPr>
                <a:solidFill>
                  <a:schemeClr val="bg1"/>
                </a:solidFill>
              </a:defRPr>
            </a:lvl2pPr>
            <a:lvl3pPr marL="744538" indent="-169863">
              <a:buClrTx/>
              <a:buFont typeface="Arial" panose="020B0604020202020204" pitchFamily="34" charset="0"/>
              <a:buChar char="“"/>
              <a:defRPr>
                <a:solidFill>
                  <a:schemeClr val="bg1"/>
                </a:solidFill>
              </a:defRPr>
            </a:lvl3pPr>
            <a:lvl4pPr marL="969963" indent="-166688">
              <a:buClrTx/>
              <a:buFont typeface="Arial" panose="020B0604020202020204" pitchFamily="34" charset="0"/>
              <a:buChar char="“"/>
              <a:defRPr>
                <a:solidFill>
                  <a:schemeClr val="bg1"/>
                </a:solidFill>
              </a:defRPr>
            </a:lvl4pPr>
            <a:lvl5pPr marL="1143000" indent="-138113">
              <a:buClrTx/>
              <a:buFont typeface="Arial" panose="020B0604020202020204" pitchFamily="34" charset="0"/>
              <a:buChar char="“"/>
              <a:defRPr>
                <a:solidFill>
                  <a:schemeClr val="bg1"/>
                </a:solidFill>
              </a:defRPr>
            </a:lvl5pPr>
          </a:lstStyle>
          <a:p>
            <a:pPr lvl="0"/>
            <a:r>
              <a:rPr lang="en-US" dirty="0"/>
              <a:t>Quote text on left, blue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a:defRPr sz="1800">
                <a:solidFill>
                  <a:schemeClr val="tx1"/>
                </a:solidFill>
              </a:defRPr>
            </a:lvl1pPr>
          </a:lstStyle>
          <a:p>
            <a:pPr lvl="0"/>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A92ABA6C-6064-9743-BF58-8AB21015448D}"/>
              </a:ext>
            </a:extLst>
          </p:cNvPr>
          <p:cNvSpPr>
            <a:spLocks noGrp="1"/>
          </p:cNvSpPr>
          <p:nvPr>
            <p:ph type="pic" sz="quarter" idx="4294967295" hasCustomPrompt="1"/>
          </p:nvPr>
        </p:nvSpPr>
        <p:spPr>
          <a:xfrm>
            <a:off x="8925484" y="4619335"/>
            <a:ext cx="2740025" cy="1371600"/>
          </a:xfrm>
        </p:spPr>
        <p:txBody>
          <a:bodyPr/>
          <a:lstStyle/>
          <a:p>
            <a:r>
              <a:rPr lang="en-US"/>
              <a:t>Click to insert logo or delete box if not needed</a:t>
            </a:r>
          </a:p>
        </p:txBody>
      </p:sp>
      <p:sp>
        <p:nvSpPr>
          <p:cNvPr id="17" name="page number">
            <a:extLst>
              <a:ext uri="{FF2B5EF4-FFF2-40B4-BE49-F238E27FC236}">
                <a16:creationId xmlns:a16="http://schemas.microsoft.com/office/drawing/2014/main" id="{DBC60254-9AEC-2A49-ABD6-870EE5B97F6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3" name="Freeform: Shape 2">
            <a:extLst>
              <a:ext uri="{FF2B5EF4-FFF2-40B4-BE49-F238E27FC236}">
                <a16:creationId xmlns:a16="http://schemas.microsoft.com/office/drawing/2014/main" id="{35A9104F-6CE0-0E15-0E37-20E590BF49BB}"/>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1"/>
              </a:gs>
            </a:gsLst>
            <a:lin ang="0" scaled="1"/>
          </a:gradFill>
          <a:ln w="0" cap="flat">
            <a:noFill/>
            <a:prstDash val="solid"/>
            <a:miter/>
          </a:ln>
          <a:effectLst>
            <a:outerShdw blurRad="88900" dist="50800" dir="420000" algn="ctr" rotWithShape="0">
              <a:schemeClr val="accent3">
                <a:alpha val="22000"/>
              </a:schemeClr>
            </a:outerShdw>
          </a:effectLst>
        </p:spPr>
        <p:txBody>
          <a:bodyPr rtlCol="0" anchor="ctr"/>
          <a:lstStyle/>
          <a:p>
            <a:endParaRPr lang="en-US"/>
          </a:p>
        </p:txBody>
      </p:sp>
      <p:grpSp>
        <p:nvGrpSpPr>
          <p:cNvPr id="6" name="Graphic 8">
            <a:extLst>
              <a:ext uri="{FF2B5EF4-FFF2-40B4-BE49-F238E27FC236}">
                <a16:creationId xmlns:a16="http://schemas.microsoft.com/office/drawing/2014/main" id="{01895A84-0D4A-E136-EC12-BE455D6F7BDC}"/>
              </a:ext>
            </a:extLst>
          </p:cNvPr>
          <p:cNvGrpSpPr/>
          <p:nvPr/>
        </p:nvGrpSpPr>
        <p:grpSpPr>
          <a:xfrm>
            <a:off x="265625" y="6323271"/>
            <a:ext cx="1249223" cy="369648"/>
            <a:chOff x="265625" y="6323271"/>
            <a:chExt cx="1249223" cy="369648"/>
          </a:xfrm>
          <a:solidFill>
            <a:schemeClr val="tx1"/>
          </a:solidFill>
        </p:grpSpPr>
        <p:grpSp>
          <p:nvGrpSpPr>
            <p:cNvPr id="7" name="Graphic 8">
              <a:extLst>
                <a:ext uri="{FF2B5EF4-FFF2-40B4-BE49-F238E27FC236}">
                  <a16:creationId xmlns:a16="http://schemas.microsoft.com/office/drawing/2014/main" id="{5E616E0B-1DB3-5240-5AD0-E9C7820B5554}"/>
                </a:ext>
              </a:extLst>
            </p:cNvPr>
            <p:cNvGrpSpPr/>
            <p:nvPr/>
          </p:nvGrpSpPr>
          <p:grpSpPr>
            <a:xfrm>
              <a:off x="745455" y="6594444"/>
              <a:ext cx="722662" cy="98475"/>
              <a:chOff x="745455" y="6594444"/>
              <a:chExt cx="722662" cy="98475"/>
            </a:xfrm>
            <a:grpFill/>
          </p:grpSpPr>
          <p:sp>
            <p:nvSpPr>
              <p:cNvPr id="22" name="Freeform 49">
                <a:extLst>
                  <a:ext uri="{FF2B5EF4-FFF2-40B4-BE49-F238E27FC236}">
                    <a16:creationId xmlns:a16="http://schemas.microsoft.com/office/drawing/2014/main" id="{9FC75BD4-120F-D586-74ED-1F9116240351}"/>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25" name="Freeform 50">
                <a:extLst>
                  <a:ext uri="{FF2B5EF4-FFF2-40B4-BE49-F238E27FC236}">
                    <a16:creationId xmlns:a16="http://schemas.microsoft.com/office/drawing/2014/main" id="{3411B67E-FDC4-855B-4FDF-B1B3C8C0BE8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26" name="Freeform 51">
                <a:extLst>
                  <a:ext uri="{FF2B5EF4-FFF2-40B4-BE49-F238E27FC236}">
                    <a16:creationId xmlns:a16="http://schemas.microsoft.com/office/drawing/2014/main" id="{72CFFA37-B73D-9C96-B859-9FB926027C5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27" name="Freeform 52">
                <a:extLst>
                  <a:ext uri="{FF2B5EF4-FFF2-40B4-BE49-F238E27FC236}">
                    <a16:creationId xmlns:a16="http://schemas.microsoft.com/office/drawing/2014/main" id="{F65B3DF8-4E57-9859-C549-D211492D1674}"/>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28" name="Freeform 53">
                <a:extLst>
                  <a:ext uri="{FF2B5EF4-FFF2-40B4-BE49-F238E27FC236}">
                    <a16:creationId xmlns:a16="http://schemas.microsoft.com/office/drawing/2014/main" id="{E63B148F-D1AB-4B3E-2140-B0D6C63E1DD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29" name="Freeform 54">
                <a:extLst>
                  <a:ext uri="{FF2B5EF4-FFF2-40B4-BE49-F238E27FC236}">
                    <a16:creationId xmlns:a16="http://schemas.microsoft.com/office/drawing/2014/main" id="{BD50620D-D8BD-B773-E6FE-E3283A29B8F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30" name="Freeform 55">
                <a:extLst>
                  <a:ext uri="{FF2B5EF4-FFF2-40B4-BE49-F238E27FC236}">
                    <a16:creationId xmlns:a16="http://schemas.microsoft.com/office/drawing/2014/main" id="{686C6B4E-EBDE-17C6-C5A2-CAA2EAEDAD50}"/>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31" name="Freeform 56">
                <a:extLst>
                  <a:ext uri="{FF2B5EF4-FFF2-40B4-BE49-F238E27FC236}">
                    <a16:creationId xmlns:a16="http://schemas.microsoft.com/office/drawing/2014/main" id="{AED721C8-E7D9-E1A0-4669-657ADCCF759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32" name="Freeform 57">
                <a:extLst>
                  <a:ext uri="{FF2B5EF4-FFF2-40B4-BE49-F238E27FC236}">
                    <a16:creationId xmlns:a16="http://schemas.microsoft.com/office/drawing/2014/main" id="{7DE26621-6B38-2204-1342-65B558997C9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1" name="Freeform 58">
                <a:extLst>
                  <a:ext uri="{FF2B5EF4-FFF2-40B4-BE49-F238E27FC236}">
                    <a16:creationId xmlns:a16="http://schemas.microsoft.com/office/drawing/2014/main" id="{137E68B0-08B6-7410-B11F-AF9CD95A72C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8" name="Graphic 8">
              <a:extLst>
                <a:ext uri="{FF2B5EF4-FFF2-40B4-BE49-F238E27FC236}">
                  <a16:creationId xmlns:a16="http://schemas.microsoft.com/office/drawing/2014/main" id="{BC54518F-E881-574F-10B7-841B324AFCBA}"/>
                </a:ext>
              </a:extLst>
            </p:cNvPr>
            <p:cNvGrpSpPr/>
            <p:nvPr/>
          </p:nvGrpSpPr>
          <p:grpSpPr>
            <a:xfrm>
              <a:off x="265625" y="6323271"/>
              <a:ext cx="1249223" cy="190348"/>
              <a:chOff x="265625" y="6323271"/>
              <a:chExt cx="1249223" cy="190348"/>
            </a:xfrm>
            <a:grpFill/>
          </p:grpSpPr>
          <p:sp>
            <p:nvSpPr>
              <p:cNvPr id="9" name="Freeform 60">
                <a:extLst>
                  <a:ext uri="{FF2B5EF4-FFF2-40B4-BE49-F238E27FC236}">
                    <a16:creationId xmlns:a16="http://schemas.microsoft.com/office/drawing/2014/main" id="{B25FE72A-50C4-D231-C81E-ECF25717B6ED}"/>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10" name="Freeform 61">
                <a:extLst>
                  <a:ext uri="{FF2B5EF4-FFF2-40B4-BE49-F238E27FC236}">
                    <a16:creationId xmlns:a16="http://schemas.microsoft.com/office/drawing/2014/main" id="{AE425AE6-C96D-44E8-E3EA-1BC62111CE32}"/>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12" name="Freeform 62">
                <a:extLst>
                  <a:ext uri="{FF2B5EF4-FFF2-40B4-BE49-F238E27FC236}">
                    <a16:creationId xmlns:a16="http://schemas.microsoft.com/office/drawing/2014/main" id="{61F793F8-9FE9-DB13-3AED-2542BDE18CA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13" name="Freeform 63">
                <a:extLst>
                  <a:ext uri="{FF2B5EF4-FFF2-40B4-BE49-F238E27FC236}">
                    <a16:creationId xmlns:a16="http://schemas.microsoft.com/office/drawing/2014/main" id="{A37968DD-C7DF-0A07-C51D-2DDEB93AC2F7}"/>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14" name="Freeform 64">
                <a:extLst>
                  <a:ext uri="{FF2B5EF4-FFF2-40B4-BE49-F238E27FC236}">
                    <a16:creationId xmlns:a16="http://schemas.microsoft.com/office/drawing/2014/main" id="{18ABE9A8-DDC7-C2A0-CAF1-CBC7108A3437}"/>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18" name="Freeform 65">
                <a:extLst>
                  <a:ext uri="{FF2B5EF4-FFF2-40B4-BE49-F238E27FC236}">
                    <a16:creationId xmlns:a16="http://schemas.microsoft.com/office/drawing/2014/main" id="{0F476DB9-C430-1781-1A44-29B98BBF2D43}"/>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20" name="Freeform 66">
                <a:extLst>
                  <a:ext uri="{FF2B5EF4-FFF2-40B4-BE49-F238E27FC236}">
                    <a16:creationId xmlns:a16="http://schemas.microsoft.com/office/drawing/2014/main" id="{3A162B77-4A66-2CB0-97D5-895CBEDF3B1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33" name="page number">
            <a:extLst>
              <a:ext uri="{FF2B5EF4-FFF2-40B4-BE49-F238E27FC236}">
                <a16:creationId xmlns:a16="http://schemas.microsoft.com/office/drawing/2014/main" id="{DBC60254-9AEC-2A49-ABD6-870EE5B97F6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34" name="Freeform: Shape 2">
            <a:extLst>
              <a:ext uri="{FF2B5EF4-FFF2-40B4-BE49-F238E27FC236}">
                <a16:creationId xmlns:a16="http://schemas.microsoft.com/office/drawing/2014/main" id="{35A9104F-6CE0-0E15-0E37-20E590BF49BB}"/>
              </a:ext>
            </a:extLst>
          </p:cNvPr>
          <p:cNvSpPr/>
          <p:nvPr userDrawn="1"/>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1"/>
              </a:gs>
            </a:gsLst>
            <a:lin ang="0" scaled="1"/>
          </a:gradFill>
          <a:ln w="0" cap="flat">
            <a:noFill/>
            <a:prstDash val="solid"/>
            <a:miter/>
          </a:ln>
          <a:effectLst>
            <a:outerShdw blurRad="88900" dist="50800" dir="420000" algn="ctr" rotWithShape="0">
              <a:schemeClr val="accent3">
                <a:alpha val="22000"/>
              </a:schemeClr>
            </a:outerShdw>
          </a:effectLst>
        </p:spPr>
        <p:txBody>
          <a:bodyPr rtlCol="0" anchor="ctr"/>
          <a:lstStyle/>
          <a:p>
            <a:endParaRPr lang="en-US"/>
          </a:p>
        </p:txBody>
      </p:sp>
      <p:grpSp>
        <p:nvGrpSpPr>
          <p:cNvPr id="37" name="Graphic 8">
            <a:extLst>
              <a:ext uri="{FF2B5EF4-FFF2-40B4-BE49-F238E27FC236}">
                <a16:creationId xmlns:a16="http://schemas.microsoft.com/office/drawing/2014/main" id="{01895A84-0D4A-E136-EC12-BE455D6F7BDC}"/>
              </a:ext>
            </a:extLst>
          </p:cNvPr>
          <p:cNvGrpSpPr/>
          <p:nvPr userDrawn="1"/>
        </p:nvGrpSpPr>
        <p:grpSpPr>
          <a:xfrm>
            <a:off x="265625" y="6323271"/>
            <a:ext cx="1249223" cy="369648"/>
            <a:chOff x="265625" y="6323271"/>
            <a:chExt cx="1249223" cy="369648"/>
          </a:xfrm>
          <a:solidFill>
            <a:schemeClr val="tx1"/>
          </a:solidFill>
        </p:grpSpPr>
        <p:grpSp>
          <p:nvGrpSpPr>
            <p:cNvPr id="38" name="Graphic 8">
              <a:extLst>
                <a:ext uri="{FF2B5EF4-FFF2-40B4-BE49-F238E27FC236}">
                  <a16:creationId xmlns:a16="http://schemas.microsoft.com/office/drawing/2014/main" id="{5E616E0B-1DB3-5240-5AD0-E9C7820B5554}"/>
                </a:ext>
              </a:extLst>
            </p:cNvPr>
            <p:cNvGrpSpPr/>
            <p:nvPr/>
          </p:nvGrpSpPr>
          <p:grpSpPr>
            <a:xfrm>
              <a:off x="745455" y="6594444"/>
              <a:ext cx="722662" cy="98475"/>
              <a:chOff x="745455" y="6594444"/>
              <a:chExt cx="722662" cy="98475"/>
            </a:xfrm>
            <a:grpFill/>
          </p:grpSpPr>
          <p:sp>
            <p:nvSpPr>
              <p:cNvPr id="47" name="Freeform 49">
                <a:extLst>
                  <a:ext uri="{FF2B5EF4-FFF2-40B4-BE49-F238E27FC236}">
                    <a16:creationId xmlns:a16="http://schemas.microsoft.com/office/drawing/2014/main" id="{9FC75BD4-120F-D586-74ED-1F9116240351}"/>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48" name="Freeform 50">
                <a:extLst>
                  <a:ext uri="{FF2B5EF4-FFF2-40B4-BE49-F238E27FC236}">
                    <a16:creationId xmlns:a16="http://schemas.microsoft.com/office/drawing/2014/main" id="{3411B67E-FDC4-855B-4FDF-B1B3C8C0BE8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49" name="Freeform 51">
                <a:extLst>
                  <a:ext uri="{FF2B5EF4-FFF2-40B4-BE49-F238E27FC236}">
                    <a16:creationId xmlns:a16="http://schemas.microsoft.com/office/drawing/2014/main" id="{72CFFA37-B73D-9C96-B859-9FB926027C5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50" name="Freeform 52">
                <a:extLst>
                  <a:ext uri="{FF2B5EF4-FFF2-40B4-BE49-F238E27FC236}">
                    <a16:creationId xmlns:a16="http://schemas.microsoft.com/office/drawing/2014/main" id="{F65B3DF8-4E57-9859-C549-D211492D1674}"/>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52" name="Freeform 53">
                <a:extLst>
                  <a:ext uri="{FF2B5EF4-FFF2-40B4-BE49-F238E27FC236}">
                    <a16:creationId xmlns:a16="http://schemas.microsoft.com/office/drawing/2014/main" id="{E63B148F-D1AB-4B3E-2140-B0D6C63E1DD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3" name="Freeform 54">
                <a:extLst>
                  <a:ext uri="{FF2B5EF4-FFF2-40B4-BE49-F238E27FC236}">
                    <a16:creationId xmlns:a16="http://schemas.microsoft.com/office/drawing/2014/main" id="{BD50620D-D8BD-B773-E6FE-E3283A29B8F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54" name="Freeform 55">
                <a:extLst>
                  <a:ext uri="{FF2B5EF4-FFF2-40B4-BE49-F238E27FC236}">
                    <a16:creationId xmlns:a16="http://schemas.microsoft.com/office/drawing/2014/main" id="{686C6B4E-EBDE-17C6-C5A2-CAA2EAEDAD50}"/>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55" name="Freeform 56">
                <a:extLst>
                  <a:ext uri="{FF2B5EF4-FFF2-40B4-BE49-F238E27FC236}">
                    <a16:creationId xmlns:a16="http://schemas.microsoft.com/office/drawing/2014/main" id="{AED721C8-E7D9-E1A0-4669-657ADCCF759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6" name="Freeform 57">
                <a:extLst>
                  <a:ext uri="{FF2B5EF4-FFF2-40B4-BE49-F238E27FC236}">
                    <a16:creationId xmlns:a16="http://schemas.microsoft.com/office/drawing/2014/main" id="{7DE26621-6B38-2204-1342-65B558997C9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7" name="Freeform 58">
                <a:extLst>
                  <a:ext uri="{FF2B5EF4-FFF2-40B4-BE49-F238E27FC236}">
                    <a16:creationId xmlns:a16="http://schemas.microsoft.com/office/drawing/2014/main" id="{137E68B0-08B6-7410-B11F-AF9CD95A72C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39" name="Graphic 8">
              <a:extLst>
                <a:ext uri="{FF2B5EF4-FFF2-40B4-BE49-F238E27FC236}">
                  <a16:creationId xmlns:a16="http://schemas.microsoft.com/office/drawing/2014/main" id="{BC54518F-E881-574F-10B7-841B324AFCBA}"/>
                </a:ext>
              </a:extLst>
            </p:cNvPr>
            <p:cNvGrpSpPr/>
            <p:nvPr/>
          </p:nvGrpSpPr>
          <p:grpSpPr>
            <a:xfrm>
              <a:off x="265625" y="6323271"/>
              <a:ext cx="1249223" cy="190348"/>
              <a:chOff x="265625" y="6323271"/>
              <a:chExt cx="1249223" cy="190348"/>
            </a:xfrm>
            <a:grpFill/>
          </p:grpSpPr>
          <p:sp>
            <p:nvSpPr>
              <p:cNvPr id="40" name="Freeform 60">
                <a:extLst>
                  <a:ext uri="{FF2B5EF4-FFF2-40B4-BE49-F238E27FC236}">
                    <a16:creationId xmlns:a16="http://schemas.microsoft.com/office/drawing/2014/main" id="{B25FE72A-50C4-D231-C81E-ECF25717B6ED}"/>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41" name="Freeform 61">
                <a:extLst>
                  <a:ext uri="{FF2B5EF4-FFF2-40B4-BE49-F238E27FC236}">
                    <a16:creationId xmlns:a16="http://schemas.microsoft.com/office/drawing/2014/main" id="{AE425AE6-C96D-44E8-E3EA-1BC62111CE32}"/>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42" name="Freeform 62">
                <a:extLst>
                  <a:ext uri="{FF2B5EF4-FFF2-40B4-BE49-F238E27FC236}">
                    <a16:creationId xmlns:a16="http://schemas.microsoft.com/office/drawing/2014/main" id="{61F793F8-9FE9-DB13-3AED-2542BDE18CA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43" name="Freeform 63">
                <a:extLst>
                  <a:ext uri="{FF2B5EF4-FFF2-40B4-BE49-F238E27FC236}">
                    <a16:creationId xmlns:a16="http://schemas.microsoft.com/office/drawing/2014/main" id="{A37968DD-C7DF-0A07-C51D-2DDEB93AC2F7}"/>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44" name="Freeform 64">
                <a:extLst>
                  <a:ext uri="{FF2B5EF4-FFF2-40B4-BE49-F238E27FC236}">
                    <a16:creationId xmlns:a16="http://schemas.microsoft.com/office/drawing/2014/main" id="{18ABE9A8-DDC7-C2A0-CAF1-CBC7108A3437}"/>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45" name="Freeform 65">
                <a:extLst>
                  <a:ext uri="{FF2B5EF4-FFF2-40B4-BE49-F238E27FC236}">
                    <a16:creationId xmlns:a16="http://schemas.microsoft.com/office/drawing/2014/main" id="{0F476DB9-C430-1781-1A44-29B98BBF2D43}"/>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46" name="Freeform 66">
                <a:extLst>
                  <a:ext uri="{FF2B5EF4-FFF2-40B4-BE49-F238E27FC236}">
                    <a16:creationId xmlns:a16="http://schemas.microsoft.com/office/drawing/2014/main" id="{3A162B77-4A66-2CB0-97D5-895CBEDF3B1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4" name="TextBox 3">
            <a:extLst>
              <a:ext uri="{FF2B5EF4-FFF2-40B4-BE49-F238E27FC236}">
                <a16:creationId xmlns:a16="http://schemas.microsoft.com/office/drawing/2014/main" id="{9B8C7D05-A7CE-2989-2ED9-F641F9332C58}"/>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spTree>
    <p:extLst>
      <p:ext uri="{BB962C8B-B14F-4D97-AF65-F5344CB8AC3E}">
        <p14:creationId xmlns:p14="http://schemas.microsoft.com/office/powerpoint/2010/main" val="4118380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p:cSld name="Quote – Plum">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62158" cy="3200400"/>
          </a:xfrm>
        </p:spPr>
        <p:txBody>
          <a:bodyPr anchor="b"/>
          <a:lstStyle>
            <a:lvl1pPr marL="169863" indent="-169863">
              <a:buClrTx/>
              <a:buSzPct val="100000"/>
              <a:buFont typeface="Arial" panose="020B0604020202020204" pitchFamily="34" charset="0"/>
              <a:buChar char="“"/>
              <a:defRPr sz="2800">
                <a:solidFill>
                  <a:schemeClr val="tx1"/>
                </a:solidFill>
              </a:defRPr>
            </a:lvl1pPr>
            <a:lvl2pPr marL="457200" indent="-184150">
              <a:buClrTx/>
              <a:buFont typeface="Arial" panose="020B0604020202020204" pitchFamily="34" charset="0"/>
              <a:buChar char="“"/>
              <a:defRPr>
                <a:solidFill>
                  <a:schemeClr val="bg1"/>
                </a:solidFill>
              </a:defRPr>
            </a:lvl2pPr>
            <a:lvl3pPr marL="744538" indent="-169863">
              <a:buClrTx/>
              <a:buFont typeface="Arial" panose="020B0604020202020204" pitchFamily="34" charset="0"/>
              <a:buChar char="“"/>
              <a:defRPr>
                <a:solidFill>
                  <a:schemeClr val="bg1"/>
                </a:solidFill>
              </a:defRPr>
            </a:lvl3pPr>
            <a:lvl4pPr marL="969963" indent="-166688">
              <a:buClrTx/>
              <a:buFont typeface="Arial" panose="020B0604020202020204" pitchFamily="34" charset="0"/>
              <a:buChar char="“"/>
              <a:defRPr>
                <a:solidFill>
                  <a:schemeClr val="bg1"/>
                </a:solidFill>
              </a:defRPr>
            </a:lvl4pPr>
            <a:lvl5pPr marL="1143000" indent="-138113">
              <a:buClrTx/>
              <a:buFont typeface="Arial" panose="020B0604020202020204" pitchFamily="34" charset="0"/>
              <a:buChar char="“"/>
              <a:defRPr>
                <a:solidFill>
                  <a:schemeClr val="bg1"/>
                </a:solidFill>
              </a:defRPr>
            </a:lvl5pPr>
          </a:lstStyle>
          <a:p>
            <a:pPr lvl="0"/>
            <a:r>
              <a:rPr lang="en-US" dirty="0"/>
              <a:t>Quote text on left, purple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a:defRPr sz="1800">
                <a:solidFill>
                  <a:schemeClr val="tx1"/>
                </a:solidFill>
              </a:defRPr>
            </a:lvl1pPr>
          </a:lstStyle>
          <a:p>
            <a:pPr lvl="0"/>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53CF3A7-833E-B042-A405-AB46430C4476}"/>
              </a:ext>
            </a:extLst>
          </p:cNvPr>
          <p:cNvSpPr>
            <a:spLocks noGrp="1"/>
          </p:cNvSpPr>
          <p:nvPr>
            <p:ph type="pic" sz="quarter" idx="4294967295" hasCustomPrompt="1"/>
          </p:nvPr>
        </p:nvSpPr>
        <p:spPr>
          <a:xfrm>
            <a:off x="8925484" y="4619335"/>
            <a:ext cx="2740025" cy="1371600"/>
          </a:xfrm>
        </p:spPr>
        <p:txBody>
          <a:bodyPr/>
          <a:lstStyle/>
          <a:p>
            <a:r>
              <a:rPr lang="en-US"/>
              <a:t>Click to insert logo or delete box if not needed</a:t>
            </a:r>
          </a:p>
        </p:txBody>
      </p:sp>
      <p:sp>
        <p:nvSpPr>
          <p:cNvPr id="17" name="page number">
            <a:extLst>
              <a:ext uri="{FF2B5EF4-FFF2-40B4-BE49-F238E27FC236}">
                <a16:creationId xmlns:a16="http://schemas.microsoft.com/office/drawing/2014/main" id="{D03B3F1E-BEE4-0C40-B954-F58A7FCE9AE3}"/>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6" name="Freeform: Shape 5">
            <a:extLst>
              <a:ext uri="{FF2B5EF4-FFF2-40B4-BE49-F238E27FC236}">
                <a16:creationId xmlns:a16="http://schemas.microsoft.com/office/drawing/2014/main" id="{28BB6002-9774-B78F-802F-0CF8624B2003}"/>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a:effectLst>
            <a:outerShdw blurRad="88900" dist="50800" dir="420000" algn="ctr" rotWithShape="0">
              <a:schemeClr val="accent3">
                <a:alpha val="22000"/>
              </a:schemeClr>
            </a:outerShdw>
          </a:effectLst>
        </p:spPr>
        <p:txBody>
          <a:bodyPr rtlCol="0" anchor="ctr"/>
          <a:lstStyle/>
          <a:p>
            <a:endParaRPr lang="en-US"/>
          </a:p>
        </p:txBody>
      </p:sp>
      <p:grpSp>
        <p:nvGrpSpPr>
          <p:cNvPr id="9" name="Graphic 8">
            <a:extLst>
              <a:ext uri="{FF2B5EF4-FFF2-40B4-BE49-F238E27FC236}">
                <a16:creationId xmlns:a16="http://schemas.microsoft.com/office/drawing/2014/main" id="{2390A11A-A86F-5882-6844-0E466052BF52}"/>
              </a:ext>
            </a:extLst>
          </p:cNvPr>
          <p:cNvGrpSpPr/>
          <p:nvPr/>
        </p:nvGrpSpPr>
        <p:grpSpPr>
          <a:xfrm>
            <a:off x="265625" y="6323271"/>
            <a:ext cx="1249223" cy="369648"/>
            <a:chOff x="265625" y="6323271"/>
            <a:chExt cx="1249223" cy="369648"/>
          </a:xfrm>
          <a:solidFill>
            <a:schemeClr val="tx1"/>
          </a:solidFill>
        </p:grpSpPr>
        <p:grpSp>
          <p:nvGrpSpPr>
            <p:cNvPr id="10" name="Graphic 8">
              <a:extLst>
                <a:ext uri="{FF2B5EF4-FFF2-40B4-BE49-F238E27FC236}">
                  <a16:creationId xmlns:a16="http://schemas.microsoft.com/office/drawing/2014/main" id="{1287141A-AA2B-4B0A-BFA9-B84F27B17532}"/>
                </a:ext>
              </a:extLst>
            </p:cNvPr>
            <p:cNvGrpSpPr/>
            <p:nvPr/>
          </p:nvGrpSpPr>
          <p:grpSpPr>
            <a:xfrm>
              <a:off x="745455" y="6594444"/>
              <a:ext cx="722662" cy="98475"/>
              <a:chOff x="745455" y="6594444"/>
              <a:chExt cx="722662" cy="98475"/>
            </a:xfrm>
            <a:grpFill/>
          </p:grpSpPr>
          <p:sp>
            <p:nvSpPr>
              <p:cNvPr id="27" name="Freeform 49">
                <a:extLst>
                  <a:ext uri="{FF2B5EF4-FFF2-40B4-BE49-F238E27FC236}">
                    <a16:creationId xmlns:a16="http://schemas.microsoft.com/office/drawing/2014/main" id="{1C066710-B26E-D1E3-18D6-B3AA21057E1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28" name="Freeform 50">
                <a:extLst>
                  <a:ext uri="{FF2B5EF4-FFF2-40B4-BE49-F238E27FC236}">
                    <a16:creationId xmlns:a16="http://schemas.microsoft.com/office/drawing/2014/main" id="{17E74D78-C752-D8A6-FF08-1CF49E8D7D2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29" name="Freeform 51">
                <a:extLst>
                  <a:ext uri="{FF2B5EF4-FFF2-40B4-BE49-F238E27FC236}">
                    <a16:creationId xmlns:a16="http://schemas.microsoft.com/office/drawing/2014/main" id="{E956BC4F-EAFF-0316-8046-24983269187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30" name="Freeform 52">
                <a:extLst>
                  <a:ext uri="{FF2B5EF4-FFF2-40B4-BE49-F238E27FC236}">
                    <a16:creationId xmlns:a16="http://schemas.microsoft.com/office/drawing/2014/main" id="{11ABB7B0-C48D-D848-95FC-587FB08D89B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31" name="Freeform 53">
                <a:extLst>
                  <a:ext uri="{FF2B5EF4-FFF2-40B4-BE49-F238E27FC236}">
                    <a16:creationId xmlns:a16="http://schemas.microsoft.com/office/drawing/2014/main" id="{23892A0C-9FCE-A2F5-4A3D-C3330D546A4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32" name="Freeform 54">
                <a:extLst>
                  <a:ext uri="{FF2B5EF4-FFF2-40B4-BE49-F238E27FC236}">
                    <a16:creationId xmlns:a16="http://schemas.microsoft.com/office/drawing/2014/main" id="{109C5B71-71F9-4AD1-51F2-47EA49F9769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33" name="Freeform 55">
                <a:extLst>
                  <a:ext uri="{FF2B5EF4-FFF2-40B4-BE49-F238E27FC236}">
                    <a16:creationId xmlns:a16="http://schemas.microsoft.com/office/drawing/2014/main" id="{1B0AB11E-CABA-4FFE-5521-213169BFDFC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34" name="Freeform 56">
                <a:extLst>
                  <a:ext uri="{FF2B5EF4-FFF2-40B4-BE49-F238E27FC236}">
                    <a16:creationId xmlns:a16="http://schemas.microsoft.com/office/drawing/2014/main" id="{BEC0AE63-DA48-1109-85C6-871ECA0854B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1" name="Freeform 57">
                <a:extLst>
                  <a:ext uri="{FF2B5EF4-FFF2-40B4-BE49-F238E27FC236}">
                    <a16:creationId xmlns:a16="http://schemas.microsoft.com/office/drawing/2014/main" id="{D5D2CE9B-809B-9734-8DCA-B3AC5B5BE6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2" name="Freeform 58">
                <a:extLst>
                  <a:ext uri="{FF2B5EF4-FFF2-40B4-BE49-F238E27FC236}">
                    <a16:creationId xmlns:a16="http://schemas.microsoft.com/office/drawing/2014/main" id="{4ADEE0A9-9710-7D46-37C9-DA1F237FE519}"/>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12" name="Graphic 8">
              <a:extLst>
                <a:ext uri="{FF2B5EF4-FFF2-40B4-BE49-F238E27FC236}">
                  <a16:creationId xmlns:a16="http://schemas.microsoft.com/office/drawing/2014/main" id="{BD93DA91-446A-F96C-CE09-5FB06F7FE181}"/>
                </a:ext>
              </a:extLst>
            </p:cNvPr>
            <p:cNvGrpSpPr/>
            <p:nvPr/>
          </p:nvGrpSpPr>
          <p:grpSpPr>
            <a:xfrm>
              <a:off x="265625" y="6323271"/>
              <a:ext cx="1249223" cy="190348"/>
              <a:chOff x="265625" y="6323271"/>
              <a:chExt cx="1249223" cy="190348"/>
            </a:xfrm>
            <a:grpFill/>
          </p:grpSpPr>
          <p:sp>
            <p:nvSpPr>
              <p:cNvPr id="13" name="Freeform 60">
                <a:extLst>
                  <a:ext uri="{FF2B5EF4-FFF2-40B4-BE49-F238E27FC236}">
                    <a16:creationId xmlns:a16="http://schemas.microsoft.com/office/drawing/2014/main" id="{F00DA642-945F-5A86-57AF-04C4AED1224A}"/>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14" name="Freeform 61">
                <a:extLst>
                  <a:ext uri="{FF2B5EF4-FFF2-40B4-BE49-F238E27FC236}">
                    <a16:creationId xmlns:a16="http://schemas.microsoft.com/office/drawing/2014/main" id="{DF0075F0-B738-3CD2-2EDB-6FC7CA0C9AC2}"/>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18" name="Freeform 62">
                <a:extLst>
                  <a:ext uri="{FF2B5EF4-FFF2-40B4-BE49-F238E27FC236}">
                    <a16:creationId xmlns:a16="http://schemas.microsoft.com/office/drawing/2014/main" id="{8BBEB3D7-E405-4303-E5F9-F7C188A7E495}"/>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20" name="Freeform 63">
                <a:extLst>
                  <a:ext uri="{FF2B5EF4-FFF2-40B4-BE49-F238E27FC236}">
                    <a16:creationId xmlns:a16="http://schemas.microsoft.com/office/drawing/2014/main" id="{27121B67-8C5B-C0A8-81BF-983C52B8490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22" name="Freeform 64">
                <a:extLst>
                  <a:ext uri="{FF2B5EF4-FFF2-40B4-BE49-F238E27FC236}">
                    <a16:creationId xmlns:a16="http://schemas.microsoft.com/office/drawing/2014/main" id="{AB234BB0-68CB-1B7B-2215-CF5302E248E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25" name="Freeform 65">
                <a:extLst>
                  <a:ext uri="{FF2B5EF4-FFF2-40B4-BE49-F238E27FC236}">
                    <a16:creationId xmlns:a16="http://schemas.microsoft.com/office/drawing/2014/main" id="{7E66E60A-E387-27FC-C421-69C1B6A8382F}"/>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26" name="Freeform 66">
                <a:extLst>
                  <a:ext uri="{FF2B5EF4-FFF2-40B4-BE49-F238E27FC236}">
                    <a16:creationId xmlns:a16="http://schemas.microsoft.com/office/drawing/2014/main" id="{1113AF47-BC85-4E31-745F-72A7961DCA3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35" name="page number">
            <a:extLst>
              <a:ext uri="{FF2B5EF4-FFF2-40B4-BE49-F238E27FC236}">
                <a16:creationId xmlns:a16="http://schemas.microsoft.com/office/drawing/2014/main" id="{D03B3F1E-BEE4-0C40-B954-F58A7FCE9AE3}"/>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36" name="Freeform: Shape 5">
            <a:extLst>
              <a:ext uri="{FF2B5EF4-FFF2-40B4-BE49-F238E27FC236}">
                <a16:creationId xmlns:a16="http://schemas.microsoft.com/office/drawing/2014/main" id="{28BB6002-9774-B78F-802F-0CF8624B2003}"/>
              </a:ext>
            </a:extLst>
          </p:cNvPr>
          <p:cNvSpPr/>
          <p:nvPr userDrawn="1"/>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a:effectLst>
            <a:outerShdw blurRad="88900" dist="50800" dir="420000" algn="ctr" rotWithShape="0">
              <a:schemeClr val="accent3">
                <a:alpha val="22000"/>
              </a:schemeClr>
            </a:outerShdw>
          </a:effectLst>
        </p:spPr>
        <p:txBody>
          <a:bodyPr rtlCol="0" anchor="ctr"/>
          <a:lstStyle/>
          <a:p>
            <a:endParaRPr lang="en-US"/>
          </a:p>
        </p:txBody>
      </p:sp>
      <p:grpSp>
        <p:nvGrpSpPr>
          <p:cNvPr id="39" name="Graphic 8">
            <a:extLst>
              <a:ext uri="{FF2B5EF4-FFF2-40B4-BE49-F238E27FC236}">
                <a16:creationId xmlns:a16="http://schemas.microsoft.com/office/drawing/2014/main" id="{2390A11A-A86F-5882-6844-0E466052BF52}"/>
              </a:ext>
            </a:extLst>
          </p:cNvPr>
          <p:cNvGrpSpPr/>
          <p:nvPr userDrawn="1"/>
        </p:nvGrpSpPr>
        <p:grpSpPr>
          <a:xfrm>
            <a:off x="265625" y="6323271"/>
            <a:ext cx="1249223" cy="369648"/>
            <a:chOff x="265625" y="6323271"/>
            <a:chExt cx="1249223" cy="369648"/>
          </a:xfrm>
          <a:solidFill>
            <a:schemeClr val="tx1"/>
          </a:solidFill>
        </p:grpSpPr>
        <p:grpSp>
          <p:nvGrpSpPr>
            <p:cNvPr id="40" name="Graphic 8">
              <a:extLst>
                <a:ext uri="{FF2B5EF4-FFF2-40B4-BE49-F238E27FC236}">
                  <a16:creationId xmlns:a16="http://schemas.microsoft.com/office/drawing/2014/main" id="{1287141A-AA2B-4B0A-BFA9-B84F27B17532}"/>
                </a:ext>
              </a:extLst>
            </p:cNvPr>
            <p:cNvGrpSpPr/>
            <p:nvPr/>
          </p:nvGrpSpPr>
          <p:grpSpPr>
            <a:xfrm>
              <a:off x="745455" y="6594444"/>
              <a:ext cx="722662" cy="98475"/>
              <a:chOff x="745455" y="6594444"/>
              <a:chExt cx="722662" cy="98475"/>
            </a:xfrm>
            <a:grpFill/>
          </p:grpSpPr>
          <p:sp>
            <p:nvSpPr>
              <p:cNvPr id="49" name="Freeform 49">
                <a:extLst>
                  <a:ext uri="{FF2B5EF4-FFF2-40B4-BE49-F238E27FC236}">
                    <a16:creationId xmlns:a16="http://schemas.microsoft.com/office/drawing/2014/main" id="{1C066710-B26E-D1E3-18D6-B3AA21057E1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50" name="Freeform 50">
                <a:extLst>
                  <a:ext uri="{FF2B5EF4-FFF2-40B4-BE49-F238E27FC236}">
                    <a16:creationId xmlns:a16="http://schemas.microsoft.com/office/drawing/2014/main" id="{17E74D78-C752-D8A6-FF08-1CF49E8D7D2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53" name="Freeform 51">
                <a:extLst>
                  <a:ext uri="{FF2B5EF4-FFF2-40B4-BE49-F238E27FC236}">
                    <a16:creationId xmlns:a16="http://schemas.microsoft.com/office/drawing/2014/main" id="{E956BC4F-EAFF-0316-8046-24983269187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54" name="Freeform 52">
                <a:extLst>
                  <a:ext uri="{FF2B5EF4-FFF2-40B4-BE49-F238E27FC236}">
                    <a16:creationId xmlns:a16="http://schemas.microsoft.com/office/drawing/2014/main" id="{11ABB7B0-C48D-D848-95FC-587FB08D89B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55" name="Freeform 53">
                <a:extLst>
                  <a:ext uri="{FF2B5EF4-FFF2-40B4-BE49-F238E27FC236}">
                    <a16:creationId xmlns:a16="http://schemas.microsoft.com/office/drawing/2014/main" id="{23892A0C-9FCE-A2F5-4A3D-C3330D546A4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6" name="Freeform 54">
                <a:extLst>
                  <a:ext uri="{FF2B5EF4-FFF2-40B4-BE49-F238E27FC236}">
                    <a16:creationId xmlns:a16="http://schemas.microsoft.com/office/drawing/2014/main" id="{109C5B71-71F9-4AD1-51F2-47EA49F9769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57" name="Freeform 55">
                <a:extLst>
                  <a:ext uri="{FF2B5EF4-FFF2-40B4-BE49-F238E27FC236}">
                    <a16:creationId xmlns:a16="http://schemas.microsoft.com/office/drawing/2014/main" id="{1B0AB11E-CABA-4FFE-5521-213169BFDFC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58" name="Freeform 56">
                <a:extLst>
                  <a:ext uri="{FF2B5EF4-FFF2-40B4-BE49-F238E27FC236}">
                    <a16:creationId xmlns:a16="http://schemas.microsoft.com/office/drawing/2014/main" id="{BEC0AE63-DA48-1109-85C6-871ECA0854B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9" name="Freeform 57">
                <a:extLst>
                  <a:ext uri="{FF2B5EF4-FFF2-40B4-BE49-F238E27FC236}">
                    <a16:creationId xmlns:a16="http://schemas.microsoft.com/office/drawing/2014/main" id="{D5D2CE9B-809B-9734-8DCA-B3AC5B5BE6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60" name="Freeform 58">
                <a:extLst>
                  <a:ext uri="{FF2B5EF4-FFF2-40B4-BE49-F238E27FC236}">
                    <a16:creationId xmlns:a16="http://schemas.microsoft.com/office/drawing/2014/main" id="{4ADEE0A9-9710-7D46-37C9-DA1F237FE519}"/>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41" name="Graphic 8">
              <a:extLst>
                <a:ext uri="{FF2B5EF4-FFF2-40B4-BE49-F238E27FC236}">
                  <a16:creationId xmlns:a16="http://schemas.microsoft.com/office/drawing/2014/main" id="{BD93DA91-446A-F96C-CE09-5FB06F7FE181}"/>
                </a:ext>
              </a:extLst>
            </p:cNvPr>
            <p:cNvGrpSpPr/>
            <p:nvPr/>
          </p:nvGrpSpPr>
          <p:grpSpPr>
            <a:xfrm>
              <a:off x="265625" y="6323271"/>
              <a:ext cx="1249223" cy="190348"/>
              <a:chOff x="265625" y="6323271"/>
              <a:chExt cx="1249223" cy="190348"/>
            </a:xfrm>
            <a:grpFill/>
          </p:grpSpPr>
          <p:sp>
            <p:nvSpPr>
              <p:cNvPr id="42" name="Freeform 60">
                <a:extLst>
                  <a:ext uri="{FF2B5EF4-FFF2-40B4-BE49-F238E27FC236}">
                    <a16:creationId xmlns:a16="http://schemas.microsoft.com/office/drawing/2014/main" id="{F00DA642-945F-5A86-57AF-04C4AED1224A}"/>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43" name="Freeform 61">
                <a:extLst>
                  <a:ext uri="{FF2B5EF4-FFF2-40B4-BE49-F238E27FC236}">
                    <a16:creationId xmlns:a16="http://schemas.microsoft.com/office/drawing/2014/main" id="{DF0075F0-B738-3CD2-2EDB-6FC7CA0C9AC2}"/>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44" name="Freeform 62">
                <a:extLst>
                  <a:ext uri="{FF2B5EF4-FFF2-40B4-BE49-F238E27FC236}">
                    <a16:creationId xmlns:a16="http://schemas.microsoft.com/office/drawing/2014/main" id="{8BBEB3D7-E405-4303-E5F9-F7C188A7E495}"/>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45" name="Freeform 63">
                <a:extLst>
                  <a:ext uri="{FF2B5EF4-FFF2-40B4-BE49-F238E27FC236}">
                    <a16:creationId xmlns:a16="http://schemas.microsoft.com/office/drawing/2014/main" id="{27121B67-8C5B-C0A8-81BF-983C52B8490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46" name="Freeform 64">
                <a:extLst>
                  <a:ext uri="{FF2B5EF4-FFF2-40B4-BE49-F238E27FC236}">
                    <a16:creationId xmlns:a16="http://schemas.microsoft.com/office/drawing/2014/main" id="{AB234BB0-68CB-1B7B-2215-CF5302E248E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47" name="Freeform 65">
                <a:extLst>
                  <a:ext uri="{FF2B5EF4-FFF2-40B4-BE49-F238E27FC236}">
                    <a16:creationId xmlns:a16="http://schemas.microsoft.com/office/drawing/2014/main" id="{7E66E60A-E387-27FC-C421-69C1B6A8382F}"/>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48" name="Freeform 66">
                <a:extLst>
                  <a:ext uri="{FF2B5EF4-FFF2-40B4-BE49-F238E27FC236}">
                    <a16:creationId xmlns:a16="http://schemas.microsoft.com/office/drawing/2014/main" id="{1113AF47-BC85-4E31-745F-72A7961DCA3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2" name="TextBox 1">
            <a:extLst>
              <a:ext uri="{FF2B5EF4-FFF2-40B4-BE49-F238E27FC236}">
                <a16:creationId xmlns:a16="http://schemas.microsoft.com/office/drawing/2014/main" id="{EB6E9A2C-A30C-1FC4-7D2B-2E73E9CAB87C}"/>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spTree>
    <p:extLst>
      <p:ext uri="{BB962C8B-B14F-4D97-AF65-F5344CB8AC3E}">
        <p14:creationId xmlns:p14="http://schemas.microsoft.com/office/powerpoint/2010/main" val="1577192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p:cSld name="Quote – Photo 5">
    <p:bg>
      <p:bgRef idx="1001">
        <a:schemeClr val="bg1"/>
      </p:bgRef>
    </p:bg>
    <p:spTree>
      <p:nvGrpSpPr>
        <p:cNvPr id="1" name=""/>
        <p:cNvGrpSpPr/>
        <p:nvPr/>
      </p:nvGrpSpPr>
      <p:grpSpPr>
        <a:xfrm>
          <a:off x="0" y="0"/>
          <a:ext cx="0" cy="0"/>
          <a:chOff x="0" y="0"/>
          <a:chExt cx="0" cy="0"/>
        </a:xfrm>
      </p:grpSpPr>
      <p:pic>
        <p:nvPicPr>
          <p:cNvPr id="14" name="Picture 13" descr="Looking up view of a tall building with glass windows&#10;&#10;Description automatically generated">
            <a:extLst>
              <a:ext uri="{FF2B5EF4-FFF2-40B4-BE49-F238E27FC236}">
                <a16:creationId xmlns:a16="http://schemas.microsoft.com/office/drawing/2014/main" id="{B58239E3-9C93-6272-ED1E-D9695DC94E85}"/>
              </a:ext>
            </a:extLst>
          </p:cNvPr>
          <p:cNvPicPr>
            <a:picLocks noChangeAspect="1"/>
          </p:cNvPicPr>
          <p:nvPr/>
        </p:nvPicPr>
        <p:blipFill rotWithShape="1">
          <a:blip r:embed="rId2">
            <a:alphaModFix/>
          </a:blip>
          <a:srcRect l="161" t="1221" r="1066" b="309"/>
          <a:stretch/>
        </p:blipFill>
        <p:spPr>
          <a:xfrm>
            <a:off x="1829993" y="0"/>
            <a:ext cx="10358832" cy="6858000"/>
          </a:xfrm>
          <a:prstGeom prst="rect">
            <a:avLst/>
          </a:prstGeom>
        </p:spPr>
      </p:pic>
      <p:pic>
        <p:nvPicPr>
          <p:cNvPr id="3" name="Graphic 2">
            <a:extLst>
              <a:ext uri="{FF2B5EF4-FFF2-40B4-BE49-F238E27FC236}">
                <a16:creationId xmlns:a16="http://schemas.microsoft.com/office/drawing/2014/main" id="{26674980-3D29-D390-CCF3-4BAE501BFC6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904689" cy="6858000"/>
          </a:xfrm>
          <a:prstGeom prst="rect">
            <a:avLst/>
          </a:prstGeom>
        </p:spPr>
      </p:pic>
      <p:sp>
        <p:nvSpPr>
          <p:cNvPr id="15" name="page number">
            <a:extLst>
              <a:ext uri="{FF2B5EF4-FFF2-40B4-BE49-F238E27FC236}">
                <a16:creationId xmlns:a16="http://schemas.microsoft.com/office/drawing/2014/main" id="{65B8D505-D55C-B546-9B33-22157CD80DE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bg1"/>
                </a:solidFill>
              </a:rPr>
              <a:pPr lvl="0" algn="r"/>
              <a:t>‹#›</a:t>
            </a:fld>
            <a:endParaRPr lang="en-US">
              <a:solidFill>
                <a:schemeClr val="bg1"/>
              </a:solidFill>
            </a:endParaRPr>
          </a:p>
        </p:txBody>
      </p:sp>
      <p:sp>
        <p:nvSpPr>
          <p:cNvPr id="16" name="Freeform: Shape 15">
            <a:extLst>
              <a:ext uri="{FF2B5EF4-FFF2-40B4-BE49-F238E27FC236}">
                <a16:creationId xmlns:a16="http://schemas.microsoft.com/office/drawing/2014/main" id="{49B903B5-7F2F-E66E-598F-E60B2A8F00A5}"/>
              </a:ext>
            </a:extLst>
          </p:cNvPr>
          <p:cNvSpPr/>
          <p:nvPr/>
        </p:nvSpPr>
        <p:spPr>
          <a:xfrm>
            <a:off x="6477"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1"/>
              </a:gs>
            </a:gsLst>
            <a:lin ang="0" scaled="1"/>
          </a:gradFill>
          <a:ln w="0" cap="flat">
            <a:noFill/>
            <a:prstDash val="solid"/>
            <a:miter/>
          </a:ln>
        </p:spPr>
        <p:txBody>
          <a:bodyPr rtlCol="0" anchor="ctr"/>
          <a:lstStyle/>
          <a:p>
            <a:endParaRPr lang="en-US"/>
          </a:p>
        </p:txBody>
      </p:sp>
      <p:sp>
        <p:nvSpPr>
          <p:cNvPr id="8" name="Text Placeholder 7">
            <a:extLst>
              <a:ext uri="{FF2B5EF4-FFF2-40B4-BE49-F238E27FC236}">
                <a16:creationId xmlns:a16="http://schemas.microsoft.com/office/drawing/2014/main" id="{B6C21BA7-C6D2-446E-8FD2-266107E90C49}"/>
              </a:ext>
            </a:extLst>
          </p:cNvPr>
          <p:cNvSpPr>
            <a:spLocks noGrp="1"/>
          </p:cNvSpPr>
          <p:nvPr>
            <p:ph type="body" sz="quarter" idx="16" hasCustomPrompt="1"/>
          </p:nvPr>
        </p:nvSpPr>
        <p:spPr>
          <a:xfrm>
            <a:off x="438912" y="1600200"/>
            <a:ext cx="4754880" cy="3200400"/>
          </a:xfrm>
        </p:spPr>
        <p:txBody>
          <a:bodyPr anchor="b"/>
          <a:lstStyle>
            <a:lvl1pPr marL="169863" indent="-169863">
              <a:buClrTx/>
              <a:buSzPct val="100000"/>
              <a:buFont typeface="Arial" panose="020B0604020202020204" pitchFamily="34" charset="0"/>
              <a:buChar char="“"/>
              <a:defRPr sz="2800">
                <a:solidFill>
                  <a:schemeClr val="tx1"/>
                </a:solidFill>
              </a:defRPr>
            </a:lvl1pPr>
            <a:lvl2pPr marL="457200" indent="-184150">
              <a:buClrTx/>
              <a:buFont typeface="Arial" panose="020B0604020202020204" pitchFamily="34" charset="0"/>
              <a:buChar char="“"/>
              <a:defRPr>
                <a:solidFill>
                  <a:schemeClr val="bg1"/>
                </a:solidFill>
              </a:defRPr>
            </a:lvl2pPr>
            <a:lvl3pPr marL="744538" indent="-169863">
              <a:buClrTx/>
              <a:buFont typeface="Arial" panose="020B0604020202020204" pitchFamily="34" charset="0"/>
              <a:buChar char="“"/>
              <a:defRPr>
                <a:solidFill>
                  <a:schemeClr val="bg1"/>
                </a:solidFill>
              </a:defRPr>
            </a:lvl3pPr>
            <a:lvl4pPr marL="969963" indent="-166688">
              <a:buClrTx/>
              <a:buFont typeface="Arial" panose="020B0604020202020204" pitchFamily="34" charset="0"/>
              <a:buChar char="“"/>
              <a:defRPr>
                <a:solidFill>
                  <a:schemeClr val="bg1"/>
                </a:solidFill>
              </a:defRPr>
            </a:lvl4pPr>
            <a:lvl5pPr marL="1143000" indent="-138113">
              <a:buClrTx/>
              <a:buFont typeface="Arial" panose="020B0604020202020204" pitchFamily="34" charset="0"/>
              <a:buChar char="“"/>
              <a:defRPr>
                <a:solidFill>
                  <a:schemeClr val="bg1"/>
                </a:solidFill>
              </a:defRPr>
            </a:lvl5pPr>
          </a:lstStyle>
          <a:p>
            <a:pPr lvl="0"/>
            <a:r>
              <a:rPr lang="en-US"/>
              <a:t>Quote page with photo showing a building. Click to replace text.”</a:t>
            </a:r>
          </a:p>
        </p:txBody>
      </p:sp>
      <p:sp>
        <p:nvSpPr>
          <p:cNvPr id="11" name="Text Placeholder 10">
            <a:extLst>
              <a:ext uri="{FF2B5EF4-FFF2-40B4-BE49-F238E27FC236}">
                <a16:creationId xmlns:a16="http://schemas.microsoft.com/office/drawing/2014/main" id="{0762CBDD-60C2-443D-88B5-C596896049D8}"/>
              </a:ext>
            </a:extLst>
          </p:cNvPr>
          <p:cNvSpPr>
            <a:spLocks noGrp="1"/>
          </p:cNvSpPr>
          <p:nvPr>
            <p:ph type="body" sz="quarter" idx="17" hasCustomPrompt="1"/>
          </p:nvPr>
        </p:nvSpPr>
        <p:spPr>
          <a:xfrm>
            <a:off x="612648" y="5065775"/>
            <a:ext cx="3603217" cy="642005"/>
          </a:xfrm>
        </p:spPr>
        <p:txBody>
          <a:bodyPr/>
          <a:lstStyle>
            <a:lvl1pPr>
              <a:defRPr sz="1800">
                <a:solidFill>
                  <a:schemeClr val="tx1"/>
                </a:solidFill>
              </a:defRPr>
            </a:lvl1pPr>
          </a:lstStyle>
          <a:p>
            <a:pPr lvl="0"/>
            <a:r>
              <a:rPr lang="en-US"/>
              <a:t>Source Name</a:t>
            </a:r>
          </a:p>
        </p:txBody>
      </p:sp>
      <p:sp>
        <p:nvSpPr>
          <p:cNvPr id="18" name="TextBox 17">
            <a:extLst>
              <a:ext uri="{FF2B5EF4-FFF2-40B4-BE49-F238E27FC236}">
                <a16:creationId xmlns:a16="http://schemas.microsoft.com/office/drawing/2014/main" id="{B8C89D83-34B7-9DE5-2D23-D9CC98989628}"/>
              </a:ext>
            </a:extLst>
          </p:cNvPr>
          <p:cNvSpPr txBox="1"/>
          <p:nvPr/>
        </p:nvSpPr>
        <p:spPr>
          <a:xfrm>
            <a:off x="1645084" y="6461498"/>
            <a:ext cx="44884" cy="127471"/>
          </a:xfrm>
          <a:prstGeom prst="rect">
            <a:avLst/>
          </a:prstGeom>
          <a:noFill/>
        </p:spPr>
        <p:txBody>
          <a:bodyPr wrap="none" lIns="0" tIns="0" rIns="0" bIns="0" rtlCol="0">
            <a:spAutoFit/>
          </a:bodyPr>
          <a:lstStyle/>
          <a:p>
            <a:pPr algn="l">
              <a:lnSpc>
                <a:spcPct val="130000"/>
              </a:lnSpc>
            </a:pPr>
            <a:r>
              <a:rPr lang="en-US" sz="700" spc="0" baseline="0" dirty="0">
                <a:ln/>
                <a:solidFill>
                  <a:schemeClr val="tx1"/>
                </a:solidFill>
                <a:latin typeface="Arial" panose="020B0604020202020204" pitchFamily="34" charset="0"/>
                <a:sym typeface="Arial" panose="020B0604020202020204" pitchFamily="34" charset="0"/>
                <a:rtl val="0"/>
              </a:rPr>
              <a:t>  </a:t>
            </a:r>
          </a:p>
        </p:txBody>
      </p:sp>
      <p:grpSp>
        <p:nvGrpSpPr>
          <p:cNvPr id="20" name="Graphic 8">
            <a:extLst>
              <a:ext uri="{FF2B5EF4-FFF2-40B4-BE49-F238E27FC236}">
                <a16:creationId xmlns:a16="http://schemas.microsoft.com/office/drawing/2014/main" id="{B313AB46-F6F1-7548-233A-70080E090ABE}"/>
              </a:ext>
            </a:extLst>
          </p:cNvPr>
          <p:cNvGrpSpPr/>
          <p:nvPr/>
        </p:nvGrpSpPr>
        <p:grpSpPr>
          <a:xfrm>
            <a:off x="265625" y="6323271"/>
            <a:ext cx="1249223" cy="369648"/>
            <a:chOff x="265625" y="6323271"/>
            <a:chExt cx="1249223" cy="369648"/>
          </a:xfrm>
          <a:solidFill>
            <a:schemeClr val="tx1"/>
          </a:solidFill>
        </p:grpSpPr>
        <p:grpSp>
          <p:nvGrpSpPr>
            <p:cNvPr id="21" name="Graphic 8">
              <a:extLst>
                <a:ext uri="{FF2B5EF4-FFF2-40B4-BE49-F238E27FC236}">
                  <a16:creationId xmlns:a16="http://schemas.microsoft.com/office/drawing/2014/main" id="{16B66651-CA05-C7CB-6AE6-5BBB5AB3905A}"/>
                </a:ext>
              </a:extLst>
            </p:cNvPr>
            <p:cNvGrpSpPr/>
            <p:nvPr/>
          </p:nvGrpSpPr>
          <p:grpSpPr>
            <a:xfrm>
              <a:off x="745455" y="6594444"/>
              <a:ext cx="722662" cy="98475"/>
              <a:chOff x="745455" y="6594444"/>
              <a:chExt cx="722662" cy="98475"/>
            </a:xfrm>
            <a:grpFill/>
          </p:grpSpPr>
          <p:sp>
            <p:nvSpPr>
              <p:cNvPr id="30" name="Freeform 49">
                <a:extLst>
                  <a:ext uri="{FF2B5EF4-FFF2-40B4-BE49-F238E27FC236}">
                    <a16:creationId xmlns:a16="http://schemas.microsoft.com/office/drawing/2014/main" id="{DE447064-204F-4225-B4B6-D91E27CBAD6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50" name="Freeform 50">
                <a:extLst>
                  <a:ext uri="{FF2B5EF4-FFF2-40B4-BE49-F238E27FC236}">
                    <a16:creationId xmlns:a16="http://schemas.microsoft.com/office/drawing/2014/main" id="{BC71CF05-E965-6FEA-1892-5ADD408578B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51" name="Freeform 51">
                <a:extLst>
                  <a:ext uri="{FF2B5EF4-FFF2-40B4-BE49-F238E27FC236}">
                    <a16:creationId xmlns:a16="http://schemas.microsoft.com/office/drawing/2014/main" id="{2B0E1D31-FDF5-DCF3-829D-706DAAB219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52" name="Freeform 52">
                <a:extLst>
                  <a:ext uri="{FF2B5EF4-FFF2-40B4-BE49-F238E27FC236}">
                    <a16:creationId xmlns:a16="http://schemas.microsoft.com/office/drawing/2014/main" id="{CD1DB4F1-5803-C754-D908-25AB6C2EC97E}"/>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53" name="Freeform 53">
                <a:extLst>
                  <a:ext uri="{FF2B5EF4-FFF2-40B4-BE49-F238E27FC236}">
                    <a16:creationId xmlns:a16="http://schemas.microsoft.com/office/drawing/2014/main" id="{84B26A25-3662-F756-7FAE-65E5273F2EED}"/>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4" name="Freeform 54">
                <a:extLst>
                  <a:ext uri="{FF2B5EF4-FFF2-40B4-BE49-F238E27FC236}">
                    <a16:creationId xmlns:a16="http://schemas.microsoft.com/office/drawing/2014/main" id="{1A481190-1482-7661-0DEF-3F26B2C271C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55" name="Freeform 55">
                <a:extLst>
                  <a:ext uri="{FF2B5EF4-FFF2-40B4-BE49-F238E27FC236}">
                    <a16:creationId xmlns:a16="http://schemas.microsoft.com/office/drawing/2014/main" id="{4F993F4B-50BB-6189-C1FF-B7DA8569DA43}"/>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56" name="Freeform 56">
                <a:extLst>
                  <a:ext uri="{FF2B5EF4-FFF2-40B4-BE49-F238E27FC236}">
                    <a16:creationId xmlns:a16="http://schemas.microsoft.com/office/drawing/2014/main" id="{10F9046F-1DCD-7514-1672-62798186F10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7" name="Freeform 57">
                <a:extLst>
                  <a:ext uri="{FF2B5EF4-FFF2-40B4-BE49-F238E27FC236}">
                    <a16:creationId xmlns:a16="http://schemas.microsoft.com/office/drawing/2014/main" id="{6CE0977D-3D89-3E6A-450D-E7D4A69FC215}"/>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8" name="Freeform 58">
                <a:extLst>
                  <a:ext uri="{FF2B5EF4-FFF2-40B4-BE49-F238E27FC236}">
                    <a16:creationId xmlns:a16="http://schemas.microsoft.com/office/drawing/2014/main" id="{3EAFC586-7768-A5DE-0377-EDBAB1E13EE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22" name="Graphic 8">
              <a:extLst>
                <a:ext uri="{FF2B5EF4-FFF2-40B4-BE49-F238E27FC236}">
                  <a16:creationId xmlns:a16="http://schemas.microsoft.com/office/drawing/2014/main" id="{D842B4DD-F1FB-EC35-383A-1F53319B094E}"/>
                </a:ext>
              </a:extLst>
            </p:cNvPr>
            <p:cNvGrpSpPr/>
            <p:nvPr/>
          </p:nvGrpSpPr>
          <p:grpSpPr>
            <a:xfrm>
              <a:off x="265625" y="6323271"/>
              <a:ext cx="1249223" cy="190348"/>
              <a:chOff x="265625" y="6323271"/>
              <a:chExt cx="1249223" cy="190348"/>
            </a:xfrm>
            <a:grpFill/>
          </p:grpSpPr>
          <p:sp>
            <p:nvSpPr>
              <p:cNvPr id="23" name="Freeform 60">
                <a:extLst>
                  <a:ext uri="{FF2B5EF4-FFF2-40B4-BE49-F238E27FC236}">
                    <a16:creationId xmlns:a16="http://schemas.microsoft.com/office/drawing/2014/main" id="{BFA6694F-C1C2-7D3E-CB1D-C91AE343F373}"/>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24" name="Freeform 61">
                <a:extLst>
                  <a:ext uri="{FF2B5EF4-FFF2-40B4-BE49-F238E27FC236}">
                    <a16:creationId xmlns:a16="http://schemas.microsoft.com/office/drawing/2014/main" id="{A6D92E3F-3118-57BB-C0B4-66DCA0299E8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25" name="Freeform 62">
                <a:extLst>
                  <a:ext uri="{FF2B5EF4-FFF2-40B4-BE49-F238E27FC236}">
                    <a16:creationId xmlns:a16="http://schemas.microsoft.com/office/drawing/2014/main" id="{5A01F2AD-EA45-EB64-56BC-05C1C6993AA8}"/>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26" name="Freeform 63">
                <a:extLst>
                  <a:ext uri="{FF2B5EF4-FFF2-40B4-BE49-F238E27FC236}">
                    <a16:creationId xmlns:a16="http://schemas.microsoft.com/office/drawing/2014/main" id="{E88E6DB9-04BF-52E9-243F-9C0129D0D9E3}"/>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27" name="Freeform 64">
                <a:extLst>
                  <a:ext uri="{FF2B5EF4-FFF2-40B4-BE49-F238E27FC236}">
                    <a16:creationId xmlns:a16="http://schemas.microsoft.com/office/drawing/2014/main" id="{269D09DD-6D49-9D68-0318-D45B96F85F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28" name="Freeform 65">
                <a:extLst>
                  <a:ext uri="{FF2B5EF4-FFF2-40B4-BE49-F238E27FC236}">
                    <a16:creationId xmlns:a16="http://schemas.microsoft.com/office/drawing/2014/main" id="{14ED6E64-9503-EAFF-07F3-B2BEB464C49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29" name="Freeform 66">
                <a:extLst>
                  <a:ext uri="{FF2B5EF4-FFF2-40B4-BE49-F238E27FC236}">
                    <a16:creationId xmlns:a16="http://schemas.microsoft.com/office/drawing/2014/main" id="{57E06DF9-22C9-B636-2D5D-1FE4635EF8A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pic>
        <p:nvPicPr>
          <p:cNvPr id="31" name="Picture 30" descr="Looking up view of a tall building with glass windows&#10;&#10;Description automatically generated">
            <a:extLst>
              <a:ext uri="{FF2B5EF4-FFF2-40B4-BE49-F238E27FC236}">
                <a16:creationId xmlns:a16="http://schemas.microsoft.com/office/drawing/2014/main" id="{B58239E3-9C93-6272-ED1E-D9695DC94E85}"/>
              </a:ext>
            </a:extLst>
          </p:cNvPr>
          <p:cNvPicPr>
            <a:picLocks noChangeAspect="1"/>
          </p:cNvPicPr>
          <p:nvPr userDrawn="1"/>
        </p:nvPicPr>
        <p:blipFill rotWithShape="1">
          <a:blip r:embed="rId2">
            <a:alphaModFix/>
          </a:blip>
          <a:srcRect l="161" t="1221" r="1066" b="309"/>
          <a:stretch/>
        </p:blipFill>
        <p:spPr>
          <a:xfrm>
            <a:off x="1829993" y="0"/>
            <a:ext cx="10358832" cy="6858000"/>
          </a:xfrm>
          <a:prstGeom prst="rect">
            <a:avLst/>
          </a:prstGeom>
        </p:spPr>
      </p:pic>
      <p:pic>
        <p:nvPicPr>
          <p:cNvPr id="32" name="Graphic 2">
            <a:extLst>
              <a:ext uri="{FF2B5EF4-FFF2-40B4-BE49-F238E27FC236}">
                <a16:creationId xmlns:a16="http://schemas.microsoft.com/office/drawing/2014/main" id="{26674980-3D29-D390-CCF3-4BAE501BFC6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0"/>
            <a:ext cx="11904689" cy="6858000"/>
          </a:xfrm>
          <a:prstGeom prst="rect">
            <a:avLst/>
          </a:prstGeom>
        </p:spPr>
      </p:pic>
      <p:sp>
        <p:nvSpPr>
          <p:cNvPr id="33" name="page number">
            <a:extLst>
              <a:ext uri="{FF2B5EF4-FFF2-40B4-BE49-F238E27FC236}">
                <a16:creationId xmlns:a16="http://schemas.microsoft.com/office/drawing/2014/main" id="{65B8D505-D55C-B546-9B33-22157CD80DE2}"/>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bg1"/>
                </a:solidFill>
              </a:rPr>
              <a:pPr lvl="0" algn="r"/>
              <a:t>‹#›</a:t>
            </a:fld>
            <a:endParaRPr lang="en-US">
              <a:solidFill>
                <a:schemeClr val="bg1"/>
              </a:solidFill>
            </a:endParaRPr>
          </a:p>
        </p:txBody>
      </p:sp>
      <p:sp>
        <p:nvSpPr>
          <p:cNvPr id="34" name="Freeform: Shape 15">
            <a:extLst>
              <a:ext uri="{FF2B5EF4-FFF2-40B4-BE49-F238E27FC236}">
                <a16:creationId xmlns:a16="http://schemas.microsoft.com/office/drawing/2014/main" id="{49B903B5-7F2F-E66E-598F-E60B2A8F00A5}"/>
              </a:ext>
            </a:extLst>
          </p:cNvPr>
          <p:cNvSpPr/>
          <p:nvPr userDrawn="1"/>
        </p:nvSpPr>
        <p:spPr>
          <a:xfrm>
            <a:off x="6477"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1"/>
              </a:gs>
            </a:gsLst>
            <a:lin ang="0" scaled="1"/>
          </a:gradFill>
          <a:ln w="0" cap="flat">
            <a:noFill/>
            <a:prstDash val="solid"/>
            <a:miter/>
          </a:ln>
        </p:spPr>
        <p:txBody>
          <a:bodyPr rtlCol="0" anchor="ctr"/>
          <a:lstStyle/>
          <a:p>
            <a:endParaRPr lang="en-US"/>
          </a:p>
        </p:txBody>
      </p:sp>
      <p:grpSp>
        <p:nvGrpSpPr>
          <p:cNvPr id="37" name="Graphic 8">
            <a:extLst>
              <a:ext uri="{FF2B5EF4-FFF2-40B4-BE49-F238E27FC236}">
                <a16:creationId xmlns:a16="http://schemas.microsoft.com/office/drawing/2014/main" id="{B313AB46-F6F1-7548-233A-70080E090ABE}"/>
              </a:ext>
            </a:extLst>
          </p:cNvPr>
          <p:cNvGrpSpPr/>
          <p:nvPr userDrawn="1"/>
        </p:nvGrpSpPr>
        <p:grpSpPr>
          <a:xfrm>
            <a:off x="265625" y="6323271"/>
            <a:ext cx="1249223" cy="369648"/>
            <a:chOff x="265625" y="6323271"/>
            <a:chExt cx="1249223" cy="369648"/>
          </a:xfrm>
          <a:solidFill>
            <a:schemeClr val="tx1"/>
          </a:solidFill>
        </p:grpSpPr>
        <p:grpSp>
          <p:nvGrpSpPr>
            <p:cNvPr id="38" name="Graphic 8">
              <a:extLst>
                <a:ext uri="{FF2B5EF4-FFF2-40B4-BE49-F238E27FC236}">
                  <a16:creationId xmlns:a16="http://schemas.microsoft.com/office/drawing/2014/main" id="{16B66651-CA05-C7CB-6AE6-5BBB5AB3905A}"/>
                </a:ext>
              </a:extLst>
            </p:cNvPr>
            <p:cNvGrpSpPr/>
            <p:nvPr/>
          </p:nvGrpSpPr>
          <p:grpSpPr>
            <a:xfrm>
              <a:off x="745455" y="6594444"/>
              <a:ext cx="722662" cy="98475"/>
              <a:chOff x="745455" y="6594444"/>
              <a:chExt cx="722662" cy="98475"/>
            </a:xfrm>
            <a:grpFill/>
          </p:grpSpPr>
          <p:sp>
            <p:nvSpPr>
              <p:cNvPr id="47" name="Freeform 49">
                <a:extLst>
                  <a:ext uri="{FF2B5EF4-FFF2-40B4-BE49-F238E27FC236}">
                    <a16:creationId xmlns:a16="http://schemas.microsoft.com/office/drawing/2014/main" id="{DE447064-204F-4225-B4B6-D91E27CBAD6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48" name="Freeform 50">
                <a:extLst>
                  <a:ext uri="{FF2B5EF4-FFF2-40B4-BE49-F238E27FC236}">
                    <a16:creationId xmlns:a16="http://schemas.microsoft.com/office/drawing/2014/main" id="{BC71CF05-E965-6FEA-1892-5ADD408578B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49" name="Freeform 51">
                <a:extLst>
                  <a:ext uri="{FF2B5EF4-FFF2-40B4-BE49-F238E27FC236}">
                    <a16:creationId xmlns:a16="http://schemas.microsoft.com/office/drawing/2014/main" id="{2B0E1D31-FDF5-DCF3-829D-706DAAB219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59" name="Freeform 52">
                <a:extLst>
                  <a:ext uri="{FF2B5EF4-FFF2-40B4-BE49-F238E27FC236}">
                    <a16:creationId xmlns:a16="http://schemas.microsoft.com/office/drawing/2014/main" id="{CD1DB4F1-5803-C754-D908-25AB6C2EC97E}"/>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60" name="Freeform 53">
                <a:extLst>
                  <a:ext uri="{FF2B5EF4-FFF2-40B4-BE49-F238E27FC236}">
                    <a16:creationId xmlns:a16="http://schemas.microsoft.com/office/drawing/2014/main" id="{84B26A25-3662-F756-7FAE-65E5273F2EED}"/>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61" name="Freeform 54">
                <a:extLst>
                  <a:ext uri="{FF2B5EF4-FFF2-40B4-BE49-F238E27FC236}">
                    <a16:creationId xmlns:a16="http://schemas.microsoft.com/office/drawing/2014/main" id="{1A481190-1482-7661-0DEF-3F26B2C271C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62" name="Freeform 55">
                <a:extLst>
                  <a:ext uri="{FF2B5EF4-FFF2-40B4-BE49-F238E27FC236}">
                    <a16:creationId xmlns:a16="http://schemas.microsoft.com/office/drawing/2014/main" id="{4F993F4B-50BB-6189-C1FF-B7DA8569DA43}"/>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63" name="Freeform 56">
                <a:extLst>
                  <a:ext uri="{FF2B5EF4-FFF2-40B4-BE49-F238E27FC236}">
                    <a16:creationId xmlns:a16="http://schemas.microsoft.com/office/drawing/2014/main" id="{10F9046F-1DCD-7514-1672-62798186F10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64" name="Freeform 57">
                <a:extLst>
                  <a:ext uri="{FF2B5EF4-FFF2-40B4-BE49-F238E27FC236}">
                    <a16:creationId xmlns:a16="http://schemas.microsoft.com/office/drawing/2014/main" id="{6CE0977D-3D89-3E6A-450D-E7D4A69FC215}"/>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65" name="Freeform 58">
                <a:extLst>
                  <a:ext uri="{FF2B5EF4-FFF2-40B4-BE49-F238E27FC236}">
                    <a16:creationId xmlns:a16="http://schemas.microsoft.com/office/drawing/2014/main" id="{3EAFC586-7768-A5DE-0377-EDBAB1E13EE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39" name="Graphic 8">
              <a:extLst>
                <a:ext uri="{FF2B5EF4-FFF2-40B4-BE49-F238E27FC236}">
                  <a16:creationId xmlns:a16="http://schemas.microsoft.com/office/drawing/2014/main" id="{D842B4DD-F1FB-EC35-383A-1F53319B094E}"/>
                </a:ext>
              </a:extLst>
            </p:cNvPr>
            <p:cNvGrpSpPr/>
            <p:nvPr/>
          </p:nvGrpSpPr>
          <p:grpSpPr>
            <a:xfrm>
              <a:off x="265625" y="6323271"/>
              <a:ext cx="1249223" cy="190348"/>
              <a:chOff x="265625" y="6323271"/>
              <a:chExt cx="1249223" cy="190348"/>
            </a:xfrm>
            <a:grpFill/>
          </p:grpSpPr>
          <p:sp>
            <p:nvSpPr>
              <p:cNvPr id="40" name="Freeform 60">
                <a:extLst>
                  <a:ext uri="{FF2B5EF4-FFF2-40B4-BE49-F238E27FC236}">
                    <a16:creationId xmlns:a16="http://schemas.microsoft.com/office/drawing/2014/main" id="{BFA6694F-C1C2-7D3E-CB1D-C91AE343F373}"/>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41" name="Freeform 61">
                <a:extLst>
                  <a:ext uri="{FF2B5EF4-FFF2-40B4-BE49-F238E27FC236}">
                    <a16:creationId xmlns:a16="http://schemas.microsoft.com/office/drawing/2014/main" id="{A6D92E3F-3118-57BB-C0B4-66DCA0299E8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42" name="Freeform 62">
                <a:extLst>
                  <a:ext uri="{FF2B5EF4-FFF2-40B4-BE49-F238E27FC236}">
                    <a16:creationId xmlns:a16="http://schemas.microsoft.com/office/drawing/2014/main" id="{5A01F2AD-EA45-EB64-56BC-05C1C6993AA8}"/>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43" name="Freeform 63">
                <a:extLst>
                  <a:ext uri="{FF2B5EF4-FFF2-40B4-BE49-F238E27FC236}">
                    <a16:creationId xmlns:a16="http://schemas.microsoft.com/office/drawing/2014/main" id="{E88E6DB9-04BF-52E9-243F-9C0129D0D9E3}"/>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44" name="Freeform 64">
                <a:extLst>
                  <a:ext uri="{FF2B5EF4-FFF2-40B4-BE49-F238E27FC236}">
                    <a16:creationId xmlns:a16="http://schemas.microsoft.com/office/drawing/2014/main" id="{269D09DD-6D49-9D68-0318-D45B96F85F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45" name="Freeform 65">
                <a:extLst>
                  <a:ext uri="{FF2B5EF4-FFF2-40B4-BE49-F238E27FC236}">
                    <a16:creationId xmlns:a16="http://schemas.microsoft.com/office/drawing/2014/main" id="{14ED6E64-9503-EAFF-07F3-B2BEB464C49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46" name="Freeform 66">
                <a:extLst>
                  <a:ext uri="{FF2B5EF4-FFF2-40B4-BE49-F238E27FC236}">
                    <a16:creationId xmlns:a16="http://schemas.microsoft.com/office/drawing/2014/main" id="{57E06DF9-22C9-B636-2D5D-1FE4635EF8A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4" name="TextBox 3">
            <a:extLst>
              <a:ext uri="{FF2B5EF4-FFF2-40B4-BE49-F238E27FC236}">
                <a16:creationId xmlns:a16="http://schemas.microsoft.com/office/drawing/2014/main" id="{CFD3FFDA-55E7-C453-30A5-BFF418716CBF}"/>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spTree>
    <p:extLst>
      <p:ext uri="{BB962C8B-B14F-4D97-AF65-F5344CB8AC3E}">
        <p14:creationId xmlns:p14="http://schemas.microsoft.com/office/powerpoint/2010/main" val="2939421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6="http://schemas.microsoft.com/office/drawing/2014/main"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tx1"/>
                </a:solidFill>
              </a:defRPr>
            </a:lvl1pPr>
          </a:lstStyle>
          <a:p>
            <a:r>
              <a:rPr lang="en-US" dirty="0"/>
              <a:t>Click to Add One Line Title</a:t>
            </a: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5"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dirty="0">
              <a:solidFill>
                <a:schemeClr val="tx1"/>
              </a:solidFill>
            </a:endParaRPr>
          </a:p>
        </p:txBody>
      </p:sp>
    </p:spTree>
    <p:extLst>
      <p:ext uri="{BB962C8B-B14F-4D97-AF65-F5344CB8AC3E}">
        <p14:creationId xmlns:p14="http://schemas.microsoft.com/office/powerpoint/2010/main" val="1803942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tx1"/>
                </a:solidFill>
              </a:defRPr>
            </a:lvl1pPr>
          </a:lstStyle>
          <a:p>
            <a:r>
              <a:rPr lang="en-US" dirty="0"/>
              <a:t>Click to Add One Line Title</a:t>
            </a:r>
          </a:p>
        </p:txBody>
      </p:sp>
      <p:sp>
        <p:nvSpPr>
          <p:cNvPr id="6"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3348002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4E83-0498-4D8B-94A0-3FF7CDD8F127}"/>
              </a:ext>
            </a:extLst>
          </p:cNvPr>
          <p:cNvSpPr>
            <a:spLocks noGrp="1"/>
          </p:cNvSpPr>
          <p:nvPr>
            <p:ph type="title" hasCustomPrompt="1"/>
          </p:nvPr>
        </p:nvSpPr>
        <p:spPr/>
        <p:txBody>
          <a:bodyPr/>
          <a:lstStyle>
            <a:lvl1pPr>
              <a:defRPr>
                <a:solidFill>
                  <a:schemeClr val="tx1"/>
                </a:solidFill>
              </a:defRPr>
            </a:lvl1pPr>
          </a:lstStyle>
          <a:p>
            <a:r>
              <a:rPr lang="en-US" dirty="0"/>
              <a:t>Single Content Layout Click to Add One Line Title</a:t>
            </a:r>
          </a:p>
        </p:txBody>
      </p:sp>
      <p:sp>
        <p:nvSpPr>
          <p:cNvPr id="8" name="Subtitle 2">
            <a:extLst>
              <a:ext uri="{FF2B5EF4-FFF2-40B4-BE49-F238E27FC236}">
                <a16:creationId xmlns:a16="http://schemas.microsoft.com/office/drawing/2014/main" id="{216D2F66-BB7F-4F0E-A224-A105F87676EF}"/>
              </a:ext>
            </a:extLst>
          </p:cNvPr>
          <p:cNvSpPr>
            <a:spLocks noGrp="1"/>
          </p:cNvSpPr>
          <p:nvPr>
            <p:ph type="subTitle" idx="10" hasCustomPrompt="1"/>
          </p:nvPr>
        </p:nvSpPr>
        <p:spPr>
          <a:xfrm>
            <a:off x="592866" y="811830"/>
            <a:ext cx="1098794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a:xfrm>
            <a:off x="616505" y="1600201"/>
            <a:ext cx="10972800" cy="4572000"/>
          </a:xfrm>
        </p:spPr>
        <p:txBody>
          <a:bodyPr/>
          <a:lstStyle>
            <a:lvl1pPr>
              <a:spcBef>
                <a:spcPts val="0"/>
              </a:spcBef>
              <a:defRPr>
                <a:solidFill>
                  <a:schemeClr val="tx1"/>
                </a:solidFill>
              </a:defRPr>
            </a:lvl1pPr>
            <a:lvl2pPr>
              <a:spcBef>
                <a:spcPts val="0"/>
              </a:spcBef>
              <a:defRPr>
                <a:solidFill>
                  <a:schemeClr val="tx1"/>
                </a:solidFill>
              </a:defRPr>
            </a:lvl2pPr>
            <a:lvl3pPr>
              <a:spcBef>
                <a:spcPts val="0"/>
              </a:spcBef>
              <a:defRPr>
                <a:solidFill>
                  <a:schemeClr val="tx1"/>
                </a:solidFill>
              </a:defRPr>
            </a:lvl3pPr>
            <a:lvl4pPr>
              <a:spcBef>
                <a:spcPts val="0"/>
              </a:spcBef>
              <a:defRPr>
                <a:solidFill>
                  <a:schemeClr val="tx1"/>
                </a:solidFill>
              </a:defRPr>
            </a:lvl4pPr>
            <a:lvl5pPr>
              <a:spcBef>
                <a:spcPts val="0"/>
              </a:spcBef>
              <a:defRPr>
                <a:solidFill>
                  <a:schemeClr val="tx1"/>
                </a:solidFill>
              </a:defRPr>
            </a:lvl5pPr>
            <a:lvl6pPr>
              <a:defRPr/>
            </a:lvl6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age number">
            <a:extLst>
              <a:ext uri="{FF2B5EF4-FFF2-40B4-BE49-F238E27FC236}">
                <a16:creationId xmlns:a16="http://schemas.microsoft.com/office/drawing/2014/main" id="{175B5FDB-839C-A941-B264-01387F31F00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6" name="page number">
            <a:extLst>
              <a:ext uri="{FF2B5EF4-FFF2-40B4-BE49-F238E27FC236}">
                <a16:creationId xmlns:a16="http://schemas.microsoft.com/office/drawing/2014/main" id="{175B5FDB-839C-A941-B264-01387F31F00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1792286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Two-Content Balance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tx1"/>
                </a:solidFill>
              </a:defRPr>
            </a:lvl1pPr>
          </a:lstStyle>
          <a:p>
            <a:r>
              <a:rPr lang="en-US" dirty="0"/>
              <a:t>Two-content Layout Click to Add One Line Title</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Content Placeholder 3">
            <a:extLst>
              <a:ext uri="{FF2B5EF4-FFF2-40B4-BE49-F238E27FC236}">
                <a16:creationId xmlns:a16="http://schemas.microsoft.com/office/drawing/2014/main" id="{87AF420A-ED2C-4AD1-A28B-EB26178557DE}"/>
              </a:ext>
            </a:extLst>
          </p:cNvPr>
          <p:cNvSpPr>
            <a:spLocks noGrp="1"/>
          </p:cNvSpPr>
          <p:nvPr>
            <p:ph sz="quarter" idx="17" hasCustomPrompt="1"/>
          </p:nvPr>
        </p:nvSpPr>
        <p:spPr>
          <a:xfrm>
            <a:off x="608013"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2" name="Content Placeholder 3">
            <a:extLst>
              <a:ext uri="{FF2B5EF4-FFF2-40B4-BE49-F238E27FC236}">
                <a16:creationId xmlns:a16="http://schemas.microsoft.com/office/drawing/2014/main" id="{CD860A49-A98C-4F0E-AB34-4E13B89D5EBC}"/>
              </a:ext>
            </a:extLst>
          </p:cNvPr>
          <p:cNvSpPr>
            <a:spLocks noGrp="1"/>
          </p:cNvSpPr>
          <p:nvPr>
            <p:ph sz="quarter" idx="18" hasCustomPrompt="1"/>
          </p:nvPr>
        </p:nvSpPr>
        <p:spPr>
          <a:xfrm>
            <a:off x="6267030"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306FFEC8-099C-484D-841A-7FCB225B189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9" name="page number">
            <a:extLst>
              <a:ext uri="{FF2B5EF4-FFF2-40B4-BE49-F238E27FC236}">
                <a16:creationId xmlns:a16="http://schemas.microsoft.com/office/drawing/2014/main" id="{306FFEC8-099C-484D-841A-7FCB225B189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3750830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Two-Content Balanced Color on Right">
    <p:spTree>
      <p:nvGrpSpPr>
        <p:cNvPr id="1" name=""/>
        <p:cNvGrpSpPr/>
        <p:nvPr/>
      </p:nvGrpSpPr>
      <p:grpSpPr>
        <a:xfrm>
          <a:off x="0" y="0"/>
          <a:ext cx="0" cy="0"/>
          <a:chOff x="0" y="0"/>
          <a:chExt cx="0" cy="0"/>
        </a:xfrm>
      </p:grpSpPr>
      <p:sp>
        <p:nvSpPr>
          <p:cNvPr id="72" name="Content Placeholder 17">
            <a:extLst>
              <a:ext uri="{FF2B5EF4-FFF2-40B4-BE49-F238E27FC236}">
                <a16:creationId xmlns:a16="http://schemas.microsoft.com/office/drawing/2014/main" id="{A0456ED3-FDC5-4E29-B939-E35EA08477CA}"/>
              </a:ext>
            </a:extLst>
          </p:cNvPr>
          <p:cNvSpPr>
            <a:spLocks noGrp="1"/>
          </p:cNvSpPr>
          <p:nvPr>
            <p:ph sz="quarter" idx="16" hasCustomPrompt="1"/>
          </p:nvPr>
        </p:nvSpPr>
        <p:spPr bwMode="ltGray">
          <a:xfrm>
            <a:off x="6323381" y="1600201"/>
            <a:ext cx="5865445" cy="4572000"/>
          </a:xfrm>
          <a:solidFill>
            <a:schemeClr val="bg1">
              <a:alpha val="20000"/>
            </a:schemeClr>
          </a:solid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bwMode="ltGray">
          <a:xfrm>
            <a:off x="0" y="1600201"/>
            <a:ext cx="5893593" cy="4572000"/>
          </a:xfrm>
          <a:noFill/>
        </p:spPr>
        <p:txBody>
          <a:bodyPr vert="horz" lIns="640080" tIns="457200" rIns="457200" bIns="457200" rtlCol="0">
            <a:noAutofit/>
          </a:bodyPr>
          <a:lstStyle>
            <a:lvl1pPr>
              <a:spcBef>
                <a:spcPts val="1200"/>
              </a:spcBef>
              <a:buClr>
                <a:schemeClr val="tx1"/>
              </a:buClr>
              <a:defRPr lang="en-US" sz="1800" dirty="0">
                <a:solidFill>
                  <a:schemeClr val="tx1"/>
                </a:solidFill>
              </a:defRPr>
            </a:lvl1pPr>
            <a:lvl2pPr>
              <a:buClr>
                <a:schemeClr val="tx1"/>
              </a:buClr>
              <a:defRPr lang="en-US" sz="1600" dirty="0">
                <a:solidFill>
                  <a:schemeClr val="tx1"/>
                </a:solidFill>
              </a:defRPr>
            </a:lvl2pPr>
            <a:lvl3pPr>
              <a:buClr>
                <a:schemeClr val="tx1"/>
              </a:buClr>
              <a:defRPr lang="en-US" sz="1400" dirty="0">
                <a:solidFill>
                  <a:schemeClr val="tx1"/>
                </a:solidFill>
              </a:defRPr>
            </a:lvl3pPr>
            <a:lvl4pPr>
              <a:buClr>
                <a:schemeClr val="tx1"/>
              </a:buClr>
              <a:defRPr lang="en-US" sz="1200" dirty="0">
                <a:solidFill>
                  <a:schemeClr val="tx1"/>
                </a:solidFill>
              </a:defRPr>
            </a:lvl4pPr>
            <a:lvl5pPr>
              <a:buClr>
                <a:schemeClr val="tx1"/>
              </a:buClr>
              <a:defRPr lang="en-US" sz="1200" dirty="0">
                <a:solidFill>
                  <a:schemeClr val="tx1"/>
                </a:solidFill>
              </a:defRPr>
            </a:lvl5pPr>
            <a:lvl6pPr>
              <a:buClrTx/>
              <a:defRPr sz="1400">
                <a:solidFill>
                  <a:schemeClr val="tx1"/>
                </a:solidFill>
              </a:defRPr>
            </a:lvl6pPr>
            <a:lvl7pPr>
              <a:buClrTx/>
              <a:defRPr sz="1400">
                <a:solidFill>
                  <a:schemeClr val="tx1"/>
                </a:solidFill>
              </a:defRPr>
            </a:lvl7pPr>
            <a:lvl8pPr>
              <a:buClr>
                <a:schemeClr val="tx1"/>
              </a:buClr>
              <a:defRPr sz="1400">
                <a:solidFill>
                  <a:schemeClr val="tx1"/>
                </a:solidFill>
              </a:defRPr>
            </a:lvl8pPr>
            <a:lvl9pPr>
              <a:buClr>
                <a:schemeClr val="tx1"/>
              </a:buClr>
              <a:defRPr sz="1400">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tx1"/>
                </a:solidFill>
              </a:defRPr>
            </a:lvl1pPr>
          </a:lstStyle>
          <a:p>
            <a:r>
              <a:rPr lang="en-US"/>
              <a:t>Two-content Layout: Graphic on Left, Text on Right - Click to Edit</a:t>
            </a:r>
          </a:p>
        </p:txBody>
      </p:sp>
      <p:sp>
        <p:nvSpPr>
          <p:cNvPr id="7" name="page number">
            <a:extLst>
              <a:ext uri="{FF2B5EF4-FFF2-40B4-BE49-F238E27FC236}">
                <a16:creationId xmlns:a16="http://schemas.microsoft.com/office/drawing/2014/main" id="{1727F760-24DE-9A42-B7E9-356D8DC2BDA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9" name="page number">
            <a:extLst>
              <a:ext uri="{FF2B5EF4-FFF2-40B4-BE49-F238E27FC236}">
                <a16:creationId xmlns:a16="http://schemas.microsoft.com/office/drawing/2014/main" id="{1727F760-24DE-9A42-B7E9-356D8DC2BDA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1048901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Two-Content Balanced Color on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tx1"/>
                </a:solidFill>
              </a:defRPr>
            </a:lvl1pPr>
          </a:lstStyle>
          <a:p>
            <a:r>
              <a:rPr lang="en-US"/>
              <a:t>Two-content Layout: Text on Left, Graphic on Right - Click to Edit</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7" name="Content Placeholder 17">
            <a:extLst>
              <a:ext uri="{FF2B5EF4-FFF2-40B4-BE49-F238E27FC236}">
                <a16:creationId xmlns:a16="http://schemas.microsoft.com/office/drawing/2014/main" id="{E4143250-D1B5-E54B-9FA1-AB95D634DBC6}"/>
              </a:ext>
            </a:extLst>
          </p:cNvPr>
          <p:cNvSpPr>
            <a:spLocks noGrp="1"/>
          </p:cNvSpPr>
          <p:nvPr>
            <p:ph sz="quarter" idx="16" hasCustomPrompt="1"/>
          </p:nvPr>
        </p:nvSpPr>
        <p:spPr bwMode="ltGray">
          <a:xfrm>
            <a:off x="0" y="1600201"/>
            <a:ext cx="5865445" cy="4572000"/>
          </a:xfrm>
          <a:solidFill>
            <a:schemeClr val="bg1">
              <a:alpha val="20000"/>
            </a:schemeClr>
          </a:solidFill>
        </p:spPr>
        <p:txBody>
          <a:bodyPr vert="horz" lIns="64008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bwMode="ltGray">
          <a:xfrm>
            <a:off x="6323382" y="1600201"/>
            <a:ext cx="5865444" cy="4572000"/>
          </a:xfrm>
          <a:noFill/>
        </p:spPr>
        <p:txBody>
          <a:bodyPr vert="horz" lIns="457200" tIns="457200" rIns="457200" bIns="457200" rtlCol="0">
            <a:noAutofit/>
          </a:bodyPr>
          <a:lstStyle>
            <a:lvl1pPr>
              <a:spcBef>
                <a:spcPts val="1200"/>
              </a:spcBef>
              <a:defRPr lang="en-US" sz="1800" dirty="0">
                <a:solidFill>
                  <a:schemeClr val="tx1"/>
                </a:solidFill>
              </a:defRPr>
            </a:lvl1pPr>
            <a:lvl2pPr>
              <a:buClr>
                <a:schemeClr val="tx1"/>
              </a:buClr>
              <a:defRPr lang="en-US" sz="1600" dirty="0">
                <a:solidFill>
                  <a:schemeClr val="tx1"/>
                </a:solidFill>
              </a:defRPr>
            </a:lvl2pPr>
            <a:lvl3pPr>
              <a:buClr>
                <a:schemeClr val="tx1"/>
              </a:buClr>
              <a:defRPr lang="en-US" sz="1400" dirty="0">
                <a:solidFill>
                  <a:schemeClr val="tx1"/>
                </a:solidFill>
              </a:defRPr>
            </a:lvl3pPr>
            <a:lvl4pPr>
              <a:buClr>
                <a:schemeClr val="tx1"/>
              </a:buClr>
              <a:defRPr lang="en-US" sz="1200" dirty="0">
                <a:solidFill>
                  <a:schemeClr val="tx1"/>
                </a:solidFill>
              </a:defRPr>
            </a:lvl4pPr>
            <a:lvl5pPr>
              <a:buClr>
                <a:schemeClr val="tx1"/>
              </a:buClr>
              <a:defRPr lang="en-US" sz="1200" dirty="0">
                <a:solidFill>
                  <a:schemeClr val="tx1"/>
                </a:solidFill>
              </a:defRPr>
            </a:lvl5pPr>
            <a:lvl6pPr>
              <a:buClrTx/>
              <a:defRPr sz="1400">
                <a:solidFill>
                  <a:schemeClr val="tx1"/>
                </a:solidFill>
              </a:defRPr>
            </a:lvl6pPr>
            <a:lvl7pPr>
              <a:buClrTx/>
              <a:defRPr sz="1400">
                <a:solidFill>
                  <a:schemeClr val="tx1"/>
                </a:solidFill>
              </a:defRPr>
            </a:lvl7pPr>
            <a:lvl8pPr>
              <a:buClrTx/>
              <a:defRPr sz="1400">
                <a:solidFill>
                  <a:schemeClr val="tx1"/>
                </a:solidFill>
              </a:defRPr>
            </a:lvl8pPr>
            <a:lvl9pPr>
              <a:buClrTx/>
              <a:defRPr sz="1400">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age number">
            <a:extLst>
              <a:ext uri="{FF2B5EF4-FFF2-40B4-BE49-F238E27FC236}">
                <a16:creationId xmlns:a16="http://schemas.microsoft.com/office/drawing/2014/main" id="{4FD1F5D3-21E9-5341-B48A-48F1E4CF33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9" name="page number">
            <a:extLst>
              <a:ext uri="{FF2B5EF4-FFF2-40B4-BE49-F238E27FC236}">
                <a16:creationId xmlns:a16="http://schemas.microsoft.com/office/drawing/2014/main" id="{4FD1F5D3-21E9-5341-B48A-48F1E4CF33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616202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A1FE0B-90B1-4BED-9AA5-6DC9F6424E67}"/>
              </a:ext>
            </a:extLst>
          </p:cNvPr>
          <p:cNvSpPr>
            <a:spLocks noGrp="1"/>
          </p:cNvSpPr>
          <p:nvPr>
            <p:ph type="title" hasCustomPrompt="1"/>
          </p:nvPr>
        </p:nvSpPr>
        <p:spPr/>
        <p:txBody>
          <a:bodyPr/>
          <a:lstStyle>
            <a:lvl1pPr>
              <a:defRPr>
                <a:solidFill>
                  <a:schemeClr val="tx1"/>
                </a:solidFill>
              </a:defRPr>
            </a:lvl1pPr>
          </a:lstStyle>
          <a:p>
            <a:r>
              <a:rPr lang="en-US"/>
              <a:t>Two-content Text Comparison Layout</a:t>
            </a:r>
          </a:p>
        </p:txBody>
      </p:sp>
      <p:sp>
        <p:nvSpPr>
          <p:cNvPr id="13" name="Subtitle 2">
            <a:extLst>
              <a:ext uri="{FF2B5EF4-FFF2-40B4-BE49-F238E27FC236}">
                <a16:creationId xmlns:a16="http://schemas.microsoft.com/office/drawing/2014/main" id="{D541C7AA-97CA-4F96-9506-F144DA2CD8E2}"/>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11" name="Text Placeholder 4">
            <a:extLst>
              <a:ext uri="{FF2B5EF4-FFF2-40B4-BE49-F238E27FC236}">
                <a16:creationId xmlns:a16="http://schemas.microsoft.com/office/drawing/2014/main" id="{9E550D89-51A7-894E-88FB-394F3178F2EC}"/>
              </a:ext>
            </a:extLst>
          </p:cNvPr>
          <p:cNvSpPr>
            <a:spLocks noGrp="1"/>
          </p:cNvSpPr>
          <p:nvPr>
            <p:ph type="body" sz="quarter" idx="17" hasCustomPrompt="1"/>
          </p:nvPr>
        </p:nvSpPr>
        <p:spPr bwMode="gray">
          <a:xfrm>
            <a:off x="592866" y="1600202"/>
            <a:ext cx="5238974" cy="875370"/>
          </a:xfrm>
          <a:noFill/>
        </p:spPr>
        <p:txBody>
          <a:bodyPr vert="horz" lIns="0" tIns="91440" rIns="457200" bIns="91440" rtlCol="0" anchor="b">
            <a:noAutofit/>
          </a:bodyPr>
          <a:lstStyle>
            <a:lvl1pPr>
              <a:defRPr lang="en-US" dirty="0">
                <a:solidFill>
                  <a:schemeClr val="accent3"/>
                </a:solidFill>
              </a:defRPr>
            </a:lvl1pPr>
          </a:lstStyle>
          <a:p>
            <a:pPr lvl="0"/>
            <a:r>
              <a:rPr lang="en-US"/>
              <a:t>Click to add header </a:t>
            </a:r>
          </a:p>
        </p:txBody>
      </p:sp>
      <p:sp>
        <p:nvSpPr>
          <p:cNvPr id="14" name="Rectangle 13">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p:nvSpPr>
        <p:spPr>
          <a:xfrm>
            <a:off x="592865" y="2484176"/>
            <a:ext cx="5238974"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0" name="Content Placeholder 17">
            <a:extLst>
              <a:ext uri="{FF2B5EF4-FFF2-40B4-BE49-F238E27FC236}">
                <a16:creationId xmlns:a16="http://schemas.microsoft.com/office/drawing/2014/main" id="{0170DFD5-97D2-3349-AE52-EB22861A6880}"/>
              </a:ext>
            </a:extLst>
          </p:cNvPr>
          <p:cNvSpPr>
            <a:spLocks noGrp="1"/>
          </p:cNvSpPr>
          <p:nvPr>
            <p:ph sz="quarter" idx="14" hasCustomPrompt="1"/>
          </p:nvPr>
        </p:nvSpPr>
        <p:spPr bwMode="gray">
          <a:xfrm>
            <a:off x="579808" y="2621020"/>
            <a:ext cx="5267273" cy="3544027"/>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a:extLst>
              <a:ext uri="{FF2B5EF4-FFF2-40B4-BE49-F238E27FC236}">
                <a16:creationId xmlns:a16="http://schemas.microsoft.com/office/drawing/2014/main" id="{961E082F-F30B-BC46-BB99-CA9B65C08128}"/>
              </a:ext>
            </a:extLst>
          </p:cNvPr>
          <p:cNvSpPr>
            <a:spLocks noGrp="1"/>
          </p:cNvSpPr>
          <p:nvPr>
            <p:ph type="body" sz="quarter" idx="18" hasCustomPrompt="1"/>
          </p:nvPr>
        </p:nvSpPr>
        <p:spPr bwMode="gray">
          <a:xfrm>
            <a:off x="6370043" y="1600202"/>
            <a:ext cx="5238974" cy="875370"/>
          </a:xfrm>
          <a:noFill/>
        </p:spPr>
        <p:txBody>
          <a:bodyPr vert="horz" lIns="0" tIns="91440" rIns="457200" bIns="91440" rtlCol="0" anchor="b">
            <a:noAutofit/>
          </a:bodyPr>
          <a:lstStyle>
            <a:lvl1pPr>
              <a:defRPr lang="en-US" sz="2000">
                <a:solidFill>
                  <a:schemeClr val="accent4"/>
                </a:solidFill>
              </a:defRPr>
            </a:lvl1pPr>
          </a:lstStyle>
          <a:p>
            <a:pPr lvl="0"/>
            <a:r>
              <a:rPr lang="en-US"/>
              <a:t>Click to add header </a:t>
            </a:r>
          </a:p>
        </p:txBody>
      </p:sp>
      <p:sp>
        <p:nvSpPr>
          <p:cNvPr id="16" name="Rectangle 15">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p:nvSpPr>
        <p:spPr>
          <a:xfrm>
            <a:off x="6365191" y="2484176"/>
            <a:ext cx="523897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a:p>
            <a:pPr algn="ctr">
              <a:spcAft>
                <a:spcPts val="600"/>
              </a:spcAft>
            </a:pPr>
            <a:endParaRPr lang="en-US" sz="1200">
              <a:solidFill>
                <a:schemeClr val="bg1"/>
              </a:solidFill>
            </a:endParaRPr>
          </a:p>
        </p:txBody>
      </p:sp>
      <p:sp>
        <p:nvSpPr>
          <p:cNvPr id="9" name="Content Placeholder 17">
            <a:extLst>
              <a:ext uri="{FF2B5EF4-FFF2-40B4-BE49-F238E27FC236}">
                <a16:creationId xmlns:a16="http://schemas.microsoft.com/office/drawing/2014/main" id="{3EE56D9F-2DF2-4F43-A13A-4844DFE465AC}"/>
              </a:ext>
            </a:extLst>
          </p:cNvPr>
          <p:cNvSpPr>
            <a:spLocks noGrp="1"/>
          </p:cNvSpPr>
          <p:nvPr>
            <p:ph sz="quarter" idx="16" hasCustomPrompt="1"/>
          </p:nvPr>
        </p:nvSpPr>
        <p:spPr bwMode="gray">
          <a:xfrm>
            <a:off x="6369460" y="2621021"/>
            <a:ext cx="5238974" cy="3544027"/>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age number">
            <a:extLst>
              <a:ext uri="{FF2B5EF4-FFF2-40B4-BE49-F238E27FC236}">
                <a16:creationId xmlns:a16="http://schemas.microsoft.com/office/drawing/2014/main" id="{3E816477-50B7-9248-BE5F-B9062610CEE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17" name="Rectangle 16">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userDrawn="1"/>
        </p:nvSpPr>
        <p:spPr>
          <a:xfrm>
            <a:off x="592865" y="2484176"/>
            <a:ext cx="5238974"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8" name="Rectangle 17">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userDrawn="1"/>
        </p:nvSpPr>
        <p:spPr>
          <a:xfrm>
            <a:off x="6365191" y="2484176"/>
            <a:ext cx="523897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a:p>
            <a:pPr algn="ctr">
              <a:spcAft>
                <a:spcPts val="600"/>
              </a:spcAft>
            </a:pPr>
            <a:endParaRPr lang="en-US" sz="1200">
              <a:solidFill>
                <a:schemeClr val="bg1"/>
              </a:solidFill>
            </a:endParaRPr>
          </a:p>
        </p:txBody>
      </p:sp>
      <p:sp>
        <p:nvSpPr>
          <p:cNvPr id="19" name="page number">
            <a:extLst>
              <a:ext uri="{FF2B5EF4-FFF2-40B4-BE49-F238E27FC236}">
                <a16:creationId xmlns:a16="http://schemas.microsoft.com/office/drawing/2014/main" id="{3E816477-50B7-9248-BE5F-B9062610CEE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12016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Three-Content 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F2C94F-DA57-4BDB-8E5C-E4A0C7522314}"/>
              </a:ext>
            </a:extLst>
          </p:cNvPr>
          <p:cNvSpPr>
            <a:spLocks noGrp="1"/>
          </p:cNvSpPr>
          <p:nvPr>
            <p:ph type="title" hasCustomPrompt="1"/>
          </p:nvPr>
        </p:nvSpPr>
        <p:spPr/>
        <p:txBody>
          <a:bodyPr/>
          <a:lstStyle>
            <a:lvl1pPr>
              <a:defRPr>
                <a:solidFill>
                  <a:schemeClr val="tx1"/>
                </a:solidFill>
              </a:defRPr>
            </a:lvl1pPr>
          </a:lstStyle>
          <a:p>
            <a:r>
              <a:rPr lang="en-US"/>
              <a:t>Three-content Layout – Three Horizontal Text Boxes</a:t>
            </a:r>
          </a:p>
        </p:txBody>
      </p:sp>
      <p:sp>
        <p:nvSpPr>
          <p:cNvPr id="13" name="Subtitle 2">
            <a:extLst>
              <a:ext uri="{FF2B5EF4-FFF2-40B4-BE49-F238E27FC236}">
                <a16:creationId xmlns:a16="http://schemas.microsoft.com/office/drawing/2014/main" id="{FC59F98B-A991-4DEC-A409-289E778CB84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24" name="Text Placeholder 3">
            <a:extLst>
              <a:ext uri="{FF2B5EF4-FFF2-40B4-BE49-F238E27FC236}">
                <a16:creationId xmlns:a16="http://schemas.microsoft.com/office/drawing/2014/main" id="{E0956C27-3D46-7745-A4A9-42842784C100}"/>
              </a:ext>
            </a:extLst>
          </p:cNvPr>
          <p:cNvSpPr>
            <a:spLocks noGrp="1"/>
          </p:cNvSpPr>
          <p:nvPr>
            <p:ph type="body" sz="quarter" idx="28" hasCustomPrompt="1"/>
          </p:nvPr>
        </p:nvSpPr>
        <p:spPr>
          <a:xfrm>
            <a:off x="592866" y="1600200"/>
            <a:ext cx="3593592" cy="914400"/>
          </a:xfrm>
          <a:noFill/>
        </p:spPr>
        <p:txBody>
          <a:bodyPr lIns="0" tIns="91440" rIns="182880" bIns="91440" anchor="b"/>
          <a:lstStyle>
            <a:lvl1pPr>
              <a:defRPr sz="1800">
                <a:solidFill>
                  <a:schemeClr val="accent3"/>
                </a:solidFill>
              </a:defRPr>
            </a:lvl1pPr>
            <a:lvl2pPr marL="0" indent="0">
              <a:buFont typeface="Arial" panose="020B0604020202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7" name="Rectangle 26">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p:nvSpPr>
        <p:spPr>
          <a:xfrm>
            <a:off x="592866" y="2511744"/>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0" name="Text Placeholder 15">
            <a:extLst>
              <a:ext uri="{FF2B5EF4-FFF2-40B4-BE49-F238E27FC236}">
                <a16:creationId xmlns:a16="http://schemas.microsoft.com/office/drawing/2014/main" id="{088F3A7B-ECB7-0E49-B754-464BE3E44868}"/>
              </a:ext>
            </a:extLst>
          </p:cNvPr>
          <p:cNvSpPr>
            <a:spLocks noGrp="1"/>
          </p:cNvSpPr>
          <p:nvPr>
            <p:ph type="body" sz="quarter" idx="27" hasCustomPrompt="1"/>
          </p:nvPr>
        </p:nvSpPr>
        <p:spPr>
          <a:xfrm>
            <a:off x="592866" y="2546329"/>
            <a:ext cx="3593592" cy="3627773"/>
          </a:xfrm>
          <a:noFill/>
          <a:ln>
            <a:noFill/>
          </a:ln>
        </p:spPr>
        <p:txBody>
          <a:bodyPr lIns="0" tIns="182880" rIns="182880" bIns="182880"/>
          <a:lstStyle>
            <a:lvl1pPr>
              <a:defRPr sz="1600">
                <a:solidFill>
                  <a:schemeClr val="tx1"/>
                </a:solidFill>
              </a:defRPr>
            </a:lvl1pPr>
          </a:lstStyle>
          <a:p>
            <a:r>
              <a:rPr lang="en-US" dirty="0"/>
              <a:t>Click to add text</a:t>
            </a:r>
          </a:p>
          <a:p>
            <a:r>
              <a:rPr lang="en-US" dirty="0"/>
              <a:t>Click to add text</a:t>
            </a:r>
          </a:p>
          <a:p>
            <a:r>
              <a:rPr lang="en-US" dirty="0"/>
              <a:t>Click to add text</a:t>
            </a:r>
          </a:p>
          <a:p>
            <a:r>
              <a:rPr lang="en-US" dirty="0"/>
              <a:t>Click to add text</a:t>
            </a:r>
          </a:p>
          <a:p>
            <a:endParaRPr lang="en-US" dirty="0"/>
          </a:p>
        </p:txBody>
      </p:sp>
      <p:sp>
        <p:nvSpPr>
          <p:cNvPr id="26" name="Text Placeholder 3">
            <a:extLst>
              <a:ext uri="{FF2B5EF4-FFF2-40B4-BE49-F238E27FC236}">
                <a16:creationId xmlns:a16="http://schemas.microsoft.com/office/drawing/2014/main" id="{88975597-2DC5-4748-87A2-37C22D522B0B}"/>
              </a:ext>
            </a:extLst>
          </p:cNvPr>
          <p:cNvSpPr>
            <a:spLocks noGrp="1"/>
          </p:cNvSpPr>
          <p:nvPr>
            <p:ph type="body" sz="quarter" idx="26" hasCustomPrompt="1"/>
          </p:nvPr>
        </p:nvSpPr>
        <p:spPr>
          <a:xfrm>
            <a:off x="4300806" y="1600200"/>
            <a:ext cx="3593592" cy="914400"/>
          </a:xfrm>
          <a:noFill/>
        </p:spPr>
        <p:txBody>
          <a:bodyPr lIns="0" tIns="91440" rIns="182880" bIns="91440" anchor="b"/>
          <a:lstStyle>
            <a:lvl1pPr>
              <a:defRPr sz="1800">
                <a:solidFill>
                  <a:schemeClr val="accent4"/>
                </a:solidFill>
              </a:defRPr>
            </a:lvl1pPr>
            <a:lvl2pPr marL="0" indent="0">
              <a:buFont typeface="Arial" panose="020B0604020202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8" name="Rectangle 27">
            <a:extLst>
              <a:ext uri="{FF2B5EF4-FFF2-40B4-BE49-F238E27FC236}">
                <a16:creationId xmlns:a16="http://schemas.microsoft.com/office/drawing/2014/main" id="{53DE0F89-6066-984A-B5C6-BC57894C3396}"/>
              </a:ext>
              <a:ext uri="{C183D7F6-B498-43B3-948B-1728B52AA6E4}">
                <adec:decorative xmlns:adec="http://schemas.microsoft.com/office/drawing/2017/decorative" val="1"/>
              </a:ext>
            </a:extLst>
          </p:cNvPr>
          <p:cNvSpPr/>
          <p:nvPr/>
        </p:nvSpPr>
        <p:spPr>
          <a:xfrm>
            <a:off x="4300806" y="2511744"/>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1" name="Text Placeholder 13">
            <a:extLst>
              <a:ext uri="{FF2B5EF4-FFF2-40B4-BE49-F238E27FC236}">
                <a16:creationId xmlns:a16="http://schemas.microsoft.com/office/drawing/2014/main" id="{44EE5778-B7AD-374C-B107-63971E570839}"/>
              </a:ext>
            </a:extLst>
          </p:cNvPr>
          <p:cNvSpPr>
            <a:spLocks noGrp="1"/>
          </p:cNvSpPr>
          <p:nvPr>
            <p:ph type="body" sz="quarter" idx="25" hasCustomPrompt="1"/>
          </p:nvPr>
        </p:nvSpPr>
        <p:spPr>
          <a:xfrm>
            <a:off x="4300806" y="2546329"/>
            <a:ext cx="3593592" cy="3627773"/>
          </a:xfrm>
          <a:noFill/>
          <a:ln>
            <a:noFill/>
          </a:ln>
        </p:spPr>
        <p:txBody>
          <a:bodyPr lIns="0" tIns="182880" rIns="182880" bIns="182880"/>
          <a:lstStyle>
            <a:lvl1pPr>
              <a:defRPr sz="1600">
                <a:solidFill>
                  <a:schemeClr val="tx1"/>
                </a:solidFill>
              </a:defRPr>
            </a:lvl1pPr>
          </a:lstStyle>
          <a:p>
            <a:r>
              <a:rPr lang="en-US"/>
              <a:t>Click to add text</a:t>
            </a:r>
          </a:p>
          <a:p>
            <a:r>
              <a:rPr lang="en-US"/>
              <a:t>Click to add text</a:t>
            </a:r>
          </a:p>
          <a:p>
            <a:r>
              <a:rPr lang="en-US"/>
              <a:t>Click to add text</a:t>
            </a:r>
          </a:p>
          <a:p>
            <a:r>
              <a:rPr lang="en-US"/>
              <a:t>Click to add text</a:t>
            </a:r>
          </a:p>
          <a:p>
            <a:endParaRPr lang="en-US"/>
          </a:p>
        </p:txBody>
      </p:sp>
      <p:sp>
        <p:nvSpPr>
          <p:cNvPr id="25" name="Text Placeholder 3">
            <a:extLst>
              <a:ext uri="{FF2B5EF4-FFF2-40B4-BE49-F238E27FC236}">
                <a16:creationId xmlns:a16="http://schemas.microsoft.com/office/drawing/2014/main" id="{F48BF931-C509-8F46-8576-3656F9F4BA19}"/>
              </a:ext>
            </a:extLst>
          </p:cNvPr>
          <p:cNvSpPr>
            <a:spLocks noGrp="1"/>
          </p:cNvSpPr>
          <p:nvPr>
            <p:ph type="body" sz="quarter" idx="23" hasCustomPrompt="1"/>
          </p:nvPr>
        </p:nvSpPr>
        <p:spPr>
          <a:xfrm>
            <a:off x="8008746" y="1600200"/>
            <a:ext cx="3593592" cy="914400"/>
          </a:xfrm>
          <a:noFill/>
        </p:spPr>
        <p:txBody>
          <a:bodyPr lIns="0" tIns="91440" rIns="182880" bIns="91440" anchor="b"/>
          <a:lstStyle>
            <a:lvl1pPr>
              <a:defRPr sz="1800">
                <a:solidFill>
                  <a:schemeClr val="accent6"/>
                </a:solidFill>
              </a:defRPr>
            </a:lvl1pPr>
            <a:lvl2pPr marL="0" indent="0">
              <a:buFont typeface="Arial" panose="020B0604020202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9" name="Rectangle 28">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p:nvSpPr>
        <p:spPr>
          <a:xfrm>
            <a:off x="8008746" y="2509480"/>
            <a:ext cx="3593592" cy="50246"/>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2" name="Text Placeholder 12">
            <a:extLst>
              <a:ext uri="{FF2B5EF4-FFF2-40B4-BE49-F238E27FC236}">
                <a16:creationId xmlns:a16="http://schemas.microsoft.com/office/drawing/2014/main" id="{7C6F38D2-AD30-AE4E-B0AD-4BAFB463F8B5}"/>
              </a:ext>
            </a:extLst>
          </p:cNvPr>
          <p:cNvSpPr>
            <a:spLocks noGrp="1"/>
          </p:cNvSpPr>
          <p:nvPr>
            <p:ph type="body" sz="quarter" idx="24" hasCustomPrompt="1"/>
          </p:nvPr>
        </p:nvSpPr>
        <p:spPr>
          <a:xfrm>
            <a:off x="8008746" y="2546329"/>
            <a:ext cx="3593592" cy="3627773"/>
          </a:xfrm>
          <a:noFill/>
          <a:ln>
            <a:noFill/>
          </a:ln>
        </p:spPr>
        <p:txBody>
          <a:bodyPr lIns="0" tIns="182880" rIns="182880" bIns="182880"/>
          <a:lstStyle>
            <a:lvl1pPr>
              <a:defRPr sz="1600">
                <a:solidFill>
                  <a:schemeClr val="tx1"/>
                </a:solidFill>
              </a:defRPr>
            </a:lvl1pPr>
          </a:lstStyle>
          <a:p>
            <a:r>
              <a:rPr lang="en-US"/>
              <a:t>Click to add text</a:t>
            </a:r>
          </a:p>
          <a:p>
            <a:r>
              <a:rPr lang="en-US"/>
              <a:t>Click to add text</a:t>
            </a:r>
          </a:p>
          <a:p>
            <a:r>
              <a:rPr lang="en-US"/>
              <a:t>Click to add text</a:t>
            </a:r>
          </a:p>
          <a:p>
            <a:r>
              <a:rPr lang="en-US"/>
              <a:t>Click to add text</a:t>
            </a:r>
          </a:p>
          <a:p>
            <a:endParaRPr lang="en-US"/>
          </a:p>
        </p:txBody>
      </p:sp>
      <p:sp>
        <p:nvSpPr>
          <p:cNvPr id="15" name="page number">
            <a:extLst>
              <a:ext uri="{FF2B5EF4-FFF2-40B4-BE49-F238E27FC236}">
                <a16:creationId xmlns:a16="http://schemas.microsoft.com/office/drawing/2014/main" id="{7788490C-B63E-8E46-A9C1-9CF865F7FA57}"/>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14" name="Rectangle 13">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userDrawn="1"/>
        </p:nvSpPr>
        <p:spPr>
          <a:xfrm>
            <a:off x="592866" y="2511744"/>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6" name="Rectangle 15">
            <a:extLst>
              <a:ext uri="{FF2B5EF4-FFF2-40B4-BE49-F238E27FC236}">
                <a16:creationId xmlns:a16="http://schemas.microsoft.com/office/drawing/2014/main" id="{53DE0F89-6066-984A-B5C6-BC57894C3396}"/>
              </a:ext>
              <a:ext uri="{C183D7F6-B498-43B3-948B-1728B52AA6E4}">
                <adec:decorative xmlns:adec="http://schemas.microsoft.com/office/drawing/2017/decorative" val="1"/>
              </a:ext>
            </a:extLst>
          </p:cNvPr>
          <p:cNvSpPr/>
          <p:nvPr userDrawn="1"/>
        </p:nvSpPr>
        <p:spPr>
          <a:xfrm>
            <a:off x="4300806" y="2511744"/>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7" name="Rectangle 16">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userDrawn="1"/>
        </p:nvSpPr>
        <p:spPr>
          <a:xfrm>
            <a:off x="8008746" y="2509480"/>
            <a:ext cx="3593592" cy="50246"/>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8" name="page number">
            <a:extLst>
              <a:ext uri="{FF2B5EF4-FFF2-40B4-BE49-F238E27FC236}">
                <a16:creationId xmlns:a16="http://schemas.microsoft.com/office/drawing/2014/main" id="{7788490C-B63E-8E46-A9C1-9CF865F7FA57}"/>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2496317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Two Content Dynamic –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46AD2E-9306-49E7-A98B-7D26E458C2B2}"/>
              </a:ext>
            </a:extLst>
          </p:cNvPr>
          <p:cNvSpPr>
            <a:spLocks noGrp="1"/>
          </p:cNvSpPr>
          <p:nvPr>
            <p:ph type="title" hasCustomPrompt="1"/>
          </p:nvPr>
        </p:nvSpPr>
        <p:spPr/>
        <p:txBody>
          <a:bodyPr wrap="none"/>
          <a:lstStyle>
            <a:lvl1pPr>
              <a:defRPr>
                <a:solidFill>
                  <a:schemeClr val="tx1"/>
                </a:solidFill>
              </a:defRPr>
            </a:lvl1pPr>
          </a:lstStyle>
          <a:p>
            <a:r>
              <a:rPr lang="en-US"/>
              <a:t>Two-content Layout – Highlight Text on Left, Text/Graphic on Right</a:t>
            </a:r>
          </a:p>
        </p:txBody>
      </p:sp>
      <p:sp>
        <p:nvSpPr>
          <p:cNvPr id="14" name="Subtitle 2">
            <a:extLst>
              <a:ext uri="{FF2B5EF4-FFF2-40B4-BE49-F238E27FC236}">
                <a16:creationId xmlns:a16="http://schemas.microsoft.com/office/drawing/2014/main" id="{551435C2-3F7C-4835-8DB0-71E2C00537CF}"/>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add subtitle</a:t>
            </a:r>
          </a:p>
        </p:txBody>
      </p:sp>
      <p:sp>
        <p:nvSpPr>
          <p:cNvPr id="7" name="Rectangle 6">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p:nvSpPr>
        <p:spPr>
          <a:xfrm flipV="1">
            <a:off x="0" y="1589925"/>
            <a:ext cx="2894012" cy="54864"/>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a:p>
            <a:pPr algn="ctr">
              <a:spcAft>
                <a:spcPts val="600"/>
              </a:spcAft>
            </a:pPr>
            <a:endParaRPr lang="en-US" sz="1200">
              <a:solidFill>
                <a:schemeClr val="bg1"/>
              </a:solidFill>
            </a:endParaRPr>
          </a:p>
        </p:txBody>
      </p:sp>
      <p:sp>
        <p:nvSpPr>
          <p:cNvPr id="4" name="Text Placeholder 3">
            <a:extLst>
              <a:ext uri="{FF2B5EF4-FFF2-40B4-BE49-F238E27FC236}">
                <a16:creationId xmlns:a16="http://schemas.microsoft.com/office/drawing/2014/main" id="{830FD232-93CB-4B54-A933-93C11B099F7A}"/>
              </a:ext>
            </a:extLst>
          </p:cNvPr>
          <p:cNvSpPr>
            <a:spLocks noGrp="1"/>
          </p:cNvSpPr>
          <p:nvPr>
            <p:ph type="body" sz="quarter" idx="20" hasCustomPrompt="1"/>
          </p:nvPr>
        </p:nvSpPr>
        <p:spPr>
          <a:xfrm>
            <a:off x="0" y="1644789"/>
            <a:ext cx="2894013" cy="4527410"/>
          </a:xfrm>
          <a:solidFill>
            <a:schemeClr val="bg1">
              <a:alpha val="20000"/>
            </a:schemeClr>
          </a:solidFill>
        </p:spPr>
        <p:txBody>
          <a:bodyPr vert="horz" lIns="457200" tIns="457200" rIns="457200" bIns="457200" rtlCol="0">
            <a:noAutofit/>
          </a:bodyPr>
          <a:lstStyle>
            <a:lvl1pPr>
              <a:defRPr lang="en-US" sz="1800" dirty="0">
                <a:solidFill>
                  <a:schemeClr val="tx1"/>
                </a:solidFill>
              </a:defRPr>
            </a:lvl1pPr>
            <a:lvl2pPr>
              <a:defRPr lang="en-US" sz="1600" dirty="0" smtClean="0">
                <a:solidFill>
                  <a:schemeClr val="tx1"/>
                </a:solidFill>
              </a:defRPr>
            </a:lvl2pPr>
            <a:lvl3pPr>
              <a:defRPr lang="en-US" sz="1400" dirty="0" smtClean="0">
                <a:solidFill>
                  <a:schemeClr val="tx1"/>
                </a:solidFill>
              </a:defRPr>
            </a:lvl3pPr>
            <a:lvl4pPr>
              <a:defRPr lang="en-US" sz="1200" dirty="0" smtClean="0">
                <a:solidFill>
                  <a:schemeClr val="tx1"/>
                </a:solidFill>
              </a:defRPr>
            </a:lvl4pPr>
            <a:lvl5pPr>
              <a:defRPr lang="en-US" sz="1200" dirty="0">
                <a:solidFill>
                  <a:schemeClr val="tx1"/>
                </a:solidFill>
              </a:defRPr>
            </a:lvl5pPr>
          </a:lstStyle>
          <a:p>
            <a:pPr lvl="0">
              <a:spcBef>
                <a:spcPts val="1200"/>
              </a:spcBef>
            </a:pPr>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a:extLst>
              <a:ext uri="{FF2B5EF4-FFF2-40B4-BE49-F238E27FC236}">
                <a16:creationId xmlns:a16="http://schemas.microsoft.com/office/drawing/2014/main" id="{577AE2CA-1B34-4F04-BD7F-F624F20E94FB}"/>
              </a:ext>
            </a:extLst>
          </p:cNvPr>
          <p:cNvSpPr>
            <a:spLocks noGrp="1"/>
          </p:cNvSpPr>
          <p:nvPr>
            <p:ph sz="quarter" idx="19" hasCustomPrompt="1"/>
          </p:nvPr>
        </p:nvSpPr>
        <p:spPr>
          <a:xfrm>
            <a:off x="3351213" y="1600200"/>
            <a:ext cx="8229600" cy="4572000"/>
          </a:xfrm>
        </p:spPr>
        <p:txBody>
          <a:bodyPr vert="horz" lIns="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1A93E906-C928-C345-B032-1F5C677FAEDD}"/>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9" name="Rectangle 8">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userDrawn="1"/>
        </p:nvSpPr>
        <p:spPr>
          <a:xfrm flipV="1">
            <a:off x="0" y="1589925"/>
            <a:ext cx="2894012" cy="54864"/>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a:p>
            <a:pPr algn="ctr">
              <a:spcAft>
                <a:spcPts val="600"/>
              </a:spcAft>
            </a:pPr>
            <a:endParaRPr lang="en-US" sz="1200">
              <a:solidFill>
                <a:schemeClr val="bg1"/>
              </a:solidFill>
            </a:endParaRPr>
          </a:p>
        </p:txBody>
      </p:sp>
      <p:sp>
        <p:nvSpPr>
          <p:cNvPr id="10" name="page number">
            <a:extLst>
              <a:ext uri="{FF2B5EF4-FFF2-40B4-BE49-F238E27FC236}">
                <a16:creationId xmlns:a16="http://schemas.microsoft.com/office/drawing/2014/main" id="{1A93E906-C928-C345-B032-1F5C677FAEDD}"/>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2541084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Two Content Dynamic –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2A934A-AC6B-460C-9C93-B13CF6B6263F}"/>
              </a:ext>
            </a:extLst>
          </p:cNvPr>
          <p:cNvSpPr>
            <a:spLocks noGrp="1"/>
          </p:cNvSpPr>
          <p:nvPr>
            <p:ph type="title" hasCustomPrompt="1"/>
          </p:nvPr>
        </p:nvSpPr>
        <p:spPr/>
        <p:txBody>
          <a:bodyPr wrap="none"/>
          <a:lstStyle>
            <a:lvl1pPr>
              <a:defRPr>
                <a:solidFill>
                  <a:schemeClr val="tx1"/>
                </a:solidFill>
              </a:defRPr>
            </a:lvl1pPr>
          </a:lstStyle>
          <a:p>
            <a:r>
              <a:rPr lang="en-US"/>
              <a:t>Two-content Layout – Highlight Text on Right, Text/Graphic on Left</a:t>
            </a:r>
          </a:p>
        </p:txBody>
      </p:sp>
      <p:sp>
        <p:nvSpPr>
          <p:cNvPr id="14" name="Subtitle 2">
            <a:extLst>
              <a:ext uri="{FF2B5EF4-FFF2-40B4-BE49-F238E27FC236}">
                <a16:creationId xmlns:a16="http://schemas.microsoft.com/office/drawing/2014/main" id="{F6F5131D-84AE-4294-83A1-243FE1C81A8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8" name="Content Placeholder 7">
            <a:extLst>
              <a:ext uri="{FF2B5EF4-FFF2-40B4-BE49-F238E27FC236}">
                <a16:creationId xmlns:a16="http://schemas.microsoft.com/office/drawing/2014/main" id="{7460DEEA-0331-45ED-8943-6F9E74884092}"/>
              </a:ext>
            </a:extLst>
          </p:cNvPr>
          <p:cNvSpPr>
            <a:spLocks noGrp="1"/>
          </p:cNvSpPr>
          <p:nvPr>
            <p:ph sz="quarter" idx="19" hasCustomPrompt="1"/>
          </p:nvPr>
        </p:nvSpPr>
        <p:spPr>
          <a:xfrm>
            <a:off x="608013" y="1600200"/>
            <a:ext cx="8229600" cy="4572000"/>
          </a:xfrm>
        </p:spPr>
        <p:txBody>
          <a:bodyPr tIns="45720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p>
        </p:txBody>
      </p:sp>
      <p:sp>
        <p:nvSpPr>
          <p:cNvPr id="7" name="Rectangle 6">
            <a:extLst>
              <a:ext uri="{FF2B5EF4-FFF2-40B4-BE49-F238E27FC236}">
                <a16:creationId xmlns:a16="http://schemas.microsoft.com/office/drawing/2014/main" id="{B12C22B1-5B53-F148-8D4A-31CCDD16E170}"/>
              </a:ext>
              <a:ext uri="{C183D7F6-B498-43B3-948B-1728B52AA6E4}">
                <adec:decorative xmlns:adec="http://schemas.microsoft.com/office/drawing/2017/decorative" val="1"/>
              </a:ext>
            </a:extLst>
          </p:cNvPr>
          <p:cNvSpPr/>
          <p:nvPr/>
        </p:nvSpPr>
        <p:spPr>
          <a:xfrm flipV="1">
            <a:off x="9285149" y="1589924"/>
            <a:ext cx="2903676" cy="60905"/>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tx1"/>
              </a:solidFill>
            </a:endParaRPr>
          </a:p>
          <a:p>
            <a:pPr algn="ctr">
              <a:spcAft>
                <a:spcPts val="600"/>
              </a:spcAft>
            </a:pPr>
            <a:endParaRPr lang="en-US" sz="1200">
              <a:solidFill>
                <a:schemeClr val="tx1"/>
              </a:solidFill>
            </a:endParaRPr>
          </a:p>
        </p:txBody>
      </p:sp>
      <p:sp>
        <p:nvSpPr>
          <p:cNvPr id="5" name="Text Placeholder 4">
            <a:extLst>
              <a:ext uri="{FF2B5EF4-FFF2-40B4-BE49-F238E27FC236}">
                <a16:creationId xmlns:a16="http://schemas.microsoft.com/office/drawing/2014/main" id="{8197ED16-D162-4BF7-B635-2F70E10855A0}"/>
              </a:ext>
            </a:extLst>
          </p:cNvPr>
          <p:cNvSpPr>
            <a:spLocks noGrp="1"/>
          </p:cNvSpPr>
          <p:nvPr>
            <p:ph type="body" sz="quarter" idx="20" hasCustomPrompt="1"/>
          </p:nvPr>
        </p:nvSpPr>
        <p:spPr>
          <a:xfrm>
            <a:off x="9326880" y="1644788"/>
            <a:ext cx="2894012" cy="4527411"/>
          </a:xfrm>
          <a:solidFill>
            <a:schemeClr val="bg1">
              <a:alpha val="20000"/>
            </a:schemeClr>
          </a:solidFill>
        </p:spPr>
        <p:txBody>
          <a:bodyPr vert="horz" lIns="274320" tIns="457200" rIns="457200" bIns="457200" rtlCol="0">
            <a:noAutofit/>
          </a:bodyPr>
          <a:lstStyle>
            <a:lvl1pPr>
              <a:spcAft>
                <a:spcPts val="1200"/>
              </a:spcAft>
              <a:defRPr lang="en-US" sz="1800" dirty="0">
                <a:solidFill>
                  <a:schemeClr val="tx1"/>
                </a:solidFill>
              </a:defRPr>
            </a:lvl1pPr>
            <a:lvl2pPr>
              <a:spcAft>
                <a:spcPts val="1200"/>
              </a:spcAft>
              <a:defRPr lang="en-US" sz="1600" dirty="0">
                <a:solidFill>
                  <a:schemeClr val="tx1"/>
                </a:solidFill>
              </a:defRPr>
            </a:lvl2pPr>
            <a:lvl3pPr>
              <a:spcAft>
                <a:spcPts val="1200"/>
              </a:spcAft>
              <a:defRPr lang="en-US" sz="1400" dirty="0">
                <a:solidFill>
                  <a:schemeClr val="tx1"/>
                </a:solidFill>
              </a:defRPr>
            </a:lvl3pPr>
            <a:lvl4pPr>
              <a:spcAft>
                <a:spcPts val="1200"/>
              </a:spcAft>
              <a:defRPr lang="en-US" sz="1200" dirty="0">
                <a:solidFill>
                  <a:schemeClr val="tx1"/>
                </a:solidFill>
              </a:defRPr>
            </a:lvl4pPr>
            <a:lvl5pPr>
              <a:spcAft>
                <a:spcPts val="1200"/>
              </a:spcAft>
              <a:defRPr lang="en-US" sz="1200" dirty="0">
                <a:solidFill>
                  <a:schemeClr val="tx1"/>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age number">
            <a:extLst>
              <a:ext uri="{FF2B5EF4-FFF2-40B4-BE49-F238E27FC236}">
                <a16:creationId xmlns:a16="http://schemas.microsoft.com/office/drawing/2014/main" id="{EA3FFB13-8625-D245-BD64-AAC7CCCB5B6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10" name="Rectangle 9">
            <a:extLst>
              <a:ext uri="{FF2B5EF4-FFF2-40B4-BE49-F238E27FC236}">
                <a16:creationId xmlns:a16="http://schemas.microsoft.com/office/drawing/2014/main" id="{B12C22B1-5B53-F148-8D4A-31CCDD16E170}"/>
              </a:ext>
              <a:ext uri="{C183D7F6-B498-43B3-948B-1728B52AA6E4}">
                <adec:decorative xmlns:adec="http://schemas.microsoft.com/office/drawing/2017/decorative" val="1"/>
              </a:ext>
            </a:extLst>
          </p:cNvPr>
          <p:cNvSpPr/>
          <p:nvPr userDrawn="1"/>
        </p:nvSpPr>
        <p:spPr>
          <a:xfrm flipV="1">
            <a:off x="9285149" y="1589924"/>
            <a:ext cx="2903676" cy="60905"/>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tx1"/>
              </a:solidFill>
            </a:endParaRPr>
          </a:p>
          <a:p>
            <a:pPr algn="ctr">
              <a:spcAft>
                <a:spcPts val="600"/>
              </a:spcAft>
            </a:pPr>
            <a:endParaRPr lang="en-US" sz="1200">
              <a:solidFill>
                <a:schemeClr val="tx1"/>
              </a:solidFill>
            </a:endParaRPr>
          </a:p>
        </p:txBody>
      </p:sp>
      <p:sp>
        <p:nvSpPr>
          <p:cNvPr id="11" name="page number">
            <a:extLst>
              <a:ext uri="{FF2B5EF4-FFF2-40B4-BE49-F238E27FC236}">
                <a16:creationId xmlns:a16="http://schemas.microsoft.com/office/drawing/2014/main" id="{EA3FFB13-8625-D245-BD64-AAC7CCCB5B6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2673847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Diagram with Content on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57BCD9-063B-4ED4-B68C-092EC2C342E6}"/>
              </a:ext>
            </a:extLst>
          </p:cNvPr>
          <p:cNvSpPr>
            <a:spLocks noGrp="1"/>
          </p:cNvSpPr>
          <p:nvPr>
            <p:ph type="title" hasCustomPrompt="1"/>
          </p:nvPr>
        </p:nvSpPr>
        <p:spPr/>
        <p:txBody>
          <a:bodyPr wrap="none"/>
          <a:lstStyle>
            <a:lvl1pPr>
              <a:defRPr>
                <a:solidFill>
                  <a:schemeClr val="tx1"/>
                </a:solidFill>
              </a:defRPr>
            </a:lvl1pPr>
          </a:lstStyle>
          <a:p>
            <a:r>
              <a:rPr lang="en-US"/>
              <a:t>Diagram with Content</a:t>
            </a:r>
          </a:p>
        </p:txBody>
      </p:sp>
      <p:sp>
        <p:nvSpPr>
          <p:cNvPr id="9" name="Subtitle 2">
            <a:extLst>
              <a:ext uri="{FF2B5EF4-FFF2-40B4-BE49-F238E27FC236}">
                <a16:creationId xmlns:a16="http://schemas.microsoft.com/office/drawing/2014/main" id="{A0D276D7-17CD-46AB-99B2-97FD34FEEFF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8" name="Content Placeholder 17">
            <a:extLst>
              <a:ext uri="{FF2B5EF4-FFF2-40B4-BE49-F238E27FC236}">
                <a16:creationId xmlns:a16="http://schemas.microsoft.com/office/drawing/2014/main" id="{73A8AFF7-683B-9045-8B6E-5867DABAE588}"/>
              </a:ext>
            </a:extLst>
          </p:cNvPr>
          <p:cNvSpPr>
            <a:spLocks noGrp="1"/>
          </p:cNvSpPr>
          <p:nvPr>
            <p:ph sz="quarter" idx="14" hasCustomPrompt="1"/>
          </p:nvPr>
        </p:nvSpPr>
        <p:spPr bwMode="ltGray">
          <a:xfrm>
            <a:off x="595424" y="1600201"/>
            <a:ext cx="7410892" cy="4572000"/>
          </a:xfrm>
          <a:noFill/>
        </p:spPr>
        <p:txBody>
          <a:bodyPr vert="horz" lIns="457200" tIns="457200" rIns="457200" bIns="457200" rtlCol="0">
            <a:noAutofit/>
          </a:bodyPr>
          <a:lstStyle>
            <a:lvl1pPr algn="ctr">
              <a:spcBef>
                <a:spcPts val="1200"/>
              </a:spcBef>
              <a:defRPr lang="en-US" sz="12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Click to add a graphic. Note intended for text. </a:t>
            </a:r>
            <a:br>
              <a:rPr lang="en-US"/>
            </a:br>
            <a:r>
              <a:rPr lang="en-US"/>
              <a:t>Please use 2 content dynamic layout for text layouts</a:t>
            </a:r>
          </a:p>
        </p:txBody>
      </p:sp>
      <p:sp>
        <p:nvSpPr>
          <p:cNvPr id="5" name="Text Placeholder 4">
            <a:extLst>
              <a:ext uri="{FF2B5EF4-FFF2-40B4-BE49-F238E27FC236}">
                <a16:creationId xmlns:a16="http://schemas.microsoft.com/office/drawing/2014/main" id="{7F7496CC-9DD2-4299-850C-005958FB65CC}"/>
              </a:ext>
            </a:extLst>
          </p:cNvPr>
          <p:cNvSpPr>
            <a:spLocks noGrp="1"/>
          </p:cNvSpPr>
          <p:nvPr>
            <p:ph type="body" sz="quarter" idx="17" hasCustomPrompt="1"/>
          </p:nvPr>
        </p:nvSpPr>
        <p:spPr>
          <a:xfrm>
            <a:off x="8380413" y="1600200"/>
            <a:ext cx="3808412" cy="4572000"/>
          </a:xfrm>
          <a:noFill/>
        </p:spPr>
        <p:txBody>
          <a:bodyPr tIns="457200" rIns="594360" bIns="457200"/>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vl6pPr>
              <a:defRPr sz="1100">
                <a:solidFill>
                  <a:schemeClr val="tx1"/>
                </a:solidFill>
              </a:defRPr>
            </a:lvl6pPr>
            <a:lvl7pPr>
              <a:defRPr sz="1100">
                <a:solidFill>
                  <a:schemeClr val="tx1"/>
                </a:solidFill>
              </a:defRPr>
            </a:lvl7pPr>
            <a:lvl8pPr>
              <a:defRPr sz="1100">
                <a:solidFill>
                  <a:schemeClr val="tx1"/>
                </a:solidFill>
              </a:defRPr>
            </a:lvl8pPr>
            <a:lvl9pPr>
              <a:defRPr sz="110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1" name="page number">
            <a:extLst>
              <a:ext uri="{FF2B5EF4-FFF2-40B4-BE49-F238E27FC236}">
                <a16:creationId xmlns:a16="http://schemas.microsoft.com/office/drawing/2014/main" id="{0D34A4A0-0C07-994F-9539-A07F4B06F18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7" name="Rectangle 6">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p:nvSpPr>
        <p:spPr>
          <a:xfrm flipV="1">
            <a:off x="8380072" y="1589923"/>
            <a:ext cx="3808754" cy="82618"/>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tx1"/>
              </a:solidFill>
            </a:endParaRPr>
          </a:p>
          <a:p>
            <a:pPr algn="ctr">
              <a:spcAft>
                <a:spcPts val="600"/>
              </a:spcAft>
            </a:pPr>
            <a:endParaRPr lang="en-US" sz="1200">
              <a:solidFill>
                <a:schemeClr val="tx1"/>
              </a:solidFill>
            </a:endParaRPr>
          </a:p>
        </p:txBody>
      </p:sp>
      <p:sp>
        <p:nvSpPr>
          <p:cNvPr id="10" name="page number">
            <a:extLst>
              <a:ext uri="{FF2B5EF4-FFF2-40B4-BE49-F238E27FC236}">
                <a16:creationId xmlns:a16="http://schemas.microsoft.com/office/drawing/2014/main" id="{0D34A4A0-0C07-994F-9539-A07F4B06F18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12" name="Rectangle 11">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userDrawn="1"/>
        </p:nvSpPr>
        <p:spPr>
          <a:xfrm flipV="1">
            <a:off x="8380072" y="1589923"/>
            <a:ext cx="3808754" cy="82618"/>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tx1"/>
              </a:solidFill>
            </a:endParaRPr>
          </a:p>
          <a:p>
            <a:pPr algn="ctr">
              <a:spcAft>
                <a:spcPts val="600"/>
              </a:spcAft>
            </a:pPr>
            <a:endParaRPr lang="en-US" sz="1200">
              <a:solidFill>
                <a:schemeClr val="tx1"/>
              </a:solidFill>
            </a:endParaRPr>
          </a:p>
        </p:txBody>
      </p:sp>
    </p:spTree>
    <p:extLst>
      <p:ext uri="{BB962C8B-B14F-4D97-AF65-F5344CB8AC3E}">
        <p14:creationId xmlns:p14="http://schemas.microsoft.com/office/powerpoint/2010/main" val="2964455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Diagram with Outcome, Benefi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15888C-CFB4-4BEC-9B94-46E698DFC481}"/>
              </a:ext>
            </a:extLst>
          </p:cNvPr>
          <p:cNvSpPr>
            <a:spLocks noGrp="1"/>
          </p:cNvSpPr>
          <p:nvPr>
            <p:ph type="title" hasCustomPrompt="1"/>
          </p:nvPr>
        </p:nvSpPr>
        <p:spPr/>
        <p:txBody>
          <a:bodyPr wrap="none"/>
          <a:lstStyle>
            <a:lvl1pPr>
              <a:defRPr>
                <a:solidFill>
                  <a:schemeClr val="tx1"/>
                </a:solidFill>
              </a:defRPr>
            </a:lvl1pPr>
          </a:lstStyle>
          <a:p>
            <a:r>
              <a:rPr lang="en-US"/>
              <a:t>Diagram with Outcome/Benefit Content</a:t>
            </a:r>
          </a:p>
        </p:txBody>
      </p:sp>
      <p:sp>
        <p:nvSpPr>
          <p:cNvPr id="19" name="Subtitle 2">
            <a:extLst>
              <a:ext uri="{FF2B5EF4-FFF2-40B4-BE49-F238E27FC236}">
                <a16:creationId xmlns:a16="http://schemas.microsoft.com/office/drawing/2014/main" id="{E9D6A872-88BD-4DFC-AFFD-1E9BEEB6533B}"/>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11" name="Content Placeholder 17">
            <a:extLst>
              <a:ext uri="{FF2B5EF4-FFF2-40B4-BE49-F238E27FC236}">
                <a16:creationId xmlns:a16="http://schemas.microsoft.com/office/drawing/2014/main" id="{DAEEA46F-682F-5A4F-8E4D-B4CA754E0724}"/>
              </a:ext>
            </a:extLst>
          </p:cNvPr>
          <p:cNvSpPr>
            <a:spLocks noGrp="1"/>
          </p:cNvSpPr>
          <p:nvPr>
            <p:ph sz="quarter" idx="14" hasCustomPrompt="1"/>
          </p:nvPr>
        </p:nvSpPr>
        <p:spPr bwMode="ltGray">
          <a:xfrm>
            <a:off x="595424" y="1600201"/>
            <a:ext cx="7410892" cy="4572000"/>
          </a:xfrm>
          <a:noFill/>
        </p:spPr>
        <p:txBody>
          <a:bodyPr vert="horz" lIns="457200" tIns="457200" rIns="457200" bIns="457200" rtlCol="0">
            <a:noAutofit/>
          </a:bodyPr>
          <a:lstStyle>
            <a:lvl1pPr marL="171450" indent="-171450" algn="ctr">
              <a:spcBef>
                <a:spcPts val="1200"/>
              </a:spcBef>
              <a:defRPr lang="en-US" sz="1200" kern="1200" dirty="0">
                <a:solidFill>
                  <a:schemeClr val="tx1"/>
                </a:solidFill>
                <a:latin typeface="+mn-lt"/>
                <a:ea typeface="+mn-ea"/>
                <a:cs typeface="+mn-cs"/>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marL="0" marR="0" lvl="0" indent="0" algn="ctr" defTabSz="914400" rtl="0" eaLnBrk="1" fontAlgn="auto" latinLnBrk="0" hangingPunct="1">
              <a:lnSpc>
                <a:spcPct val="100000"/>
              </a:lnSpc>
              <a:spcBef>
                <a:spcPts val="1200"/>
              </a:spcBef>
              <a:spcAft>
                <a:spcPts val="0"/>
              </a:spcAft>
              <a:buClr>
                <a:schemeClr val="tx1">
                  <a:lumMod val="60000"/>
                  <a:lumOff val="40000"/>
                </a:schemeClr>
              </a:buClr>
              <a:buSzPct val="90000"/>
              <a:buFont typeface="Arial" panose="020B0604020202020204" pitchFamily="34" charset="0"/>
              <a:buChar char="​"/>
              <a:tabLst/>
              <a:defRPr/>
            </a:pPr>
            <a:r>
              <a:rPr lang="en-US"/>
              <a:t>Click to add a graphic. Note intended for text. </a:t>
            </a:r>
            <a:br>
              <a:rPr lang="en-US"/>
            </a:br>
            <a:r>
              <a:rPr lang="en-US"/>
              <a:t>Please use 2 content dynamic layout for text layouts</a:t>
            </a:r>
          </a:p>
          <a:p>
            <a:pPr marL="0" lvl="0" indent="0" algn="ctr"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endParaRPr lang="en-US"/>
          </a:p>
        </p:txBody>
      </p:sp>
      <p:cxnSp>
        <p:nvCxnSpPr>
          <p:cNvPr id="138" name="Straight Connector 137">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p:nvCxnSpPr>
        <p:spPr>
          <a:xfrm>
            <a:off x="8380413" y="1608668"/>
            <a:ext cx="3808412" cy="0"/>
          </a:xfrm>
          <a:prstGeom prst="line">
            <a:avLst/>
          </a:prstGeom>
          <a:ln w="25400">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9005EB21-86C3-42EF-BFE7-549D9EA3645A}"/>
              </a:ext>
            </a:extLst>
          </p:cNvPr>
          <p:cNvSpPr>
            <a:spLocks noGrp="1"/>
          </p:cNvSpPr>
          <p:nvPr>
            <p:ph type="body" sz="quarter" idx="17" hasCustomPrompt="1"/>
          </p:nvPr>
        </p:nvSpPr>
        <p:spPr>
          <a:xfrm>
            <a:off x="8380413" y="1699688"/>
            <a:ext cx="2006600" cy="298450"/>
          </a:xfrm>
        </p:spPr>
        <p:txBody>
          <a:bodyPr anchor="b"/>
          <a:lstStyle>
            <a:lvl1pPr>
              <a:defRPr sz="1800">
                <a:solidFill>
                  <a:schemeClr val="accent3"/>
                </a:solidFill>
              </a:defRPr>
            </a:lvl1pPr>
            <a:lvl5pPr>
              <a:defRPr/>
            </a:lvl5pPr>
          </a:lstStyle>
          <a:p>
            <a:pPr lvl="0"/>
            <a:r>
              <a:rPr lang="en-US"/>
              <a:t>Outcome</a:t>
            </a:r>
          </a:p>
        </p:txBody>
      </p:sp>
      <p:sp>
        <p:nvSpPr>
          <p:cNvPr id="4" name="Text Placeholder 3">
            <a:extLst>
              <a:ext uri="{FF2B5EF4-FFF2-40B4-BE49-F238E27FC236}">
                <a16:creationId xmlns:a16="http://schemas.microsoft.com/office/drawing/2014/main" id="{A8781D19-2DDB-4D83-983D-3D159A7DE7C0}"/>
              </a:ext>
            </a:extLst>
          </p:cNvPr>
          <p:cNvSpPr>
            <a:spLocks noGrp="1"/>
          </p:cNvSpPr>
          <p:nvPr>
            <p:ph type="body" sz="quarter" idx="20" hasCustomPrompt="1"/>
          </p:nvPr>
        </p:nvSpPr>
        <p:spPr>
          <a:xfrm>
            <a:off x="8378825" y="2063048"/>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dirty="0"/>
              <a:t>Click to add text</a:t>
            </a:r>
          </a:p>
          <a:p>
            <a:pPr lvl="1"/>
            <a:r>
              <a:rPr lang="en-US" dirty="0"/>
              <a:t>Second level</a:t>
            </a:r>
          </a:p>
          <a:p>
            <a:pPr lvl="2"/>
            <a:r>
              <a:rPr lang="en-US" dirty="0"/>
              <a:t>Third level</a:t>
            </a:r>
          </a:p>
        </p:txBody>
      </p:sp>
      <p:cxnSp>
        <p:nvCxnSpPr>
          <p:cNvPr id="75" name="Straight Connector 74">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Text Placeholder 6">
            <a:extLst>
              <a:ext uri="{FF2B5EF4-FFF2-40B4-BE49-F238E27FC236}">
                <a16:creationId xmlns:a16="http://schemas.microsoft.com/office/drawing/2014/main" id="{0D0977FA-A4CA-4F1F-8109-D7498D165EDD}"/>
              </a:ext>
            </a:extLst>
          </p:cNvPr>
          <p:cNvSpPr>
            <a:spLocks noGrp="1"/>
          </p:cNvSpPr>
          <p:nvPr>
            <p:ph type="body" sz="quarter" idx="19" hasCustomPrompt="1"/>
          </p:nvPr>
        </p:nvSpPr>
        <p:spPr>
          <a:xfrm>
            <a:off x="8380413" y="3972469"/>
            <a:ext cx="2006600" cy="298450"/>
          </a:xfrm>
        </p:spPr>
        <p:txBody>
          <a:bodyPr anchor="b"/>
          <a:lstStyle>
            <a:lvl1pPr>
              <a:defRPr sz="1800">
                <a:solidFill>
                  <a:schemeClr val="accent4"/>
                </a:solidFill>
              </a:defRPr>
            </a:lvl1pPr>
            <a:lvl5pPr>
              <a:defRPr/>
            </a:lvl5pPr>
          </a:lstStyle>
          <a:p>
            <a:pPr lvl="0"/>
            <a:r>
              <a:rPr lang="en-US"/>
              <a:t>Benefit</a:t>
            </a:r>
          </a:p>
        </p:txBody>
      </p:sp>
      <p:sp>
        <p:nvSpPr>
          <p:cNvPr id="16" name="Text Placeholder 3">
            <a:extLst>
              <a:ext uri="{FF2B5EF4-FFF2-40B4-BE49-F238E27FC236}">
                <a16:creationId xmlns:a16="http://schemas.microsoft.com/office/drawing/2014/main" id="{BB1458BF-96C1-46C6-A67F-AD0FB4B4E5C0}"/>
              </a:ext>
            </a:extLst>
          </p:cNvPr>
          <p:cNvSpPr>
            <a:spLocks noGrp="1"/>
          </p:cNvSpPr>
          <p:nvPr>
            <p:ph type="body" sz="quarter" idx="21" hasCustomPrompt="1"/>
          </p:nvPr>
        </p:nvSpPr>
        <p:spPr>
          <a:xfrm>
            <a:off x="8378825" y="4347904"/>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dirty="0"/>
              <a:t>Click to add text</a:t>
            </a:r>
          </a:p>
          <a:p>
            <a:pPr lvl="1"/>
            <a:r>
              <a:rPr lang="en-US" dirty="0"/>
              <a:t>Second level</a:t>
            </a:r>
          </a:p>
          <a:p>
            <a:pPr lvl="2"/>
            <a:r>
              <a:rPr lang="en-US" dirty="0"/>
              <a:t>Third level</a:t>
            </a:r>
          </a:p>
        </p:txBody>
      </p:sp>
      <p:sp>
        <p:nvSpPr>
          <p:cNvPr id="13" name="page number">
            <a:extLst>
              <a:ext uri="{FF2B5EF4-FFF2-40B4-BE49-F238E27FC236}">
                <a16:creationId xmlns:a16="http://schemas.microsoft.com/office/drawing/2014/main" id="{2520CB7B-27A1-0749-95BA-681D8A0535D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cxnSp>
        <p:nvCxnSpPr>
          <p:cNvPr id="12" name="Straight Connector 11">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userDrawn="1"/>
        </p:nvCxnSpPr>
        <p:spPr>
          <a:xfrm>
            <a:off x="8380413" y="1608668"/>
            <a:ext cx="3808412" cy="0"/>
          </a:xfrm>
          <a:prstGeom prst="line">
            <a:avLst/>
          </a:prstGeom>
          <a:ln w="25400">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userDrawn="1"/>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page number">
            <a:extLst>
              <a:ext uri="{FF2B5EF4-FFF2-40B4-BE49-F238E27FC236}">
                <a16:creationId xmlns:a16="http://schemas.microsoft.com/office/drawing/2014/main" id="{2520CB7B-27A1-0749-95BA-681D8A0535D2}"/>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160904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Customer Success">
    <p:spTree>
      <p:nvGrpSpPr>
        <p:cNvPr id="1" name=""/>
        <p:cNvGrpSpPr/>
        <p:nvPr/>
      </p:nvGrpSpPr>
      <p:grpSpPr>
        <a:xfrm>
          <a:off x="0" y="0"/>
          <a:ext cx="0" cy="0"/>
          <a:chOff x="0" y="0"/>
          <a:chExt cx="0" cy="0"/>
        </a:xfrm>
      </p:grpSpPr>
      <p:sp>
        <p:nvSpPr>
          <p:cNvPr id="53" name="Title 1">
            <a:extLst>
              <a:ext uri="{FF2B5EF4-FFF2-40B4-BE49-F238E27FC236}">
                <a16:creationId xmlns:a16="http://schemas.microsoft.com/office/drawing/2014/main" id="{05E46EAA-9D16-0D47-AF18-92C449033DAC}"/>
              </a:ext>
            </a:extLst>
          </p:cNvPr>
          <p:cNvSpPr>
            <a:spLocks noGrp="1"/>
          </p:cNvSpPr>
          <p:nvPr>
            <p:ph type="title" hasCustomPrompt="1"/>
          </p:nvPr>
        </p:nvSpPr>
        <p:spPr>
          <a:xfrm>
            <a:off x="579809" y="412751"/>
            <a:ext cx="11001004" cy="381000"/>
          </a:xfrm>
        </p:spPr>
        <p:txBody>
          <a:bodyPr/>
          <a:lstStyle>
            <a:lvl1pPr>
              <a:defRPr>
                <a:solidFill>
                  <a:schemeClr val="tx1"/>
                </a:solidFill>
              </a:defRPr>
            </a:lvl1pPr>
          </a:lstStyle>
          <a:p>
            <a:r>
              <a:rPr lang="en-US"/>
              <a:t>Customer Success – add Company Name here</a:t>
            </a:r>
          </a:p>
        </p:txBody>
      </p:sp>
      <p:sp>
        <p:nvSpPr>
          <p:cNvPr id="52" name="Subtitle 2">
            <a:extLst>
              <a:ext uri="{FF2B5EF4-FFF2-40B4-BE49-F238E27FC236}">
                <a16:creationId xmlns:a16="http://schemas.microsoft.com/office/drawing/2014/main" id="{CEFD99AC-6466-F04E-8E45-7EEEEA01BA6C}"/>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the highlighted business impact</a:t>
            </a:r>
          </a:p>
        </p:txBody>
      </p:sp>
      <p:cxnSp>
        <p:nvCxnSpPr>
          <p:cNvPr id="30" name="Straight Connector 29">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p:nvCxnSpPr>
        <p:spPr>
          <a:xfrm>
            <a:off x="609600" y="1552248"/>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1" name="Text Placeholder 6">
            <a:extLst>
              <a:ext uri="{FF2B5EF4-FFF2-40B4-BE49-F238E27FC236}">
                <a16:creationId xmlns:a16="http://schemas.microsoft.com/office/drawing/2014/main" id="{40CB7868-5ADF-4E42-9BA5-758DD5ADEBC0}"/>
              </a:ext>
            </a:extLst>
          </p:cNvPr>
          <p:cNvSpPr>
            <a:spLocks noGrp="1"/>
          </p:cNvSpPr>
          <p:nvPr>
            <p:ph type="body" sz="quarter" idx="17" hasCustomPrompt="1"/>
          </p:nvPr>
        </p:nvSpPr>
        <p:spPr>
          <a:xfrm>
            <a:off x="613093" y="1564006"/>
            <a:ext cx="2006600" cy="227454"/>
          </a:xfrm>
        </p:spPr>
        <p:txBody>
          <a:bodyPr anchor="b"/>
          <a:lstStyle>
            <a:lvl1pPr>
              <a:lnSpc>
                <a:spcPct val="100000"/>
              </a:lnSpc>
              <a:spcBef>
                <a:spcPts val="0"/>
              </a:spcBef>
              <a:defRPr sz="1200" cap="all" baseline="0">
                <a:solidFill>
                  <a:schemeClr val="tx1"/>
                </a:solidFill>
              </a:defRPr>
            </a:lvl1pPr>
            <a:lvl5pPr>
              <a:defRPr/>
            </a:lvl5pPr>
          </a:lstStyle>
          <a:p>
            <a:pPr lvl="0"/>
            <a:r>
              <a:rPr lang="en-US"/>
              <a:t>ABOUT</a:t>
            </a:r>
          </a:p>
        </p:txBody>
      </p:sp>
      <p:sp>
        <p:nvSpPr>
          <p:cNvPr id="50" name="Content Placeholder 17">
            <a:extLst>
              <a:ext uri="{FF2B5EF4-FFF2-40B4-BE49-F238E27FC236}">
                <a16:creationId xmlns:a16="http://schemas.microsoft.com/office/drawing/2014/main" id="{767C0863-B9D1-344E-A978-CD49E9400F6F}"/>
              </a:ext>
            </a:extLst>
          </p:cNvPr>
          <p:cNvSpPr>
            <a:spLocks noGrp="1"/>
          </p:cNvSpPr>
          <p:nvPr>
            <p:ph sz="quarter" idx="16" hasCustomPrompt="1"/>
          </p:nvPr>
        </p:nvSpPr>
        <p:spPr>
          <a:xfrm>
            <a:off x="611645" y="1901093"/>
            <a:ext cx="3201848" cy="1214595"/>
          </a:xfrm>
          <a:noFill/>
        </p:spPr>
        <p:txBody>
          <a:bodyPr vert="horz" lIns="0" tIns="0" rIns="0" bIns="457200" rtlCol="0">
            <a:noAutofit/>
          </a:bodyPr>
          <a:lstStyle>
            <a:lvl1pPr>
              <a:lnSpc>
                <a:spcPct val="100000"/>
              </a:lnSpc>
              <a:spcBef>
                <a:spcPts val="0"/>
              </a:spcBef>
              <a:defRPr lang="en-US" sz="1050" dirty="0">
                <a:solidFill>
                  <a:schemeClr val="tx1"/>
                </a:solidFill>
              </a:defRPr>
            </a:lvl1pPr>
            <a:lvl2pPr marL="114300" indent="-114300">
              <a:lnSpc>
                <a:spcPct val="100000"/>
              </a:lnSpc>
              <a:spcBef>
                <a:spcPts val="0"/>
              </a:spcBef>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39" name="Straight Connector 38">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p:nvCxnSpPr>
        <p:spPr>
          <a:xfrm>
            <a:off x="4412165" y="1552248"/>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4" name="Text Placeholder 6">
            <a:extLst>
              <a:ext uri="{FF2B5EF4-FFF2-40B4-BE49-F238E27FC236}">
                <a16:creationId xmlns:a16="http://schemas.microsoft.com/office/drawing/2014/main" id="{5A3D06D5-FD3F-BA4E-8627-B3D253D001EB}"/>
              </a:ext>
            </a:extLst>
          </p:cNvPr>
          <p:cNvSpPr>
            <a:spLocks noGrp="1"/>
          </p:cNvSpPr>
          <p:nvPr>
            <p:ph type="body" sz="quarter" idx="39" hasCustomPrompt="1"/>
          </p:nvPr>
        </p:nvSpPr>
        <p:spPr>
          <a:xfrm>
            <a:off x="4418012" y="1564006"/>
            <a:ext cx="2006600" cy="227454"/>
          </a:xfrm>
        </p:spPr>
        <p:txBody>
          <a:bodyPr anchor="b"/>
          <a:lstStyle>
            <a:lvl1pPr>
              <a:lnSpc>
                <a:spcPct val="100000"/>
              </a:lnSpc>
              <a:spcBef>
                <a:spcPts val="0"/>
              </a:spcBef>
              <a:defRPr sz="1200" cap="all" baseline="0">
                <a:solidFill>
                  <a:schemeClr val="tx1"/>
                </a:solidFill>
              </a:defRPr>
            </a:lvl1pPr>
            <a:lvl5pPr>
              <a:defRPr/>
            </a:lvl5pPr>
          </a:lstStyle>
          <a:p>
            <a:pPr lvl="0"/>
            <a:r>
              <a:rPr lang="en-US"/>
              <a:t>SOLUTION</a:t>
            </a:r>
          </a:p>
        </p:txBody>
      </p:sp>
      <p:sp>
        <p:nvSpPr>
          <p:cNvPr id="47" name="Content Placeholder 17">
            <a:extLst>
              <a:ext uri="{FF2B5EF4-FFF2-40B4-BE49-F238E27FC236}">
                <a16:creationId xmlns:a16="http://schemas.microsoft.com/office/drawing/2014/main" id="{A2B343CF-FF49-7E4F-A7C9-0593553254F3}"/>
              </a:ext>
            </a:extLst>
          </p:cNvPr>
          <p:cNvSpPr>
            <a:spLocks noGrp="1"/>
          </p:cNvSpPr>
          <p:nvPr>
            <p:ph sz="quarter" idx="20" hasCustomPrompt="1"/>
          </p:nvPr>
        </p:nvSpPr>
        <p:spPr>
          <a:xfrm>
            <a:off x="4414210" y="1901094"/>
            <a:ext cx="3201848" cy="1225566"/>
          </a:xfrm>
          <a:noFill/>
        </p:spPr>
        <p:txBody>
          <a:bodyPr vert="horz" lIns="0" tIns="0" rIns="0" bIns="457200" rtlCol="0">
            <a:noAutofit/>
          </a:bodyPr>
          <a:lstStyle>
            <a:lvl1pPr>
              <a:lnSpc>
                <a:spcPct val="100000"/>
              </a:lnSpc>
              <a:spcBef>
                <a:spcPts val="0"/>
              </a:spcBef>
              <a:defRPr lang="en-US" sz="1050" dirty="0">
                <a:solidFill>
                  <a:schemeClr val="tx1"/>
                </a:solidFill>
              </a:defRPr>
            </a:lvl1pPr>
            <a:lvl2pPr marL="114300" indent="-114300">
              <a:lnSpc>
                <a:spcPct val="100000"/>
              </a:lnSpc>
              <a:spcBef>
                <a:spcPts val="0"/>
              </a:spcBef>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31" name="Straight Connector 30">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p:nvCxnSpPr>
        <p:spPr>
          <a:xfrm>
            <a:off x="609600" y="3325372"/>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9" name="Text Placeholder 6">
            <a:extLst>
              <a:ext uri="{FF2B5EF4-FFF2-40B4-BE49-F238E27FC236}">
                <a16:creationId xmlns:a16="http://schemas.microsoft.com/office/drawing/2014/main" id="{68B03587-93C7-A44F-A27D-84877C6A912A}"/>
              </a:ext>
            </a:extLst>
          </p:cNvPr>
          <p:cNvSpPr>
            <a:spLocks noGrp="1"/>
          </p:cNvSpPr>
          <p:nvPr>
            <p:ph type="body" sz="quarter" idx="19" hasCustomPrompt="1"/>
          </p:nvPr>
        </p:nvSpPr>
        <p:spPr>
          <a:xfrm>
            <a:off x="613093" y="3345364"/>
            <a:ext cx="2006600" cy="227454"/>
          </a:xfrm>
        </p:spPr>
        <p:txBody>
          <a:bodyPr anchor="b"/>
          <a:lstStyle>
            <a:lvl1pPr>
              <a:lnSpc>
                <a:spcPct val="100000"/>
              </a:lnSpc>
              <a:spcBef>
                <a:spcPts val="0"/>
              </a:spcBef>
              <a:defRPr sz="1200" cap="all" baseline="0">
                <a:solidFill>
                  <a:schemeClr val="tx1"/>
                </a:solidFill>
              </a:defRPr>
            </a:lvl1pPr>
            <a:lvl5pPr>
              <a:defRPr/>
            </a:lvl5pPr>
          </a:lstStyle>
          <a:p>
            <a:pPr lvl="0"/>
            <a:r>
              <a:rPr lang="en-US"/>
              <a:t>CHALLENGES</a:t>
            </a:r>
          </a:p>
        </p:txBody>
      </p:sp>
      <p:sp>
        <p:nvSpPr>
          <p:cNvPr id="48" name="Content Placeholder 17">
            <a:extLst>
              <a:ext uri="{FF2B5EF4-FFF2-40B4-BE49-F238E27FC236}">
                <a16:creationId xmlns:a16="http://schemas.microsoft.com/office/drawing/2014/main" id="{65BA7F3E-AD8D-A54C-B026-DAA8FC9C0540}"/>
              </a:ext>
            </a:extLst>
          </p:cNvPr>
          <p:cNvSpPr>
            <a:spLocks noGrp="1"/>
          </p:cNvSpPr>
          <p:nvPr>
            <p:ph sz="quarter" idx="18" hasCustomPrompt="1"/>
          </p:nvPr>
        </p:nvSpPr>
        <p:spPr>
          <a:xfrm>
            <a:off x="611645" y="3693430"/>
            <a:ext cx="3201848" cy="1110049"/>
          </a:xfrm>
          <a:noFill/>
        </p:spPr>
        <p:txBody>
          <a:bodyPr vert="horz" lIns="0" tIns="0" rIns="0" bIns="457200" rtlCol="0">
            <a:noAutofit/>
          </a:bodyPr>
          <a:lstStyle>
            <a:lvl1pPr>
              <a:lnSpc>
                <a:spcPct val="100000"/>
              </a:lnSpc>
              <a:spcBef>
                <a:spcPts val="0"/>
              </a:spcBef>
              <a:defRPr lang="en-US" sz="1050" dirty="0">
                <a:solidFill>
                  <a:schemeClr val="tx1"/>
                </a:solidFill>
              </a:defRPr>
            </a:lvl1pPr>
            <a:lvl2pPr marL="114300" indent="-114300">
              <a:lnSpc>
                <a:spcPct val="100000"/>
              </a:lnSpc>
              <a:spcBef>
                <a:spcPts val="0"/>
              </a:spcBef>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40" name="Straight Connector 39">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p:nvCxnSpPr>
        <p:spPr>
          <a:xfrm>
            <a:off x="4412165" y="3325372"/>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9" name="Text Placeholder 33">
            <a:extLst>
              <a:ext uri="{FF2B5EF4-FFF2-40B4-BE49-F238E27FC236}">
                <a16:creationId xmlns:a16="http://schemas.microsoft.com/office/drawing/2014/main" id="{12DEAF9A-D0A2-3A4B-B37B-FD530909C5D1}"/>
              </a:ext>
            </a:extLst>
          </p:cNvPr>
          <p:cNvSpPr>
            <a:spLocks noGrp="1"/>
          </p:cNvSpPr>
          <p:nvPr>
            <p:ph type="body" sz="quarter" idx="23" hasCustomPrompt="1"/>
          </p:nvPr>
        </p:nvSpPr>
        <p:spPr>
          <a:xfrm>
            <a:off x="4426811" y="3345364"/>
            <a:ext cx="2006600" cy="227454"/>
          </a:xfrm>
        </p:spPr>
        <p:txBody>
          <a:bodyPr anchor="b" anchorCtr="0"/>
          <a:lstStyle>
            <a:lvl1pPr>
              <a:defRPr sz="1200" cap="all" baseline="0">
                <a:solidFill>
                  <a:schemeClr val="tx1"/>
                </a:solidFill>
              </a:defRPr>
            </a:lvl1pPr>
          </a:lstStyle>
          <a:p>
            <a:r>
              <a:rPr lang="en-US"/>
              <a:t>IMPACT</a:t>
            </a:r>
          </a:p>
        </p:txBody>
      </p:sp>
      <p:sp>
        <p:nvSpPr>
          <p:cNvPr id="46" name="Content Placeholder 17">
            <a:extLst>
              <a:ext uri="{FF2B5EF4-FFF2-40B4-BE49-F238E27FC236}">
                <a16:creationId xmlns:a16="http://schemas.microsoft.com/office/drawing/2014/main" id="{3265790D-1104-8D4D-A8C6-F7A7E77F664C}"/>
              </a:ext>
            </a:extLst>
          </p:cNvPr>
          <p:cNvSpPr>
            <a:spLocks noGrp="1"/>
          </p:cNvSpPr>
          <p:nvPr>
            <p:ph sz="quarter" idx="22" hasCustomPrompt="1"/>
          </p:nvPr>
        </p:nvSpPr>
        <p:spPr>
          <a:xfrm>
            <a:off x="4414210" y="3693430"/>
            <a:ext cx="3201848" cy="1132351"/>
          </a:xfrm>
          <a:noFill/>
        </p:spPr>
        <p:txBody>
          <a:bodyPr vert="horz" lIns="0" tIns="0" rIns="0" bIns="457200" rtlCol="0">
            <a:noAutofit/>
          </a:bodyPr>
          <a:lstStyle>
            <a:lvl1pPr>
              <a:lnSpc>
                <a:spcPct val="100000"/>
              </a:lnSpc>
              <a:spcBef>
                <a:spcPts val="0"/>
              </a:spcBef>
              <a:defRPr lang="en-US" sz="1050" dirty="0">
                <a:solidFill>
                  <a:schemeClr val="tx1"/>
                </a:solidFill>
              </a:defRPr>
            </a:lvl1pPr>
            <a:lvl2pPr marL="114300" indent="-114300">
              <a:lnSpc>
                <a:spcPct val="100000"/>
              </a:lnSpc>
              <a:spcBef>
                <a:spcPts val="0"/>
              </a:spcBef>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55" name="Straight Connector 54">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p:nvCxnSpPr>
        <p:spPr>
          <a:xfrm>
            <a:off x="608739" y="5023689"/>
            <a:ext cx="3472607" cy="0"/>
          </a:xfrm>
          <a:prstGeom prst="line">
            <a:avLst/>
          </a:prstGeom>
          <a:ln w="22225">
            <a:solidFill>
              <a:schemeClr val="accent6"/>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4" name="Text Placeholder 6">
            <a:extLst>
              <a:ext uri="{FF2B5EF4-FFF2-40B4-BE49-F238E27FC236}">
                <a16:creationId xmlns:a16="http://schemas.microsoft.com/office/drawing/2014/main" id="{EF15C3B0-3307-FF46-8C6D-169079865548}"/>
              </a:ext>
            </a:extLst>
          </p:cNvPr>
          <p:cNvSpPr>
            <a:spLocks noGrp="1"/>
          </p:cNvSpPr>
          <p:nvPr>
            <p:ph type="body" sz="quarter" idx="29" hasCustomPrompt="1"/>
          </p:nvPr>
        </p:nvSpPr>
        <p:spPr>
          <a:xfrm>
            <a:off x="613093" y="5039275"/>
            <a:ext cx="3200400" cy="227454"/>
          </a:xfrm>
        </p:spPr>
        <p:txBody>
          <a:bodyPr anchor="b"/>
          <a:lstStyle>
            <a:lvl1pPr algn="l">
              <a:lnSpc>
                <a:spcPct val="100000"/>
              </a:lnSpc>
              <a:spcBef>
                <a:spcPts val="0"/>
              </a:spcBef>
              <a:defRPr sz="1200" cap="all" baseline="0">
                <a:solidFill>
                  <a:schemeClr val="tx1"/>
                </a:solidFill>
              </a:defRPr>
            </a:lvl1pPr>
            <a:lvl5pPr>
              <a:defRPr/>
            </a:lvl5pPr>
          </a:lstStyle>
          <a:p>
            <a:pPr lvl="0"/>
            <a:r>
              <a:rPr lang="en-US"/>
              <a:t>PRODUCTS</a:t>
            </a:r>
          </a:p>
        </p:txBody>
      </p:sp>
      <p:sp>
        <p:nvSpPr>
          <p:cNvPr id="56" name="Text Placeholder 6">
            <a:extLst>
              <a:ext uri="{FF2B5EF4-FFF2-40B4-BE49-F238E27FC236}">
                <a16:creationId xmlns:a16="http://schemas.microsoft.com/office/drawing/2014/main" id="{F0EFE66F-363C-804E-BABD-F54C3E33FDEA}"/>
              </a:ext>
            </a:extLst>
          </p:cNvPr>
          <p:cNvSpPr>
            <a:spLocks noGrp="1"/>
          </p:cNvSpPr>
          <p:nvPr>
            <p:ph type="body" sz="quarter" idx="31" hasCustomPrompt="1"/>
          </p:nvPr>
        </p:nvSpPr>
        <p:spPr>
          <a:xfrm>
            <a:off x="613093" y="5326736"/>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One</a:t>
            </a:r>
          </a:p>
        </p:txBody>
      </p:sp>
      <p:sp>
        <p:nvSpPr>
          <p:cNvPr id="57" name="Text Placeholder 6">
            <a:extLst>
              <a:ext uri="{FF2B5EF4-FFF2-40B4-BE49-F238E27FC236}">
                <a16:creationId xmlns:a16="http://schemas.microsoft.com/office/drawing/2014/main" id="{0166C751-50F5-8B4F-9A97-B83901E78B00}"/>
              </a:ext>
            </a:extLst>
          </p:cNvPr>
          <p:cNvSpPr>
            <a:spLocks noGrp="1"/>
          </p:cNvSpPr>
          <p:nvPr>
            <p:ph type="body" sz="quarter" idx="33" hasCustomPrompt="1"/>
          </p:nvPr>
        </p:nvSpPr>
        <p:spPr>
          <a:xfrm>
            <a:off x="613093" y="5576118"/>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Two</a:t>
            </a:r>
          </a:p>
        </p:txBody>
      </p:sp>
      <p:sp>
        <p:nvSpPr>
          <p:cNvPr id="58" name="Text Placeholder 6">
            <a:extLst>
              <a:ext uri="{FF2B5EF4-FFF2-40B4-BE49-F238E27FC236}">
                <a16:creationId xmlns:a16="http://schemas.microsoft.com/office/drawing/2014/main" id="{0D57825D-E522-644D-8F4A-0B77A7036EBF}"/>
              </a:ext>
            </a:extLst>
          </p:cNvPr>
          <p:cNvSpPr>
            <a:spLocks noGrp="1"/>
          </p:cNvSpPr>
          <p:nvPr>
            <p:ph type="body" sz="quarter" idx="35" hasCustomPrompt="1"/>
          </p:nvPr>
        </p:nvSpPr>
        <p:spPr>
          <a:xfrm>
            <a:off x="613093" y="5807027"/>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Three</a:t>
            </a:r>
          </a:p>
        </p:txBody>
      </p:sp>
      <p:sp>
        <p:nvSpPr>
          <p:cNvPr id="65" name="Text Placeholder 6">
            <a:extLst>
              <a:ext uri="{FF2B5EF4-FFF2-40B4-BE49-F238E27FC236}">
                <a16:creationId xmlns:a16="http://schemas.microsoft.com/office/drawing/2014/main" id="{715C6E1C-FC70-6A4E-8F12-8EFEDFF99F5A}"/>
              </a:ext>
            </a:extLst>
          </p:cNvPr>
          <p:cNvSpPr>
            <a:spLocks noGrp="1"/>
          </p:cNvSpPr>
          <p:nvPr>
            <p:ph type="body" sz="quarter" idx="40" hasCustomPrompt="1"/>
          </p:nvPr>
        </p:nvSpPr>
        <p:spPr>
          <a:xfrm>
            <a:off x="4393597" y="5039274"/>
            <a:ext cx="3200400" cy="227454"/>
          </a:xfrm>
        </p:spPr>
        <p:txBody>
          <a:bodyPr anchor="b"/>
          <a:lstStyle>
            <a:lvl1pPr algn="l">
              <a:lnSpc>
                <a:spcPct val="100000"/>
              </a:lnSpc>
              <a:spcBef>
                <a:spcPts val="0"/>
              </a:spcBef>
              <a:defRPr sz="1200" cap="all" baseline="0">
                <a:solidFill>
                  <a:schemeClr val="tx1"/>
                </a:solidFill>
              </a:defRPr>
            </a:lvl1pPr>
            <a:lvl5pPr>
              <a:defRPr/>
            </a:lvl5pPr>
          </a:lstStyle>
          <a:p>
            <a:pPr lvl="0"/>
            <a:r>
              <a:rPr lang="en-US"/>
              <a:t>STRATEGIC PRIORITIES</a:t>
            </a:r>
          </a:p>
        </p:txBody>
      </p:sp>
      <p:sp>
        <p:nvSpPr>
          <p:cNvPr id="61" name="Text Placeholder 6">
            <a:extLst>
              <a:ext uri="{FF2B5EF4-FFF2-40B4-BE49-F238E27FC236}">
                <a16:creationId xmlns:a16="http://schemas.microsoft.com/office/drawing/2014/main" id="{EBAAD5C6-0007-A84B-A2C2-FCC2F00B4295}"/>
              </a:ext>
            </a:extLst>
          </p:cNvPr>
          <p:cNvSpPr>
            <a:spLocks noGrp="1"/>
          </p:cNvSpPr>
          <p:nvPr>
            <p:ph type="body" sz="quarter" idx="36" hasCustomPrompt="1"/>
          </p:nvPr>
        </p:nvSpPr>
        <p:spPr>
          <a:xfrm>
            <a:off x="4400790" y="5327336"/>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One</a:t>
            </a:r>
          </a:p>
        </p:txBody>
      </p:sp>
      <p:sp>
        <p:nvSpPr>
          <p:cNvPr id="62" name="Text Placeholder 6">
            <a:extLst>
              <a:ext uri="{FF2B5EF4-FFF2-40B4-BE49-F238E27FC236}">
                <a16:creationId xmlns:a16="http://schemas.microsoft.com/office/drawing/2014/main" id="{A8B7A6ED-D85B-2E4C-BCD6-D130232A3F76}"/>
              </a:ext>
            </a:extLst>
          </p:cNvPr>
          <p:cNvSpPr>
            <a:spLocks noGrp="1"/>
          </p:cNvSpPr>
          <p:nvPr>
            <p:ph type="body" sz="quarter" idx="37" hasCustomPrompt="1"/>
          </p:nvPr>
        </p:nvSpPr>
        <p:spPr>
          <a:xfrm>
            <a:off x="4400790" y="5576718"/>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Two</a:t>
            </a:r>
          </a:p>
        </p:txBody>
      </p:sp>
      <p:sp>
        <p:nvSpPr>
          <p:cNvPr id="63" name="Text Placeholder 6">
            <a:extLst>
              <a:ext uri="{FF2B5EF4-FFF2-40B4-BE49-F238E27FC236}">
                <a16:creationId xmlns:a16="http://schemas.microsoft.com/office/drawing/2014/main" id="{C507BC1F-4225-8C48-9110-5D75D900FFC0}"/>
              </a:ext>
            </a:extLst>
          </p:cNvPr>
          <p:cNvSpPr>
            <a:spLocks noGrp="1"/>
          </p:cNvSpPr>
          <p:nvPr>
            <p:ph type="body" sz="quarter" idx="38" hasCustomPrompt="1"/>
          </p:nvPr>
        </p:nvSpPr>
        <p:spPr>
          <a:xfrm>
            <a:off x="4400790" y="5807627"/>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Three</a:t>
            </a:r>
          </a:p>
        </p:txBody>
      </p:sp>
      <p:sp>
        <p:nvSpPr>
          <p:cNvPr id="45" name="Picture Placeholder 8">
            <a:extLst>
              <a:ext uri="{FF2B5EF4-FFF2-40B4-BE49-F238E27FC236}">
                <a16:creationId xmlns:a16="http://schemas.microsoft.com/office/drawing/2014/main" id="{231A51E8-5046-A444-8DFA-A0B8E647C4F2}"/>
              </a:ext>
            </a:extLst>
          </p:cNvPr>
          <p:cNvSpPr>
            <a:spLocks noGrp="1"/>
          </p:cNvSpPr>
          <p:nvPr>
            <p:ph type="pic" sz="quarter" idx="25" hasCustomPrompt="1"/>
          </p:nvPr>
        </p:nvSpPr>
        <p:spPr>
          <a:xfrm>
            <a:off x="9207965" y="1600200"/>
            <a:ext cx="1841500" cy="660399"/>
          </a:xfrm>
        </p:spPr>
        <p:txBody>
          <a:bodyPr anchor="ctr"/>
          <a:lstStyle>
            <a:lvl1pPr algn="ctr">
              <a:lnSpc>
                <a:spcPct val="100000"/>
              </a:lnSpc>
              <a:spcBef>
                <a:spcPts val="0"/>
              </a:spcBef>
              <a:defRPr>
                <a:solidFill>
                  <a:schemeClr val="tx1"/>
                </a:solidFill>
              </a:defRPr>
            </a:lvl1pPr>
          </a:lstStyle>
          <a:p>
            <a:r>
              <a:rPr lang="en-US"/>
              <a:t>Insert Logo here</a:t>
            </a:r>
          </a:p>
        </p:txBody>
      </p:sp>
      <p:sp>
        <p:nvSpPr>
          <p:cNvPr id="44" name="Text Placeholder 10">
            <a:extLst>
              <a:ext uri="{FF2B5EF4-FFF2-40B4-BE49-F238E27FC236}">
                <a16:creationId xmlns:a16="http://schemas.microsoft.com/office/drawing/2014/main" id="{81E8E56D-8554-4E46-BBBC-E98827D1EE1F}"/>
              </a:ext>
            </a:extLst>
          </p:cNvPr>
          <p:cNvSpPr>
            <a:spLocks noGrp="1"/>
          </p:cNvSpPr>
          <p:nvPr>
            <p:ph type="body" sz="quarter" idx="27" hasCustomPrompt="1"/>
          </p:nvPr>
        </p:nvSpPr>
        <p:spPr>
          <a:xfrm>
            <a:off x="8509465" y="2347933"/>
            <a:ext cx="3206750" cy="241300"/>
          </a:xfrm>
        </p:spPr>
        <p:txBody>
          <a:bodyPr anchor="ctr"/>
          <a:lstStyle>
            <a:lvl1pPr algn="ctr">
              <a:lnSpc>
                <a:spcPct val="100000"/>
              </a:lnSpc>
              <a:spcBef>
                <a:spcPts val="0"/>
              </a:spcBef>
              <a:defRPr sz="1200">
                <a:solidFill>
                  <a:schemeClr val="tx1"/>
                </a:solidFill>
              </a:defRPr>
            </a:lvl1pPr>
            <a:lvl2pPr marL="0" indent="0" algn="ctr">
              <a:buFont typeface="Arial" panose="020B0604020202020204" pitchFamily="34" charset="0"/>
              <a:buChar char="​"/>
              <a:defRPr sz="1200">
                <a:solidFill>
                  <a:schemeClr val="accent1"/>
                </a:solidFill>
              </a:defRPr>
            </a:lvl2pPr>
            <a:lvl3pPr marL="0" indent="0" algn="ctr">
              <a:buFont typeface="Arial" panose="020B0604020202020204" pitchFamily="34" charset="0"/>
              <a:buChar char="​"/>
              <a:defRPr sz="1200">
                <a:solidFill>
                  <a:schemeClr val="accent1"/>
                </a:solidFill>
              </a:defRPr>
            </a:lvl3pPr>
            <a:lvl4pPr marL="0" indent="0" algn="ctr">
              <a:buFont typeface="Arial" panose="020B0604020202020204" pitchFamily="34" charset="0"/>
              <a:buChar char="​"/>
              <a:defRPr sz="1200">
                <a:solidFill>
                  <a:schemeClr val="accent1"/>
                </a:solidFill>
              </a:defRPr>
            </a:lvl4pPr>
            <a:lvl5pPr marL="0" indent="0" algn="ctr">
              <a:buFont typeface="Arial" panose="020B0604020202020204" pitchFamily="34" charset="0"/>
              <a:buChar char="​"/>
              <a:defRPr sz="1200">
                <a:solidFill>
                  <a:schemeClr val="accent1"/>
                </a:solidFill>
              </a:defRPr>
            </a:lvl5pPr>
          </a:lstStyle>
          <a:p>
            <a:pPr lvl="0"/>
            <a:r>
              <a:rPr lang="en-US"/>
              <a:t>Location</a:t>
            </a:r>
          </a:p>
        </p:txBody>
      </p:sp>
      <p:sp>
        <p:nvSpPr>
          <p:cNvPr id="43" name="Text Placeholder 10">
            <a:extLst>
              <a:ext uri="{FF2B5EF4-FFF2-40B4-BE49-F238E27FC236}">
                <a16:creationId xmlns:a16="http://schemas.microsoft.com/office/drawing/2014/main" id="{59903D24-0D11-174E-9765-B2914D00A88C}"/>
              </a:ext>
            </a:extLst>
          </p:cNvPr>
          <p:cNvSpPr>
            <a:spLocks noGrp="1"/>
          </p:cNvSpPr>
          <p:nvPr>
            <p:ph type="body" sz="quarter" idx="28" hasCustomPrompt="1"/>
          </p:nvPr>
        </p:nvSpPr>
        <p:spPr>
          <a:xfrm>
            <a:off x="8509465" y="2647290"/>
            <a:ext cx="3206750" cy="241300"/>
          </a:xfrm>
        </p:spPr>
        <p:txBody>
          <a:bodyPr anchor="ctr"/>
          <a:lstStyle>
            <a:lvl1pPr algn="ctr">
              <a:lnSpc>
                <a:spcPct val="100000"/>
              </a:lnSpc>
              <a:spcBef>
                <a:spcPts val="0"/>
              </a:spcBef>
              <a:defRPr sz="1200">
                <a:solidFill>
                  <a:schemeClr val="tx1"/>
                </a:solidFill>
              </a:defRPr>
            </a:lvl1pPr>
            <a:lvl2pPr marL="0" indent="0" algn="ctr">
              <a:buFont typeface="Arial" panose="020B0604020202020204" pitchFamily="34" charset="0"/>
              <a:buChar char="​"/>
              <a:defRPr sz="1200">
                <a:solidFill>
                  <a:schemeClr val="accent1"/>
                </a:solidFill>
              </a:defRPr>
            </a:lvl2pPr>
            <a:lvl3pPr marL="0" indent="0" algn="ctr">
              <a:buFont typeface="Arial" panose="020B0604020202020204" pitchFamily="34" charset="0"/>
              <a:buChar char="​"/>
              <a:defRPr sz="1200">
                <a:solidFill>
                  <a:schemeClr val="accent1"/>
                </a:solidFill>
              </a:defRPr>
            </a:lvl3pPr>
            <a:lvl4pPr marL="0" indent="0" algn="ctr">
              <a:buFont typeface="Arial" panose="020B0604020202020204" pitchFamily="34" charset="0"/>
              <a:buChar char="​"/>
              <a:defRPr sz="1200">
                <a:solidFill>
                  <a:schemeClr val="accent1"/>
                </a:solidFill>
              </a:defRPr>
            </a:lvl4pPr>
            <a:lvl5pPr marL="0" indent="0" algn="ctr">
              <a:buFont typeface="Arial" panose="020B0604020202020204" pitchFamily="34" charset="0"/>
              <a:buChar char="​"/>
              <a:defRPr sz="1200">
                <a:solidFill>
                  <a:schemeClr val="accent1"/>
                </a:solidFill>
              </a:defRPr>
            </a:lvl5pPr>
          </a:lstStyle>
          <a:p>
            <a:pPr lvl="0"/>
            <a:r>
              <a:rPr lang="en-US"/>
              <a:t>Industry</a:t>
            </a:r>
          </a:p>
        </p:txBody>
      </p:sp>
      <p:sp>
        <p:nvSpPr>
          <p:cNvPr id="42" name="Picture Placeholder 5">
            <a:extLst>
              <a:ext uri="{FF2B5EF4-FFF2-40B4-BE49-F238E27FC236}">
                <a16:creationId xmlns:a16="http://schemas.microsoft.com/office/drawing/2014/main" id="{2EDE5296-3D34-0C47-A404-38FF5A22C6D8}"/>
              </a:ext>
            </a:extLst>
          </p:cNvPr>
          <p:cNvSpPr>
            <a:spLocks noGrp="1"/>
          </p:cNvSpPr>
          <p:nvPr>
            <p:ph type="pic" sz="quarter" idx="24"/>
          </p:nvPr>
        </p:nvSpPr>
        <p:spPr>
          <a:xfrm>
            <a:off x="8515815" y="2971800"/>
            <a:ext cx="3194050" cy="1828800"/>
          </a:xfrm>
        </p:spPr>
        <p:txBody>
          <a:bodyPr/>
          <a:lstStyle>
            <a:lvl1pPr>
              <a:lnSpc>
                <a:spcPct val="100000"/>
              </a:lnSpc>
              <a:spcBef>
                <a:spcPts val="0"/>
              </a:spcBef>
              <a:defRPr>
                <a:solidFill>
                  <a:schemeClr val="tx1"/>
                </a:solidFill>
              </a:defRPr>
            </a:lvl1pPr>
          </a:lstStyle>
          <a:p>
            <a:r>
              <a:rPr lang="en-US"/>
              <a:t>Click icon to add picture</a:t>
            </a:r>
          </a:p>
        </p:txBody>
      </p:sp>
      <p:sp>
        <p:nvSpPr>
          <p:cNvPr id="41" name="Text Placeholder 10">
            <a:extLst>
              <a:ext uri="{FF2B5EF4-FFF2-40B4-BE49-F238E27FC236}">
                <a16:creationId xmlns:a16="http://schemas.microsoft.com/office/drawing/2014/main" id="{C7B1EDB8-ADF5-9C41-B4C4-26AA9C0B9D24}"/>
              </a:ext>
            </a:extLst>
          </p:cNvPr>
          <p:cNvSpPr>
            <a:spLocks noGrp="1"/>
          </p:cNvSpPr>
          <p:nvPr>
            <p:ph type="body" sz="quarter" idx="26" hasCustomPrompt="1"/>
          </p:nvPr>
        </p:nvSpPr>
        <p:spPr>
          <a:xfrm>
            <a:off x="8515815" y="5022214"/>
            <a:ext cx="3200400" cy="1153795"/>
          </a:xfrm>
        </p:spPr>
        <p:txBody>
          <a:bodyPr/>
          <a:lstStyle>
            <a:lvl1pPr algn="ctr">
              <a:lnSpc>
                <a:spcPct val="100000"/>
              </a:lnSpc>
              <a:spcBef>
                <a:spcPts val="0"/>
              </a:spcBef>
              <a:defRPr sz="1400">
                <a:solidFill>
                  <a:schemeClr val="tx1"/>
                </a:solidFill>
              </a:defRPr>
            </a:lvl1pPr>
            <a:lvl2pPr marL="0" indent="0" algn="ctr">
              <a:lnSpc>
                <a:spcPct val="100000"/>
              </a:lnSpc>
              <a:spcBef>
                <a:spcPts val="0"/>
              </a:spcBef>
              <a:buFont typeface="Arial" panose="020B0604020202020204" pitchFamily="34" charset="0"/>
              <a:buChar char="​"/>
              <a:defRPr sz="1200">
                <a:solidFill>
                  <a:schemeClr val="tx1"/>
                </a:solidFill>
              </a:defRPr>
            </a:lvl2pPr>
            <a:lvl3pPr marL="0" indent="0" algn="ctr">
              <a:buFont typeface="Arial" panose="020B0604020202020204" pitchFamily="34" charset="0"/>
              <a:buNone/>
              <a:defRPr sz="1200">
                <a:solidFill>
                  <a:schemeClr val="accent1"/>
                </a:solidFill>
              </a:defRPr>
            </a:lvl3pPr>
            <a:lvl4pPr marL="0" indent="0" algn="ctr">
              <a:buFont typeface="Arial" panose="020B0604020202020204" pitchFamily="34" charset="0"/>
              <a:buChar char="​"/>
              <a:defRPr sz="1200">
                <a:solidFill>
                  <a:schemeClr val="accent1"/>
                </a:solidFill>
              </a:defRPr>
            </a:lvl4pPr>
            <a:lvl5pPr marL="0" indent="0" algn="ctr">
              <a:buFont typeface="Arial" panose="020B0604020202020204" pitchFamily="34" charset="0"/>
              <a:buChar char="​"/>
              <a:defRPr sz="1200">
                <a:solidFill>
                  <a:schemeClr val="accent1"/>
                </a:solidFill>
              </a:defRPr>
            </a:lvl5pPr>
          </a:lstStyle>
          <a:p>
            <a:pPr lvl="0"/>
            <a:r>
              <a:rPr lang="en-US"/>
              <a:t>Click to add text</a:t>
            </a:r>
          </a:p>
          <a:p>
            <a:pPr lvl="1"/>
            <a:r>
              <a:rPr lang="en-US"/>
              <a:t>Second level</a:t>
            </a:r>
          </a:p>
        </p:txBody>
      </p:sp>
      <p:sp>
        <p:nvSpPr>
          <p:cNvPr id="33" name="page number">
            <a:extLst>
              <a:ext uri="{FF2B5EF4-FFF2-40B4-BE49-F238E27FC236}">
                <a16:creationId xmlns:a16="http://schemas.microsoft.com/office/drawing/2014/main" id="{CB20449E-0760-3743-8E7C-7D6BA7165F7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cxnSp>
        <p:nvCxnSpPr>
          <p:cNvPr id="3" name="Straight Connector 2">
            <a:extLst>
              <a:ext uri="{FF2B5EF4-FFF2-40B4-BE49-F238E27FC236}">
                <a16:creationId xmlns:a16="http://schemas.microsoft.com/office/drawing/2014/main" id="{D35F47B4-23F1-B9FD-9FC0-4D2A8FB45EAF}"/>
              </a:ext>
              <a:ext uri="{C183D7F6-B498-43B3-948B-1728B52AA6E4}">
                <adec:decorative xmlns:adec="http://schemas.microsoft.com/office/drawing/2017/decorative" val="1"/>
              </a:ext>
            </a:extLst>
          </p:cNvPr>
          <p:cNvCxnSpPr>
            <a:cxnSpLocks/>
          </p:cNvCxnSpPr>
          <p:nvPr/>
        </p:nvCxnSpPr>
        <p:spPr>
          <a:xfrm>
            <a:off x="4387095" y="5019911"/>
            <a:ext cx="3472607" cy="0"/>
          </a:xfrm>
          <a:prstGeom prst="line">
            <a:avLst/>
          </a:prstGeom>
          <a:ln w="22225">
            <a:solidFill>
              <a:schemeClr val="accent6"/>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userDrawn="1"/>
        </p:nvCxnSpPr>
        <p:spPr>
          <a:xfrm>
            <a:off x="609600" y="1552248"/>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userDrawn="1"/>
        </p:nvCxnSpPr>
        <p:spPr>
          <a:xfrm>
            <a:off x="4412165" y="1552248"/>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userDrawn="1"/>
        </p:nvCxnSpPr>
        <p:spPr>
          <a:xfrm>
            <a:off x="609600" y="3325372"/>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userDrawn="1"/>
        </p:nvCxnSpPr>
        <p:spPr>
          <a:xfrm>
            <a:off x="4412165" y="3325372"/>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userDrawn="1"/>
        </p:nvCxnSpPr>
        <p:spPr>
          <a:xfrm>
            <a:off x="608739" y="5023689"/>
            <a:ext cx="3472607" cy="0"/>
          </a:xfrm>
          <a:prstGeom prst="line">
            <a:avLst/>
          </a:prstGeom>
          <a:ln w="22225">
            <a:solidFill>
              <a:schemeClr val="accent6"/>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page number">
            <a:extLst>
              <a:ext uri="{FF2B5EF4-FFF2-40B4-BE49-F238E27FC236}">
                <a16:creationId xmlns:a16="http://schemas.microsoft.com/office/drawing/2014/main" id="{CB20449E-0760-3743-8E7C-7D6BA7165F7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cxnSp>
        <p:nvCxnSpPr>
          <p:cNvPr id="60" name="Straight Connector 59">
            <a:extLst>
              <a:ext uri="{FF2B5EF4-FFF2-40B4-BE49-F238E27FC236}">
                <a16:creationId xmlns:a16="http://schemas.microsoft.com/office/drawing/2014/main" id="{D35F47B4-23F1-B9FD-9FC0-4D2A8FB45EAF}"/>
              </a:ext>
              <a:ext uri="{C183D7F6-B498-43B3-948B-1728B52AA6E4}">
                <adec:decorative xmlns:adec="http://schemas.microsoft.com/office/drawing/2017/decorative" val="1"/>
              </a:ext>
            </a:extLst>
          </p:cNvPr>
          <p:cNvCxnSpPr>
            <a:cxnSpLocks/>
          </p:cNvCxnSpPr>
          <p:nvPr userDrawn="1"/>
        </p:nvCxnSpPr>
        <p:spPr>
          <a:xfrm>
            <a:off x="4387095" y="5019911"/>
            <a:ext cx="3472607" cy="0"/>
          </a:xfrm>
          <a:prstGeom prst="line">
            <a:avLst/>
          </a:prstGeom>
          <a:ln w="22225">
            <a:solidFill>
              <a:schemeClr val="accent6"/>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1556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Thre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tx1"/>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p:nvSpPr>
        <p:spPr bwMode="gray">
          <a:xfrm>
            <a:off x="1981877" y="2055429"/>
            <a:ext cx="1828959" cy="1828959"/>
          </a:xfrm>
          <a:prstGeom prst="ellipse">
            <a:avLst/>
          </a:prstGeom>
          <a:noFill/>
          <a:ln w="381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tx1"/>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a:t>Click to add text here</a:t>
            </a:r>
          </a:p>
          <a:p>
            <a:pPr lvl="1"/>
            <a:r>
              <a:rPr lang="en-US"/>
              <a:t>Second level</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p:nvSpPr>
        <p:spPr bwMode="gray">
          <a:xfrm>
            <a:off x="5184924"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tx1"/>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a:t>Click to add text here</a:t>
            </a:r>
          </a:p>
          <a:p>
            <a:pPr lvl="1"/>
            <a:r>
              <a:rPr lang="en-US"/>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p:nvSpPr>
        <p:spPr bwMode="gray">
          <a:xfrm>
            <a:off x="8389301"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tx1"/>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a:t>Click to add text here</a:t>
            </a:r>
          </a:p>
          <a:p>
            <a:pPr lvl="1"/>
            <a:r>
              <a:rPr lang="en-US"/>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18" name="Oval 17">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userDrawn="1"/>
        </p:nvSpPr>
        <p:spPr bwMode="gray">
          <a:xfrm>
            <a:off x="1981877" y="2055429"/>
            <a:ext cx="1828959" cy="1828959"/>
          </a:xfrm>
          <a:prstGeom prst="ellipse">
            <a:avLst/>
          </a:prstGeom>
          <a:noFill/>
          <a:ln w="381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0" name="Oval 19">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userDrawn="1"/>
        </p:nvSpPr>
        <p:spPr bwMode="gray">
          <a:xfrm>
            <a:off x="5184924"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4" name="Oval 23">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userDrawn="1"/>
        </p:nvSpPr>
        <p:spPr bwMode="gray">
          <a:xfrm>
            <a:off x="8389301"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5" name="page number">
            <a:extLst>
              <a:ext uri="{FF2B5EF4-FFF2-40B4-BE49-F238E27FC236}">
                <a16:creationId xmlns:a16="http://schemas.microsoft.com/office/drawing/2014/main" id="{6122FC91-666D-7A42-9D21-9800CF4E370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3469646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Four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tx1"/>
                </a:solidFill>
              </a:defRPr>
            </a:lvl1pPr>
          </a:lstStyle>
          <a:p>
            <a:r>
              <a:rPr lang="en-US"/>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p:nvSpPr>
        <p:spPr bwMode="gray">
          <a:xfrm>
            <a:off x="1065749" y="2060872"/>
            <a:ext cx="1828959" cy="1828959"/>
          </a:xfrm>
          <a:prstGeom prst="ellipse">
            <a:avLst/>
          </a:prstGeom>
          <a:noFill/>
          <a:ln w="381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tx1"/>
              </a:solidFill>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tx1"/>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a:t>Click to add text</a:t>
            </a:r>
          </a:p>
          <a:p>
            <a:pPr lvl="1"/>
            <a:r>
              <a:rPr lang="en-US"/>
              <a:t>Second level</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p:nvSpPr>
        <p:spPr bwMode="gray">
          <a:xfrm>
            <a:off x="3806932"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tx1"/>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a:t>Click to add text</a:t>
            </a:r>
          </a:p>
          <a:p>
            <a:pPr lvl="1"/>
            <a:r>
              <a:rPr lang="en-US"/>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p:nvSpPr>
        <p:spPr bwMode="gray">
          <a:xfrm>
            <a:off x="6562100"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tx1"/>
              </a:solidFill>
            </a:endParaRPr>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tx1"/>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a:t>Click to add text</a:t>
            </a:r>
          </a:p>
          <a:p>
            <a:pPr lvl="1"/>
            <a:r>
              <a:rPr lang="en-US"/>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tx1"/>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a:t>Click to add text</a:t>
            </a:r>
          </a:p>
          <a:p>
            <a:pPr lvl="1"/>
            <a:r>
              <a:rPr lang="en-US"/>
              <a:t>Second level</a:t>
            </a:r>
          </a:p>
        </p:txBody>
      </p:sp>
      <p:sp>
        <p:nvSpPr>
          <p:cNvPr id="20" name="page number">
            <a:extLst>
              <a:ext uri="{FF2B5EF4-FFF2-40B4-BE49-F238E27FC236}">
                <a16:creationId xmlns:a16="http://schemas.microsoft.com/office/drawing/2014/main" id="{1D45AB97-9B77-2244-B7BA-E18EA4CD43E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19" name="Oval 18">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userDrawn="1"/>
        </p:nvSpPr>
        <p:spPr bwMode="gray">
          <a:xfrm>
            <a:off x="1065749" y="2060872"/>
            <a:ext cx="1828959" cy="1828959"/>
          </a:xfrm>
          <a:prstGeom prst="ellipse">
            <a:avLst/>
          </a:prstGeom>
          <a:noFill/>
          <a:ln w="381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tx1"/>
              </a:solidFill>
            </a:endParaRPr>
          </a:p>
        </p:txBody>
      </p:sp>
      <p:sp>
        <p:nvSpPr>
          <p:cNvPr id="24" name="Oval 2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userDrawn="1"/>
        </p:nvSpPr>
        <p:spPr bwMode="gray">
          <a:xfrm>
            <a:off x="3806932"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5" name="Oval 24">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userDrawn="1"/>
        </p:nvSpPr>
        <p:spPr bwMode="gray">
          <a:xfrm>
            <a:off x="6562100"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tx1"/>
              </a:solidFill>
            </a:endParaRPr>
          </a:p>
        </p:txBody>
      </p:sp>
      <p:sp>
        <p:nvSpPr>
          <p:cNvPr id="26" name="Oval 25">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userDrawn="1"/>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7" name="page number">
            <a:extLst>
              <a:ext uri="{FF2B5EF4-FFF2-40B4-BE49-F238E27FC236}">
                <a16:creationId xmlns:a16="http://schemas.microsoft.com/office/drawing/2014/main" id="{1D45AB97-9B77-2244-B7BA-E18EA4CD43E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3098895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Fiv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tx1"/>
                </a:solidFill>
              </a:defRPr>
            </a:lvl1pPr>
          </a:lstStyle>
          <a:p>
            <a:r>
              <a:rPr lang="en-US" dirty="0"/>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p:nvSpPr>
        <p:spPr bwMode="gray">
          <a:xfrm>
            <a:off x="609800" y="2064663"/>
            <a:ext cx="1828959" cy="1828959"/>
          </a:xfrm>
          <a:prstGeom prst="ellipse">
            <a:avLst/>
          </a:prstGeom>
          <a:noFill/>
          <a:ln w="381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tx1"/>
              </a:solidFill>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a:t>Click to add text</a:t>
            </a:r>
          </a:p>
          <a:p>
            <a:pPr lvl="1"/>
            <a:r>
              <a:rPr lang="en-US"/>
              <a:t>Second level</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p:nvSpPr>
        <p:spPr bwMode="gray">
          <a:xfrm>
            <a:off x="2892452"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3110473" y="2428884"/>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2894013" y="4282873"/>
            <a:ext cx="1828800" cy="1458912"/>
          </a:xfrm>
        </p:spPr>
        <p:txBody>
          <a:bodyPr/>
          <a:lstStyle>
            <a:lvl1pPr algn="ctr">
              <a:lnSpc>
                <a:spcPct val="100000"/>
              </a:lnSpc>
              <a:spcBef>
                <a:spcPts val="600"/>
              </a:spcBef>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a:t>Click to add text</a:t>
            </a:r>
          </a:p>
          <a:p>
            <a:pPr lvl="1"/>
            <a:r>
              <a:rPr lang="en-US"/>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p:nvSpPr>
        <p:spPr bwMode="gray">
          <a:xfrm>
            <a:off x="5201380" y="2064663"/>
            <a:ext cx="1828959" cy="1828959"/>
          </a:xfrm>
          <a:prstGeom prst="ellipse">
            <a:avLst/>
          </a:prstGeom>
          <a:noFill/>
          <a:ln w="38100">
            <a:solidFill>
              <a:schemeClr val="accent3"/>
            </a:solidFill>
          </a:ln>
          <a:effectLst/>
        </p:spPr>
        <p:txBody>
          <a:bodyPr vert="horz" wrap="square" lIns="0" tIns="0" rIns="0" bIns="0" numCol="1" anchor="ctr" anchorCtr="0" compatLnSpc="1">
            <a:prstTxWarp prst="textNoShape">
              <a:avLst/>
            </a:prstTxWarp>
          </a:bodyPr>
          <a:lstStyle/>
          <a:p>
            <a:pPr lvl="0" algn="ctr"/>
            <a:endParaRPr lang="en-US">
              <a:solidFill>
                <a:schemeClr val="tx1"/>
              </a:solidFill>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5412658" y="2428884"/>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5185093" y="4282873"/>
            <a:ext cx="1828800" cy="1458912"/>
          </a:xfrm>
        </p:spPr>
        <p:txBody>
          <a:bodyPr/>
          <a:lstStyle>
            <a:lvl1pPr algn="ctr">
              <a:lnSpc>
                <a:spcPct val="100000"/>
              </a:lnSpc>
              <a:spcBef>
                <a:spcPts val="600"/>
              </a:spcBef>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dirty="0"/>
              <a:t>Click to add text</a:t>
            </a:r>
          </a:p>
          <a:p>
            <a:pPr lvl="1"/>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tx1"/>
              </a:solidFill>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a:t>Click to add text</a:t>
            </a:r>
          </a:p>
          <a:p>
            <a:pPr lvl="1"/>
            <a:r>
              <a:rPr lang="en-US"/>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p:nvSpPr>
        <p:spPr bwMode="gray">
          <a:xfrm>
            <a:off x="9744473" y="2064663"/>
            <a:ext cx="1828959" cy="1828959"/>
          </a:xfrm>
          <a:prstGeom prst="ellipse">
            <a:avLst/>
          </a:prstGeom>
          <a:noFill/>
          <a:ln w="381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a:t>Click to add text</a:t>
            </a:r>
          </a:p>
          <a:p>
            <a:pPr lvl="1"/>
            <a:r>
              <a:rPr lang="en-US"/>
              <a:t>Second level</a:t>
            </a:r>
          </a:p>
        </p:txBody>
      </p:sp>
      <p:sp>
        <p:nvSpPr>
          <p:cNvPr id="27" name="page number">
            <a:extLst>
              <a:ext uri="{FF2B5EF4-FFF2-40B4-BE49-F238E27FC236}">
                <a16:creationId xmlns:a16="http://schemas.microsoft.com/office/drawing/2014/main" id="{6D94DD40-25D8-6A48-98B5-B2B0FB64FD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26" name="Oval 25">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userDrawn="1"/>
        </p:nvSpPr>
        <p:spPr bwMode="gray">
          <a:xfrm>
            <a:off x="609800" y="2064663"/>
            <a:ext cx="1828959" cy="1828959"/>
          </a:xfrm>
          <a:prstGeom prst="ellipse">
            <a:avLst/>
          </a:prstGeom>
          <a:noFill/>
          <a:ln w="381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tx1"/>
              </a:solidFill>
            </a:endParaRPr>
          </a:p>
        </p:txBody>
      </p:sp>
      <p:sp>
        <p:nvSpPr>
          <p:cNvPr id="31" name="Oval 30">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userDrawn="1"/>
        </p:nvSpPr>
        <p:spPr bwMode="gray">
          <a:xfrm>
            <a:off x="2892452"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3" name="Oval 32">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userDrawn="1"/>
        </p:nvSpPr>
        <p:spPr bwMode="gray">
          <a:xfrm>
            <a:off x="5201380" y="2064663"/>
            <a:ext cx="1828959" cy="1828959"/>
          </a:xfrm>
          <a:prstGeom prst="ellipse">
            <a:avLst/>
          </a:prstGeom>
          <a:noFill/>
          <a:ln w="38100">
            <a:solidFill>
              <a:schemeClr val="accent3"/>
            </a:solidFill>
          </a:ln>
          <a:effectLst/>
        </p:spPr>
        <p:txBody>
          <a:bodyPr vert="horz" wrap="square" lIns="0" tIns="0" rIns="0" bIns="0" numCol="1" anchor="ctr" anchorCtr="0" compatLnSpc="1">
            <a:prstTxWarp prst="textNoShape">
              <a:avLst/>
            </a:prstTxWarp>
          </a:bodyPr>
          <a:lstStyle/>
          <a:p>
            <a:pPr lvl="0" algn="ctr"/>
            <a:endParaRPr lang="en-US">
              <a:solidFill>
                <a:schemeClr val="tx1"/>
              </a:solidFill>
            </a:endParaRPr>
          </a:p>
        </p:txBody>
      </p:sp>
      <p:sp>
        <p:nvSpPr>
          <p:cNvPr id="34" name="Oval 33">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userDrawn="1"/>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tx1"/>
              </a:solidFill>
            </a:endParaRPr>
          </a:p>
        </p:txBody>
      </p:sp>
      <p:sp>
        <p:nvSpPr>
          <p:cNvPr id="35" name="Oval 34">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userDrawn="1"/>
        </p:nvSpPr>
        <p:spPr bwMode="gray">
          <a:xfrm>
            <a:off x="9744473" y="2064663"/>
            <a:ext cx="1828959" cy="1828959"/>
          </a:xfrm>
          <a:prstGeom prst="ellipse">
            <a:avLst/>
          </a:prstGeom>
          <a:noFill/>
          <a:ln w="381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6" name="page number">
            <a:extLst>
              <a:ext uri="{FF2B5EF4-FFF2-40B4-BE49-F238E27FC236}">
                <a16:creationId xmlns:a16="http://schemas.microsoft.com/office/drawing/2014/main" id="{6D94DD40-25D8-6A48-98B5-B2B0FB64FD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130009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Five Numbered ">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EE46A-2B6A-D0CE-D67A-E39C4516F8BB}"/>
              </a:ext>
            </a:extLst>
          </p:cNvPr>
          <p:cNvSpPr/>
          <p:nvPr/>
        </p:nvSpPr>
        <p:spPr>
          <a:xfrm>
            <a:off x="2894013"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5" name="Rectangle 4">
            <a:extLst>
              <a:ext uri="{FF2B5EF4-FFF2-40B4-BE49-F238E27FC236}">
                <a16:creationId xmlns:a16="http://schemas.microsoft.com/office/drawing/2014/main" id="{1DC9EA80-9EA8-343E-F517-1CAD885879D6}"/>
              </a:ext>
            </a:extLst>
          </p:cNvPr>
          <p:cNvSpPr/>
          <p:nvPr/>
        </p:nvSpPr>
        <p:spPr>
          <a:xfrm>
            <a:off x="5185093"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6" name="Rectangle 5">
            <a:extLst>
              <a:ext uri="{FF2B5EF4-FFF2-40B4-BE49-F238E27FC236}">
                <a16:creationId xmlns:a16="http://schemas.microsoft.com/office/drawing/2014/main" id="{A8D23D95-E4CC-0B03-48A9-0EC81B2368E5}"/>
              </a:ext>
            </a:extLst>
          </p:cNvPr>
          <p:cNvSpPr/>
          <p:nvPr/>
        </p:nvSpPr>
        <p:spPr>
          <a:xfrm>
            <a:off x="7470001"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7" name="Rectangle 6">
            <a:extLst>
              <a:ext uri="{FF2B5EF4-FFF2-40B4-BE49-F238E27FC236}">
                <a16:creationId xmlns:a16="http://schemas.microsoft.com/office/drawing/2014/main" id="{3737E5D6-04BF-01BC-A221-0F1D603C51D8}"/>
              </a:ext>
            </a:extLst>
          </p:cNvPr>
          <p:cNvSpPr/>
          <p:nvPr/>
        </p:nvSpPr>
        <p:spPr>
          <a:xfrm>
            <a:off x="9752013"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Rectangle 1">
            <a:extLst>
              <a:ext uri="{FF2B5EF4-FFF2-40B4-BE49-F238E27FC236}">
                <a16:creationId xmlns:a16="http://schemas.microsoft.com/office/drawing/2014/main" id="{65142366-F01F-D56A-11BB-7D669E9AD2B4}"/>
              </a:ext>
            </a:extLst>
          </p:cNvPr>
          <p:cNvSpPr/>
          <p:nvPr/>
        </p:nvSpPr>
        <p:spPr>
          <a:xfrm>
            <a:off x="610851"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tx1"/>
                </a:solidFill>
              </a:defRPr>
            </a:lvl1pPr>
          </a:lstStyle>
          <a:p>
            <a:r>
              <a:rPr lang="en-US" dirty="0"/>
              <a:t>Five Column Text with Number Icons Click to Add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8" name="Straight Connector 17">
            <a:extLst>
              <a:ext uri="{FF2B5EF4-FFF2-40B4-BE49-F238E27FC236}">
                <a16:creationId xmlns:a16="http://schemas.microsoft.com/office/drawing/2014/main" id="{903341DC-DE80-5E4C-A4C9-C984D7074760}"/>
              </a:ext>
            </a:extLst>
          </p:cNvPr>
          <p:cNvCxnSpPr/>
          <p:nvPr/>
        </p:nvCxnSpPr>
        <p:spPr bwMode="gray">
          <a:xfrm>
            <a:off x="610850" y="2512464"/>
            <a:ext cx="1828800" cy="0"/>
          </a:xfrm>
          <a:prstGeom prst="line">
            <a:avLst/>
          </a:prstGeom>
          <a:ln w="25400">
            <a:solidFill>
              <a:schemeClr val="accent6"/>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1" y="2529075"/>
            <a:ext cx="1828800" cy="2871263"/>
          </a:xfrm>
          <a:noFill/>
          <a:ln>
            <a:noFill/>
          </a:ln>
        </p:spPr>
        <p:txBody>
          <a:bodyPr lIns="182880" tIns="548640" rIns="182880" bIns="182880"/>
          <a:lstStyle>
            <a:lvl1pPr algn="ctr">
              <a:lnSpc>
                <a:spcPct val="90000"/>
              </a:lnSpc>
              <a:spcBef>
                <a:spcPts val="600"/>
              </a:spcBef>
              <a:buNone/>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a:t>Click to add text</a:t>
            </a:r>
          </a:p>
          <a:p>
            <a:pPr lvl="1"/>
            <a:r>
              <a:rPr lang="en-US"/>
              <a:t>Second level</a:t>
            </a:r>
          </a:p>
        </p:txBody>
      </p:sp>
      <p:cxnSp>
        <p:nvCxnSpPr>
          <p:cNvPr id="15" name="Straight Connector 14">
            <a:extLst>
              <a:ext uri="{FF2B5EF4-FFF2-40B4-BE49-F238E27FC236}">
                <a16:creationId xmlns:a16="http://schemas.microsoft.com/office/drawing/2014/main" id="{182EA033-41AE-6148-A260-889FF59E41C9}"/>
              </a:ext>
            </a:extLst>
          </p:cNvPr>
          <p:cNvCxnSpPr/>
          <p:nvPr/>
        </p:nvCxnSpPr>
        <p:spPr bwMode="gray">
          <a:xfrm>
            <a:off x="2894013"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2894013" y="2529075"/>
            <a:ext cx="1828800" cy="2871263"/>
          </a:xfrm>
          <a:noFill/>
          <a:ln>
            <a:noFill/>
          </a:ln>
        </p:spPr>
        <p:txBody>
          <a:bodyPr lIns="182880" tIns="548640" rIns="182880" bIns="182880"/>
          <a:lstStyle>
            <a:lvl1pPr algn="ctr">
              <a:lnSpc>
                <a:spcPct val="90000"/>
              </a:lnSpc>
              <a:spcBef>
                <a:spcPts val="600"/>
              </a:spcBef>
              <a:buNone/>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a:t>Click to add text</a:t>
            </a:r>
          </a:p>
          <a:p>
            <a:pPr lvl="1"/>
            <a:r>
              <a:rPr lang="en-US"/>
              <a:t>Second level</a:t>
            </a:r>
          </a:p>
        </p:txBody>
      </p:sp>
      <p:cxnSp>
        <p:nvCxnSpPr>
          <p:cNvPr id="19" name="Straight Connector 18">
            <a:extLst>
              <a:ext uri="{FF2B5EF4-FFF2-40B4-BE49-F238E27FC236}">
                <a16:creationId xmlns:a16="http://schemas.microsoft.com/office/drawing/2014/main" id="{662FF207-1B75-1940-91E1-2692254C727F}"/>
              </a:ext>
            </a:extLst>
          </p:cNvPr>
          <p:cNvCxnSpPr/>
          <p:nvPr/>
        </p:nvCxnSpPr>
        <p:spPr bwMode="gray">
          <a:xfrm>
            <a:off x="518509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5185093" y="2529075"/>
            <a:ext cx="1828800" cy="2871263"/>
          </a:xfrm>
          <a:noFill/>
          <a:ln>
            <a:noFill/>
          </a:ln>
        </p:spPr>
        <p:txBody>
          <a:bodyPr lIns="182880" tIns="548640" rIns="182880" bIns="182880"/>
          <a:lstStyle>
            <a:lvl1pPr algn="ctr">
              <a:lnSpc>
                <a:spcPct val="90000"/>
              </a:lnSpc>
              <a:spcBef>
                <a:spcPts val="600"/>
              </a:spcBef>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a:t>Click to add text</a:t>
            </a:r>
          </a:p>
          <a:p>
            <a:pPr lvl="1"/>
            <a:r>
              <a:rPr lang="en-US"/>
              <a:t>Second level</a:t>
            </a:r>
          </a:p>
        </p:txBody>
      </p:sp>
      <p:cxnSp>
        <p:nvCxnSpPr>
          <p:cNvPr id="20" name="Straight Connector 19">
            <a:extLst>
              <a:ext uri="{FF2B5EF4-FFF2-40B4-BE49-F238E27FC236}">
                <a16:creationId xmlns:a16="http://schemas.microsoft.com/office/drawing/2014/main" id="{128E238A-DE09-DD4F-A6F3-2F244E7301C3}"/>
              </a:ext>
            </a:extLst>
          </p:cNvPr>
          <p:cNvCxnSpPr/>
          <p:nvPr/>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2529075"/>
            <a:ext cx="1828800" cy="2871263"/>
          </a:xfrm>
          <a:noFill/>
          <a:ln>
            <a:noFill/>
          </a:ln>
        </p:spPr>
        <p:txBody>
          <a:bodyPr lIns="182880" tIns="548640" rIns="182880" bIns="182880"/>
          <a:lstStyle>
            <a:lvl1pPr algn="ctr">
              <a:lnSpc>
                <a:spcPct val="90000"/>
              </a:lnSpc>
              <a:spcBef>
                <a:spcPts val="600"/>
              </a:spcBef>
              <a:buNone/>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a:t>Click to add text</a:t>
            </a:r>
          </a:p>
          <a:p>
            <a:pPr lvl="1"/>
            <a:r>
              <a:rPr lang="en-US"/>
              <a:t>Second level</a:t>
            </a:r>
          </a:p>
        </p:txBody>
      </p:sp>
      <p:cxnSp>
        <p:nvCxnSpPr>
          <p:cNvPr id="21" name="Straight Connector 20">
            <a:extLst>
              <a:ext uri="{FF2B5EF4-FFF2-40B4-BE49-F238E27FC236}">
                <a16:creationId xmlns:a16="http://schemas.microsoft.com/office/drawing/2014/main" id="{E8B64954-CA3A-494E-B70D-3405C9F592D8}"/>
              </a:ext>
            </a:extLst>
          </p:cNvPr>
          <p:cNvCxnSpPr/>
          <p:nvPr/>
        </p:nvCxnSpPr>
        <p:spPr bwMode="gray">
          <a:xfrm>
            <a:off x="9752013" y="2512464"/>
            <a:ext cx="1828800" cy="0"/>
          </a:xfrm>
          <a:prstGeom prst="line">
            <a:avLst/>
          </a:prstGeom>
          <a:ln w="2540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2529075"/>
            <a:ext cx="1828800" cy="2871263"/>
          </a:xfrm>
          <a:noFill/>
          <a:ln>
            <a:noFill/>
          </a:ln>
        </p:spPr>
        <p:txBody>
          <a:bodyPr lIns="182880" tIns="548640" rIns="182880" bIns="182880"/>
          <a:lstStyle>
            <a:lvl1pPr algn="ctr">
              <a:lnSpc>
                <a:spcPct val="90000"/>
              </a:lnSpc>
              <a:spcBef>
                <a:spcPts val="600"/>
              </a:spcBef>
              <a:buNone/>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a:t>Click to add text</a:t>
            </a:r>
          </a:p>
          <a:p>
            <a:pPr lvl="1"/>
            <a:r>
              <a:rPr lang="en-US"/>
              <a:t>Second level</a:t>
            </a:r>
          </a:p>
        </p:txBody>
      </p:sp>
      <p:sp>
        <p:nvSpPr>
          <p:cNvPr id="23" name="page number">
            <a:extLst>
              <a:ext uri="{FF2B5EF4-FFF2-40B4-BE49-F238E27FC236}">
                <a16:creationId xmlns:a16="http://schemas.microsoft.com/office/drawing/2014/main" id="{778B9E91-325F-BB46-BB33-20219DF70C9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38" name="Oval 37">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p:nvSpPr>
        <p:spPr bwMode="gray">
          <a:xfrm>
            <a:off x="1131007" y="2118221"/>
            <a:ext cx="788487" cy="788487"/>
          </a:xfrm>
          <a:prstGeom prst="ellipse">
            <a:avLst/>
          </a:prstGeom>
          <a:solidFill>
            <a:schemeClr val="bg2"/>
          </a:solidFill>
          <a:ln w="254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a:solidFill>
                  <a:schemeClr val="tx1"/>
                </a:solidFill>
              </a:rPr>
              <a:t>1</a:t>
            </a:r>
          </a:p>
        </p:txBody>
      </p:sp>
      <p:sp>
        <p:nvSpPr>
          <p:cNvPr id="37" name="Oval 36">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p:nvSpPr>
        <p:spPr bwMode="gray">
          <a:xfrm>
            <a:off x="3414170" y="2118221"/>
            <a:ext cx="788487" cy="788487"/>
          </a:xfrm>
          <a:prstGeom prst="ellipse">
            <a:avLst/>
          </a:prstGeom>
          <a:solidFill>
            <a:schemeClr val="bg2"/>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solidFill>
                  <a:schemeClr val="tx1"/>
                </a:solidFill>
              </a:rPr>
              <a:t>2</a:t>
            </a:r>
          </a:p>
        </p:txBody>
      </p:sp>
      <p:sp>
        <p:nvSpPr>
          <p:cNvPr id="39" name="Oval 38">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p:nvSpPr>
        <p:spPr bwMode="gray">
          <a:xfrm>
            <a:off x="5705250" y="2118221"/>
            <a:ext cx="788487" cy="788487"/>
          </a:xfrm>
          <a:prstGeom prst="ellipse">
            <a:avLst/>
          </a:prstGeom>
          <a:solidFill>
            <a:schemeClr val="bg2"/>
          </a:solidFill>
          <a:ln w="25400">
            <a:solidFill>
              <a:schemeClr val="accent3"/>
            </a:solidFill>
          </a:ln>
          <a:effectLst/>
        </p:spPr>
        <p:txBody>
          <a:bodyPr vert="horz" wrap="square" lIns="0" tIns="0" rIns="0" bIns="0" numCol="1" anchor="ctr" anchorCtr="0" compatLnSpc="1">
            <a:prstTxWarp prst="textNoShape">
              <a:avLst/>
            </a:prstTxWarp>
          </a:bodyPr>
          <a:lstStyle/>
          <a:p>
            <a:pPr lvl="0" algn="ctr"/>
            <a:r>
              <a:rPr lang="en-US">
                <a:solidFill>
                  <a:schemeClr val="tx1"/>
                </a:solidFill>
              </a:rPr>
              <a:t>3</a:t>
            </a:r>
          </a:p>
        </p:txBody>
      </p:sp>
      <p:sp>
        <p:nvSpPr>
          <p:cNvPr id="40" name="Oval 39">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p:nvSpPr>
        <p:spPr bwMode="gray">
          <a:xfrm>
            <a:off x="7990158" y="2118221"/>
            <a:ext cx="788487" cy="788487"/>
          </a:xfrm>
          <a:prstGeom prst="ellipse">
            <a:avLst/>
          </a:prstGeom>
          <a:solidFill>
            <a:schemeClr val="bg2"/>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a:solidFill>
                  <a:schemeClr val="tx1"/>
                </a:solidFill>
              </a:rPr>
              <a:t>4</a:t>
            </a:r>
          </a:p>
        </p:txBody>
      </p:sp>
      <p:sp>
        <p:nvSpPr>
          <p:cNvPr id="41" name="Oval 40">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p:nvSpPr>
        <p:spPr bwMode="gray">
          <a:xfrm>
            <a:off x="10272170" y="2118221"/>
            <a:ext cx="788487" cy="788487"/>
          </a:xfrm>
          <a:prstGeom prst="ellipse">
            <a:avLst/>
          </a:prstGeom>
          <a:solidFill>
            <a:schemeClr val="bg2"/>
          </a:solidFill>
          <a:ln w="254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solidFill>
                  <a:schemeClr val="tx1"/>
                </a:solidFill>
              </a:rPr>
              <a:t>5</a:t>
            </a:r>
          </a:p>
        </p:txBody>
      </p:sp>
      <p:sp>
        <p:nvSpPr>
          <p:cNvPr id="25" name="Rectangle 24">
            <a:extLst>
              <a:ext uri="{FF2B5EF4-FFF2-40B4-BE49-F238E27FC236}">
                <a16:creationId xmlns:a16="http://schemas.microsoft.com/office/drawing/2014/main" id="{C52EE46A-2B6A-D0CE-D67A-E39C4516F8BB}"/>
              </a:ext>
            </a:extLst>
          </p:cNvPr>
          <p:cNvSpPr/>
          <p:nvPr userDrawn="1"/>
        </p:nvSpPr>
        <p:spPr>
          <a:xfrm>
            <a:off x="2894013"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6" name="Rectangle 25">
            <a:extLst>
              <a:ext uri="{FF2B5EF4-FFF2-40B4-BE49-F238E27FC236}">
                <a16:creationId xmlns:a16="http://schemas.microsoft.com/office/drawing/2014/main" id="{1DC9EA80-9EA8-343E-F517-1CAD885879D6}"/>
              </a:ext>
            </a:extLst>
          </p:cNvPr>
          <p:cNvSpPr/>
          <p:nvPr userDrawn="1"/>
        </p:nvSpPr>
        <p:spPr>
          <a:xfrm>
            <a:off x="5185093"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7" name="Rectangle 26">
            <a:extLst>
              <a:ext uri="{FF2B5EF4-FFF2-40B4-BE49-F238E27FC236}">
                <a16:creationId xmlns:a16="http://schemas.microsoft.com/office/drawing/2014/main" id="{A8D23D95-E4CC-0B03-48A9-0EC81B2368E5}"/>
              </a:ext>
            </a:extLst>
          </p:cNvPr>
          <p:cNvSpPr/>
          <p:nvPr userDrawn="1"/>
        </p:nvSpPr>
        <p:spPr>
          <a:xfrm>
            <a:off x="7470001"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1" name="Rectangle 30">
            <a:extLst>
              <a:ext uri="{FF2B5EF4-FFF2-40B4-BE49-F238E27FC236}">
                <a16:creationId xmlns:a16="http://schemas.microsoft.com/office/drawing/2014/main" id="{3737E5D6-04BF-01BC-A221-0F1D603C51D8}"/>
              </a:ext>
            </a:extLst>
          </p:cNvPr>
          <p:cNvSpPr/>
          <p:nvPr userDrawn="1"/>
        </p:nvSpPr>
        <p:spPr>
          <a:xfrm>
            <a:off x="9752013"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3" name="Rectangle 32">
            <a:extLst>
              <a:ext uri="{FF2B5EF4-FFF2-40B4-BE49-F238E27FC236}">
                <a16:creationId xmlns:a16="http://schemas.microsoft.com/office/drawing/2014/main" id="{65142366-F01F-D56A-11BB-7D669E9AD2B4}"/>
              </a:ext>
            </a:extLst>
          </p:cNvPr>
          <p:cNvSpPr/>
          <p:nvPr userDrawn="1"/>
        </p:nvSpPr>
        <p:spPr>
          <a:xfrm>
            <a:off x="610851"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cxnSp>
        <p:nvCxnSpPr>
          <p:cNvPr id="34" name="Straight Connector 33">
            <a:extLst>
              <a:ext uri="{FF2B5EF4-FFF2-40B4-BE49-F238E27FC236}">
                <a16:creationId xmlns:a16="http://schemas.microsoft.com/office/drawing/2014/main" id="{903341DC-DE80-5E4C-A4C9-C984D7074760}"/>
              </a:ext>
            </a:extLst>
          </p:cNvPr>
          <p:cNvCxnSpPr/>
          <p:nvPr userDrawn="1"/>
        </p:nvCxnSpPr>
        <p:spPr bwMode="gray">
          <a:xfrm>
            <a:off x="610850" y="2512464"/>
            <a:ext cx="1828800" cy="0"/>
          </a:xfrm>
          <a:prstGeom prst="line">
            <a:avLst/>
          </a:prstGeom>
          <a:ln w="25400">
            <a:solidFill>
              <a:schemeClr val="accent6"/>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82EA033-41AE-6148-A260-889FF59E41C9}"/>
              </a:ext>
            </a:extLst>
          </p:cNvPr>
          <p:cNvCxnSpPr/>
          <p:nvPr userDrawn="1"/>
        </p:nvCxnSpPr>
        <p:spPr bwMode="gray">
          <a:xfrm>
            <a:off x="2894013"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62FF207-1B75-1940-91E1-2692254C727F}"/>
              </a:ext>
            </a:extLst>
          </p:cNvPr>
          <p:cNvCxnSpPr/>
          <p:nvPr userDrawn="1"/>
        </p:nvCxnSpPr>
        <p:spPr bwMode="gray">
          <a:xfrm>
            <a:off x="518509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28E238A-DE09-DD4F-A6F3-2F244E7301C3}"/>
              </a:ext>
            </a:extLst>
          </p:cNvPr>
          <p:cNvCxnSpPr/>
          <p:nvPr userDrawn="1"/>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8B64954-CA3A-494E-B70D-3405C9F592D8}"/>
              </a:ext>
            </a:extLst>
          </p:cNvPr>
          <p:cNvCxnSpPr/>
          <p:nvPr userDrawn="1"/>
        </p:nvCxnSpPr>
        <p:spPr bwMode="gray">
          <a:xfrm>
            <a:off x="9752013" y="2512464"/>
            <a:ext cx="1828800" cy="0"/>
          </a:xfrm>
          <a:prstGeom prst="line">
            <a:avLst/>
          </a:prstGeom>
          <a:ln w="2540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4" name="page number">
            <a:extLst>
              <a:ext uri="{FF2B5EF4-FFF2-40B4-BE49-F238E27FC236}">
                <a16:creationId xmlns:a16="http://schemas.microsoft.com/office/drawing/2014/main" id="{778B9E91-325F-BB46-BB33-20219DF70C9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45" name="Oval 44">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userDrawn="1"/>
        </p:nvSpPr>
        <p:spPr bwMode="gray">
          <a:xfrm>
            <a:off x="1131007" y="2118221"/>
            <a:ext cx="788487" cy="788487"/>
          </a:xfrm>
          <a:prstGeom prst="ellipse">
            <a:avLst/>
          </a:prstGeom>
          <a:solidFill>
            <a:schemeClr val="bg2"/>
          </a:solidFill>
          <a:ln w="254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tx1"/>
                </a:solidFill>
              </a:rPr>
              <a:t>1</a:t>
            </a:r>
          </a:p>
        </p:txBody>
      </p:sp>
      <p:sp>
        <p:nvSpPr>
          <p:cNvPr id="46" name="Oval 45">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userDrawn="1"/>
        </p:nvSpPr>
        <p:spPr bwMode="gray">
          <a:xfrm>
            <a:off x="3414170" y="2118221"/>
            <a:ext cx="788487" cy="788487"/>
          </a:xfrm>
          <a:prstGeom prst="ellipse">
            <a:avLst/>
          </a:prstGeom>
          <a:solidFill>
            <a:schemeClr val="bg2"/>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solidFill>
                  <a:schemeClr val="tx1"/>
                </a:solidFill>
              </a:rPr>
              <a:t>2</a:t>
            </a:r>
          </a:p>
        </p:txBody>
      </p:sp>
      <p:sp>
        <p:nvSpPr>
          <p:cNvPr id="47" name="Oval 46">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userDrawn="1"/>
        </p:nvSpPr>
        <p:spPr bwMode="gray">
          <a:xfrm>
            <a:off x="5705250" y="2118221"/>
            <a:ext cx="788487" cy="788487"/>
          </a:xfrm>
          <a:prstGeom prst="ellipse">
            <a:avLst/>
          </a:prstGeom>
          <a:solidFill>
            <a:schemeClr val="bg2"/>
          </a:solidFill>
          <a:ln w="25400">
            <a:solidFill>
              <a:schemeClr val="accent3"/>
            </a:solidFill>
          </a:ln>
          <a:effectLst/>
        </p:spPr>
        <p:txBody>
          <a:bodyPr vert="horz" wrap="square" lIns="0" tIns="0" rIns="0" bIns="0" numCol="1" anchor="ctr" anchorCtr="0" compatLnSpc="1">
            <a:prstTxWarp prst="textNoShape">
              <a:avLst/>
            </a:prstTxWarp>
          </a:bodyPr>
          <a:lstStyle/>
          <a:p>
            <a:pPr lvl="0" algn="ctr"/>
            <a:r>
              <a:rPr lang="en-US">
                <a:solidFill>
                  <a:schemeClr val="tx1"/>
                </a:solidFill>
              </a:rPr>
              <a:t>3</a:t>
            </a:r>
          </a:p>
        </p:txBody>
      </p:sp>
      <p:sp>
        <p:nvSpPr>
          <p:cNvPr id="48" name="Oval 47">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userDrawn="1"/>
        </p:nvSpPr>
        <p:spPr bwMode="gray">
          <a:xfrm>
            <a:off x="7990158" y="2118221"/>
            <a:ext cx="788487" cy="788487"/>
          </a:xfrm>
          <a:prstGeom prst="ellipse">
            <a:avLst/>
          </a:prstGeom>
          <a:solidFill>
            <a:schemeClr val="bg2"/>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a:solidFill>
                  <a:schemeClr val="tx1"/>
                </a:solidFill>
              </a:rPr>
              <a:t>4</a:t>
            </a:r>
          </a:p>
        </p:txBody>
      </p:sp>
      <p:sp>
        <p:nvSpPr>
          <p:cNvPr id="49" name="Oval 48">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userDrawn="1"/>
        </p:nvSpPr>
        <p:spPr bwMode="gray">
          <a:xfrm>
            <a:off x="10272170" y="2118221"/>
            <a:ext cx="788487" cy="788487"/>
          </a:xfrm>
          <a:prstGeom prst="ellipse">
            <a:avLst/>
          </a:prstGeom>
          <a:solidFill>
            <a:schemeClr val="bg2"/>
          </a:solidFill>
          <a:ln w="254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solidFill>
                  <a:schemeClr val="tx1"/>
                </a:solidFill>
              </a:rPr>
              <a:t>5</a:t>
            </a:r>
          </a:p>
        </p:txBody>
      </p:sp>
    </p:spTree>
    <p:extLst>
      <p:ext uri="{BB962C8B-B14F-4D97-AF65-F5344CB8AC3E}">
        <p14:creationId xmlns:p14="http://schemas.microsoft.com/office/powerpoint/2010/main" val="3973380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tx1"/>
                </a:solidFill>
              </a:defRPr>
            </a:lvl1pPr>
          </a:lstStyle>
          <a:p>
            <a:r>
              <a:rPr lang="en-US" dirty="0"/>
              <a:t>Sample Chart Layout for Text – Click to Add a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5" name="Text Placeholder 3" descr="Row 1 label">
            <a:extLst>
              <a:ext uri="{FF2B5EF4-FFF2-40B4-BE49-F238E27FC236}">
                <a16:creationId xmlns:a16="http://schemas.microsoft.com/office/drawing/2014/main" id="{7077ED63-7149-B64F-804C-21E2E59DF7DB}"/>
              </a:ext>
            </a:extLst>
          </p:cNvPr>
          <p:cNvSpPr>
            <a:spLocks noGrp="1"/>
          </p:cNvSpPr>
          <p:nvPr>
            <p:ph type="body" sz="quarter" idx="30" hasCustomPrompt="1"/>
          </p:nvPr>
        </p:nvSpPr>
        <p:spPr>
          <a:xfrm>
            <a:off x="271464" y="1546789"/>
            <a:ext cx="574570" cy="439174"/>
          </a:xfrm>
          <a:no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Arial" panose="020B0604020202020204" pitchFamily="34" charset="0"/>
              <a:buChar char="​"/>
              <a:defRPr sz="1400"/>
            </a:lvl2pPr>
          </a:lstStyle>
          <a:p>
            <a:pPr lvl="0"/>
            <a:r>
              <a:rPr lang="en-US" dirty="0"/>
              <a:t>Click to add text</a:t>
            </a:r>
          </a:p>
        </p:txBody>
      </p:sp>
      <p:sp>
        <p:nvSpPr>
          <p:cNvPr id="34" name="Text Placeholder 3" descr="Row 1 text box is a long horizontal box the width of the slide acting as a header. ">
            <a:extLst>
              <a:ext uri="{FF2B5EF4-FFF2-40B4-BE49-F238E27FC236}">
                <a16:creationId xmlns:a16="http://schemas.microsoft.com/office/drawing/2014/main" id="{03CB2304-DD0F-674C-91F7-863CDF3757FC}"/>
              </a:ext>
            </a:extLst>
          </p:cNvPr>
          <p:cNvSpPr>
            <a:spLocks noGrp="1"/>
          </p:cNvSpPr>
          <p:nvPr>
            <p:ph type="body" sz="quarter" idx="29" hasCustomPrompt="1"/>
          </p:nvPr>
        </p:nvSpPr>
        <p:spPr>
          <a:xfrm>
            <a:off x="1034040" y="1561701"/>
            <a:ext cx="10630969" cy="429469"/>
          </a:xfrm>
          <a:noFill/>
          <a:ln w="12700">
            <a:solidFill>
              <a:schemeClr val="accent3">
                <a:alpha val="25000"/>
              </a:schemeClr>
            </a:solidFill>
          </a:ln>
        </p:spPr>
        <p:txBody>
          <a:bodyPr tIns="91440"/>
          <a:lstStyle>
            <a:lvl1pPr algn="ctr">
              <a:lnSpc>
                <a:spcPct val="100000"/>
              </a:lnSpc>
              <a:spcBef>
                <a:spcPts val="600"/>
              </a:spcBef>
              <a:buNone/>
              <a:defRPr sz="1600">
                <a:solidFill>
                  <a:schemeClr val="tx1"/>
                </a:solidFill>
              </a:defRPr>
            </a:lvl1pPr>
            <a:lvl2pPr marL="0" indent="0" algn="ctr">
              <a:lnSpc>
                <a:spcPct val="100000"/>
              </a:lnSpc>
              <a:spcBef>
                <a:spcPts val="600"/>
              </a:spcBef>
              <a:buFont typeface="Arial" panose="020B0604020202020204" pitchFamily="34" charset="0"/>
              <a:buChar char="​"/>
              <a:defRPr sz="1400"/>
            </a:lvl2pPr>
          </a:lstStyle>
          <a:p>
            <a:pPr lvl="0"/>
            <a:r>
              <a:rPr lang="en-US" dirty="0"/>
              <a:t>Click to add text</a:t>
            </a:r>
          </a:p>
        </p:txBody>
      </p:sp>
      <p:sp>
        <p:nvSpPr>
          <p:cNvPr id="36" name="Text Placeholder 3" descr="Row 2 label; this row shows 4 content boxes labeled A through D, each is a different color and holds text.">
            <a:extLst>
              <a:ext uri="{FF2B5EF4-FFF2-40B4-BE49-F238E27FC236}">
                <a16:creationId xmlns:a16="http://schemas.microsoft.com/office/drawing/2014/main" id="{3E62FD32-E978-1A49-AA98-60CD14AE003D}"/>
              </a:ext>
            </a:extLst>
          </p:cNvPr>
          <p:cNvSpPr>
            <a:spLocks noGrp="1"/>
          </p:cNvSpPr>
          <p:nvPr>
            <p:ph type="body" sz="quarter" idx="31" hasCustomPrompt="1"/>
          </p:nvPr>
        </p:nvSpPr>
        <p:spPr>
          <a:xfrm>
            <a:off x="285750" y="3304775"/>
            <a:ext cx="560283" cy="658026"/>
          </a:xfrm>
          <a:no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Arial" panose="020B0604020202020204" pitchFamily="34" charset="0"/>
              <a:buChar char="​"/>
              <a:defRPr sz="1400"/>
            </a:lvl2pPr>
          </a:lstStyle>
          <a:p>
            <a:pPr lvl="0"/>
            <a:r>
              <a:rPr lang="en-US" dirty="0"/>
              <a:t>Click to add text</a:t>
            </a:r>
          </a:p>
        </p:txBody>
      </p:sp>
      <p:cxnSp>
        <p:nvCxnSpPr>
          <p:cNvPr id="25" name="Straight Connector 24">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p:nvCxnSpPr>
        <p:spPr bwMode="gray">
          <a:xfrm>
            <a:off x="1093076" y="2680138"/>
            <a:ext cx="2459421" cy="0"/>
          </a:xfrm>
          <a:prstGeom prst="line">
            <a:avLst/>
          </a:prstGeom>
          <a:ln w="25400">
            <a:solidFill>
              <a:schemeClr val="accent6"/>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descr="Row 2, box 1: text in plum">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1102407" y="2699834"/>
            <a:ext cx="2430126" cy="1949198"/>
          </a:xfrm>
          <a:noFill/>
          <a:ln w="15875">
            <a:noFill/>
          </a:ln>
        </p:spPr>
        <p:txBody>
          <a:bodyPr tIns="365760"/>
          <a:lstStyle>
            <a:lvl1pPr algn="ctr">
              <a:lnSpc>
                <a:spcPct val="100000"/>
              </a:lnSpc>
              <a:spcBef>
                <a:spcPts val="600"/>
              </a:spcBef>
              <a:buNone/>
              <a:defRPr sz="1800">
                <a:solidFill>
                  <a:schemeClr val="tx1"/>
                </a:solidFill>
              </a:defRPr>
            </a:lvl1pPr>
            <a:lvl2pPr marL="0" indent="0" algn="ctr">
              <a:lnSpc>
                <a:spcPct val="100000"/>
              </a:lnSpc>
              <a:spcBef>
                <a:spcPts val="600"/>
              </a:spcBef>
              <a:buFont typeface="Arial" panose="020B0604020202020204" pitchFamily="34" charset="0"/>
              <a:buChar char="​"/>
              <a:defRPr sz="1400">
                <a:solidFill>
                  <a:schemeClr val="tx1"/>
                </a:solidFill>
              </a:defRPr>
            </a:lvl2pPr>
          </a:lstStyle>
          <a:p>
            <a:pPr lvl="0"/>
            <a:r>
              <a:rPr lang="en-US" dirty="0"/>
              <a:t>Click to add text</a:t>
            </a:r>
          </a:p>
          <a:p>
            <a:pPr lvl="1"/>
            <a:r>
              <a:rPr lang="en-US" dirty="0"/>
              <a:t>Second level</a:t>
            </a:r>
          </a:p>
        </p:txBody>
      </p:sp>
      <p:cxnSp>
        <p:nvCxnSpPr>
          <p:cNvPr id="4" name="Straight Connector 3">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p:nvCxnSpPr>
        <p:spPr bwMode="gray">
          <a:xfrm>
            <a:off x="3808412"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descr="Row 2, box 2: text in ocean">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3816081" y="2699834"/>
            <a:ext cx="2430126" cy="1949198"/>
          </a:xfrm>
          <a:noFill/>
          <a:ln w="15875">
            <a:noFill/>
          </a:ln>
        </p:spPr>
        <p:txBody>
          <a:bodyPr tIns="365760"/>
          <a:lstStyle>
            <a:lvl1pPr algn="ctr">
              <a:lnSpc>
                <a:spcPct val="100000"/>
              </a:lnSpc>
              <a:spcBef>
                <a:spcPts val="600"/>
              </a:spcBef>
              <a:buNone/>
              <a:defRPr sz="1800">
                <a:solidFill>
                  <a:schemeClr val="tx1"/>
                </a:solidFill>
              </a:defRPr>
            </a:lvl1pPr>
            <a:lvl2pPr marL="0" indent="0" algn="ctr">
              <a:lnSpc>
                <a:spcPct val="100000"/>
              </a:lnSpc>
              <a:spcBef>
                <a:spcPts val="600"/>
              </a:spcBef>
              <a:buFont typeface="Arial" panose="020B0604020202020204" pitchFamily="34" charset="0"/>
              <a:buChar char="​"/>
              <a:defRPr sz="1400">
                <a:solidFill>
                  <a:schemeClr val="tx1"/>
                </a:solidFill>
              </a:defRPr>
            </a:lvl2pPr>
          </a:lstStyle>
          <a:p>
            <a:pPr lvl="0"/>
            <a:r>
              <a:rPr lang="en-US" dirty="0"/>
              <a:t>Click to add text</a:t>
            </a:r>
          </a:p>
          <a:p>
            <a:pPr lvl="1"/>
            <a:r>
              <a:rPr lang="en-US" dirty="0"/>
              <a:t>Second level</a:t>
            </a:r>
          </a:p>
        </p:txBody>
      </p:sp>
      <p:cxnSp>
        <p:nvCxnSpPr>
          <p:cNvPr id="32" name="Straight Connector 31">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p:nvCxnSpPr>
        <p:spPr bwMode="gray">
          <a:xfrm>
            <a:off x="655161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descr="Row 2, box 3: text in indigo">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6529754" y="2699834"/>
            <a:ext cx="2477611" cy="1949198"/>
          </a:xfrm>
          <a:noFill/>
          <a:ln w="15875">
            <a:noFill/>
          </a:ln>
        </p:spPr>
        <p:txBody>
          <a:bodyPr tIns="36576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sz="1400">
                <a:solidFill>
                  <a:schemeClr val="tx1"/>
                </a:solidFill>
              </a:defRPr>
            </a:lvl2pPr>
          </a:lstStyle>
          <a:p>
            <a:pPr lvl="0"/>
            <a:r>
              <a:rPr lang="en-US"/>
              <a:t>Click to add text</a:t>
            </a:r>
          </a:p>
          <a:p>
            <a:pPr lvl="1"/>
            <a:r>
              <a:rPr lang="en-US"/>
              <a:t>Second level</a:t>
            </a:r>
          </a:p>
        </p:txBody>
      </p:sp>
      <p:cxnSp>
        <p:nvCxnSpPr>
          <p:cNvPr id="38" name="Straight Connector 37">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descr="Row 2, box 4: text in dark green">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9243428" y="2699834"/>
            <a:ext cx="2454586" cy="1949198"/>
          </a:xfrm>
          <a:noFill/>
          <a:ln w="15875">
            <a:noFill/>
          </a:ln>
        </p:spPr>
        <p:txBody>
          <a:bodyPr tIns="365760"/>
          <a:lstStyle>
            <a:lvl1pPr algn="ctr">
              <a:lnSpc>
                <a:spcPct val="100000"/>
              </a:lnSpc>
              <a:spcBef>
                <a:spcPts val="600"/>
              </a:spcBef>
              <a:buNone/>
              <a:defRPr sz="1800">
                <a:solidFill>
                  <a:schemeClr val="tx1"/>
                </a:solidFill>
              </a:defRPr>
            </a:lvl1pPr>
            <a:lvl2pPr marL="0" indent="0" algn="ctr">
              <a:lnSpc>
                <a:spcPct val="100000"/>
              </a:lnSpc>
              <a:spcBef>
                <a:spcPts val="600"/>
              </a:spcBef>
              <a:buFont typeface="Arial" panose="020B0604020202020204" pitchFamily="34" charset="0"/>
              <a:buChar char="​"/>
              <a:defRPr sz="1400">
                <a:solidFill>
                  <a:schemeClr val="tx1"/>
                </a:solidFill>
              </a:defRPr>
            </a:lvl2pPr>
          </a:lstStyle>
          <a:p>
            <a:pPr lvl="0"/>
            <a:r>
              <a:rPr lang="en-US"/>
              <a:t>Click to add text</a:t>
            </a:r>
          </a:p>
          <a:p>
            <a:pPr lvl="1"/>
            <a:r>
              <a:rPr lang="en-US"/>
              <a:t>Second level</a:t>
            </a:r>
          </a:p>
        </p:txBody>
      </p:sp>
      <p:sp>
        <p:nvSpPr>
          <p:cNvPr id="37" name="Text Placeholder 3" descr="Row 3 label: this row shows six, small content boxes in a horiztonal row">
            <a:extLst>
              <a:ext uri="{FF2B5EF4-FFF2-40B4-BE49-F238E27FC236}">
                <a16:creationId xmlns:a16="http://schemas.microsoft.com/office/drawing/2014/main" id="{EF286E42-C44A-274D-B9C1-D21F1AD1DEB2}"/>
              </a:ext>
            </a:extLst>
          </p:cNvPr>
          <p:cNvSpPr>
            <a:spLocks noGrp="1"/>
          </p:cNvSpPr>
          <p:nvPr>
            <p:ph type="body" sz="quarter" idx="32" hasCustomPrompt="1"/>
          </p:nvPr>
        </p:nvSpPr>
        <p:spPr>
          <a:xfrm>
            <a:off x="300038" y="5065521"/>
            <a:ext cx="545995" cy="658026"/>
          </a:xfrm>
          <a:no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Arial" panose="020B0604020202020204" pitchFamily="34" charset="0"/>
              <a:buChar char="​"/>
              <a:defRPr sz="1400"/>
            </a:lvl2pPr>
          </a:lstStyle>
          <a:p>
            <a:pPr lvl="0"/>
            <a:r>
              <a:rPr lang="en-US" dirty="0"/>
              <a:t>Click to add text</a:t>
            </a:r>
          </a:p>
        </p:txBody>
      </p:sp>
      <p:sp>
        <p:nvSpPr>
          <p:cNvPr id="20" name="Text Placeholder 3" descr="Row 3, text box 1">
            <a:extLst>
              <a:ext uri="{FF2B5EF4-FFF2-40B4-BE49-F238E27FC236}">
                <a16:creationId xmlns:a16="http://schemas.microsoft.com/office/drawing/2014/main" id="{828E38C7-4E21-F24B-B372-9632EC441D7F}"/>
              </a:ext>
            </a:extLst>
          </p:cNvPr>
          <p:cNvSpPr>
            <a:spLocks noGrp="1"/>
          </p:cNvSpPr>
          <p:nvPr>
            <p:ph type="body" sz="quarter" idx="23" hasCustomPrompt="1"/>
          </p:nvPr>
        </p:nvSpPr>
        <p:spPr>
          <a:xfrm>
            <a:off x="1115051" y="4956561"/>
            <a:ext cx="1713607" cy="915157"/>
          </a:xfrm>
          <a:no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dirty="0"/>
              <a:t>Click to add text</a:t>
            </a:r>
          </a:p>
          <a:p>
            <a:pPr lvl="1"/>
            <a:r>
              <a:rPr lang="en-US" dirty="0"/>
              <a:t>Second level</a:t>
            </a:r>
          </a:p>
        </p:txBody>
      </p:sp>
      <p:sp>
        <p:nvSpPr>
          <p:cNvPr id="21" name="Text Placeholder 3" descr="Row 3, text box 2">
            <a:extLst>
              <a:ext uri="{FF2B5EF4-FFF2-40B4-BE49-F238E27FC236}">
                <a16:creationId xmlns:a16="http://schemas.microsoft.com/office/drawing/2014/main" id="{8B2FDC15-7948-0244-83E4-0CDCDBC619B3}"/>
              </a:ext>
            </a:extLst>
          </p:cNvPr>
          <p:cNvSpPr>
            <a:spLocks noGrp="1"/>
          </p:cNvSpPr>
          <p:nvPr>
            <p:ph type="body" sz="quarter" idx="24" hasCustomPrompt="1"/>
          </p:nvPr>
        </p:nvSpPr>
        <p:spPr>
          <a:xfrm>
            <a:off x="2886312" y="4956561"/>
            <a:ext cx="1713607" cy="915157"/>
          </a:xfrm>
          <a:no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26" name="Text Placeholder 3" descr="Row 3, text box 3">
            <a:extLst>
              <a:ext uri="{FF2B5EF4-FFF2-40B4-BE49-F238E27FC236}">
                <a16:creationId xmlns:a16="http://schemas.microsoft.com/office/drawing/2014/main" id="{E4B34A83-BA8A-6844-8A56-BBD517A5B6FD}"/>
              </a:ext>
            </a:extLst>
          </p:cNvPr>
          <p:cNvSpPr>
            <a:spLocks noGrp="1"/>
          </p:cNvSpPr>
          <p:nvPr>
            <p:ph type="body" sz="quarter" idx="25" hasCustomPrompt="1"/>
          </p:nvPr>
        </p:nvSpPr>
        <p:spPr>
          <a:xfrm>
            <a:off x="4657573" y="4956561"/>
            <a:ext cx="1713607" cy="915157"/>
          </a:xfrm>
          <a:no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27" name="Text Placeholder 3" descr="Row 3, text box 4">
            <a:extLst>
              <a:ext uri="{FF2B5EF4-FFF2-40B4-BE49-F238E27FC236}">
                <a16:creationId xmlns:a16="http://schemas.microsoft.com/office/drawing/2014/main" id="{532716FA-3DC7-AF41-8C5F-F9D040A43930}"/>
              </a:ext>
            </a:extLst>
          </p:cNvPr>
          <p:cNvSpPr>
            <a:spLocks noGrp="1"/>
          </p:cNvSpPr>
          <p:nvPr>
            <p:ph type="body" sz="quarter" idx="26" hasCustomPrompt="1"/>
          </p:nvPr>
        </p:nvSpPr>
        <p:spPr>
          <a:xfrm>
            <a:off x="6428834" y="4956561"/>
            <a:ext cx="1713607" cy="915157"/>
          </a:xfrm>
          <a:no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31" name="Text Placeholder 3" descr="Row 3, text box 5">
            <a:extLst>
              <a:ext uri="{FF2B5EF4-FFF2-40B4-BE49-F238E27FC236}">
                <a16:creationId xmlns:a16="http://schemas.microsoft.com/office/drawing/2014/main" id="{6EA6D41F-30CE-1443-9F1F-896A2907ECBD}"/>
              </a:ext>
            </a:extLst>
          </p:cNvPr>
          <p:cNvSpPr>
            <a:spLocks noGrp="1"/>
          </p:cNvSpPr>
          <p:nvPr>
            <p:ph type="body" sz="quarter" idx="27" hasCustomPrompt="1"/>
          </p:nvPr>
        </p:nvSpPr>
        <p:spPr>
          <a:xfrm>
            <a:off x="8200095" y="4956561"/>
            <a:ext cx="1713607" cy="915157"/>
          </a:xfrm>
          <a:no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33" name="Text Placeholder 3" descr="Row 3, text box 6">
            <a:extLst>
              <a:ext uri="{FF2B5EF4-FFF2-40B4-BE49-F238E27FC236}">
                <a16:creationId xmlns:a16="http://schemas.microsoft.com/office/drawing/2014/main" id="{62388AAB-5BA2-4747-B0D0-B11DA9195125}"/>
              </a:ext>
            </a:extLst>
          </p:cNvPr>
          <p:cNvSpPr>
            <a:spLocks noGrp="1"/>
          </p:cNvSpPr>
          <p:nvPr>
            <p:ph type="body" sz="quarter" idx="28" hasCustomPrompt="1"/>
          </p:nvPr>
        </p:nvSpPr>
        <p:spPr>
          <a:xfrm>
            <a:off x="9971354" y="4956561"/>
            <a:ext cx="1713607" cy="915157"/>
          </a:xfrm>
          <a:no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24" name="page number">
            <a:extLst>
              <a:ext uri="{FF2B5EF4-FFF2-40B4-BE49-F238E27FC236}">
                <a16:creationId xmlns:a16="http://schemas.microsoft.com/office/drawing/2014/main" id="{D09494D0-773E-A04D-BC5F-65AA87B8246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cxnSp>
        <p:nvCxnSpPr>
          <p:cNvPr id="23" name="Straight Connector 22">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userDrawn="1"/>
        </p:nvCxnSpPr>
        <p:spPr bwMode="gray">
          <a:xfrm>
            <a:off x="1093076" y="2680138"/>
            <a:ext cx="2459421" cy="0"/>
          </a:xfrm>
          <a:prstGeom prst="line">
            <a:avLst/>
          </a:prstGeom>
          <a:ln w="25400">
            <a:solidFill>
              <a:schemeClr val="accent6"/>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userDrawn="1"/>
        </p:nvCxnSpPr>
        <p:spPr bwMode="gray">
          <a:xfrm>
            <a:off x="3808412"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userDrawn="1"/>
        </p:nvCxnSpPr>
        <p:spPr bwMode="gray">
          <a:xfrm>
            <a:off x="655161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userDrawn="1"/>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2" name="page number">
            <a:extLst>
              <a:ext uri="{FF2B5EF4-FFF2-40B4-BE49-F238E27FC236}">
                <a16:creationId xmlns:a16="http://schemas.microsoft.com/office/drawing/2014/main" id="{D09494D0-773E-A04D-BC5F-65AA87B8246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715751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Big Statement - Leaf">
    <p:spTree>
      <p:nvGrpSpPr>
        <p:cNvPr id="1" name=""/>
        <p:cNvGrpSpPr/>
        <p:nvPr/>
      </p:nvGrpSpPr>
      <p:grpSpPr>
        <a:xfrm>
          <a:off x="0" y="0"/>
          <a:ext cx="0" cy="0"/>
          <a:chOff x="0" y="0"/>
          <a:chExt cx="0" cy="0"/>
        </a:xfrm>
      </p:grpSpPr>
      <p:sp>
        <p:nvSpPr>
          <p:cNvPr id="15" name="page number">
            <a:extLst>
              <a:ext uri="{FF2B5EF4-FFF2-40B4-BE49-F238E27FC236}">
                <a16:creationId xmlns:a16="http://schemas.microsoft.com/office/drawing/2014/main" id="{55FF2E89-7A98-C14C-B802-9BBF588108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grpSp>
        <p:nvGrpSpPr>
          <p:cNvPr id="4" name="Group 3">
            <a:extLst>
              <a:ext uri="{FF2B5EF4-FFF2-40B4-BE49-F238E27FC236}">
                <a16:creationId xmlns:a16="http://schemas.microsoft.com/office/drawing/2014/main" id="{FC1F0186-3845-7382-86A6-5F5D4383F8F7}"/>
              </a:ext>
            </a:extLst>
          </p:cNvPr>
          <p:cNvGrpSpPr/>
          <p:nvPr/>
        </p:nvGrpSpPr>
        <p:grpSpPr>
          <a:xfrm>
            <a:off x="5111737" y="1408637"/>
            <a:ext cx="7077088" cy="4553747"/>
            <a:chOff x="5111737" y="1408637"/>
            <a:chExt cx="7077088" cy="4553747"/>
          </a:xfrm>
        </p:grpSpPr>
        <p:sp>
          <p:nvSpPr>
            <p:cNvPr id="5" name="Freeform: Shape 4">
              <a:extLst>
                <a:ext uri="{FF2B5EF4-FFF2-40B4-BE49-F238E27FC236}">
                  <a16:creationId xmlns:a16="http://schemas.microsoft.com/office/drawing/2014/main" id="{5CE73523-7E54-A36C-FD38-BF94183DD0EB}"/>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6" name="Freeform: Shape 5">
              <a:extLst>
                <a:ext uri="{FF2B5EF4-FFF2-40B4-BE49-F238E27FC236}">
                  <a16:creationId xmlns:a16="http://schemas.microsoft.com/office/drawing/2014/main" id="{6BE9AFFF-4763-3B75-31C5-5DD8D812F069}"/>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sp>
        <p:nvSpPr>
          <p:cNvPr id="9" name="Text Placeholder 862">
            <a:extLst>
              <a:ext uri="{FF2B5EF4-FFF2-40B4-BE49-F238E27FC236}">
                <a16:creationId xmlns:a16="http://schemas.microsoft.com/office/drawing/2014/main" id="{65A5776C-9EB9-F84B-B0C4-411FA1106F62}"/>
              </a:ext>
            </a:extLst>
          </p:cNvPr>
          <p:cNvSpPr>
            <a:spLocks noGrp="1"/>
          </p:cNvSpPr>
          <p:nvPr>
            <p:ph type="body" sz="quarter" idx="12" hasCustomPrompt="1"/>
          </p:nvPr>
        </p:nvSpPr>
        <p:spPr>
          <a:xfrm>
            <a:off x="608013" y="2233670"/>
            <a:ext cx="6497867" cy="2285999"/>
          </a:xfrm>
        </p:spPr>
        <p:txBody>
          <a:bodyPr anchor="ctr"/>
          <a:lstStyle>
            <a:lvl1pPr>
              <a:lnSpc>
                <a:spcPct val="100000"/>
              </a:lnSpc>
              <a:spcBef>
                <a:spcPts val="0"/>
              </a:spcBef>
              <a:defRPr sz="3600">
                <a:solidFill>
                  <a:schemeClr val="tx1"/>
                </a:solidFill>
              </a:defRPr>
            </a:lvl1pPr>
            <a:lvl2pPr marL="273050" indent="0">
              <a:buNone/>
              <a:defRPr/>
            </a:lvl2pPr>
          </a:lstStyle>
          <a:p>
            <a:pPr lvl="0"/>
            <a:r>
              <a:rPr lang="en-US"/>
              <a:t>Slide with large text placeholder, green theme.</a:t>
            </a:r>
          </a:p>
        </p:txBody>
      </p:sp>
      <p:sp>
        <p:nvSpPr>
          <p:cNvPr id="7" name="page number">
            <a:extLst>
              <a:ext uri="{FF2B5EF4-FFF2-40B4-BE49-F238E27FC236}">
                <a16:creationId xmlns:a16="http://schemas.microsoft.com/office/drawing/2014/main" id="{55FF2E89-7A98-C14C-B802-9BBF588108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grpSp>
        <p:nvGrpSpPr>
          <p:cNvPr id="8" name="Group 7">
            <a:extLst>
              <a:ext uri="{FF2B5EF4-FFF2-40B4-BE49-F238E27FC236}">
                <a16:creationId xmlns:a16="http://schemas.microsoft.com/office/drawing/2014/main" id="{FC1F0186-3845-7382-86A6-5F5D4383F8F7}"/>
              </a:ext>
            </a:extLst>
          </p:cNvPr>
          <p:cNvGrpSpPr/>
          <p:nvPr userDrawn="1"/>
        </p:nvGrpSpPr>
        <p:grpSpPr>
          <a:xfrm>
            <a:off x="5111737" y="1408637"/>
            <a:ext cx="7077088" cy="4553747"/>
            <a:chOff x="5111737" y="1408637"/>
            <a:chExt cx="7077088" cy="4553747"/>
          </a:xfrm>
        </p:grpSpPr>
        <p:sp>
          <p:nvSpPr>
            <p:cNvPr id="10" name="Freeform: Shape 4">
              <a:extLst>
                <a:ext uri="{FF2B5EF4-FFF2-40B4-BE49-F238E27FC236}">
                  <a16:creationId xmlns:a16="http://schemas.microsoft.com/office/drawing/2014/main" id="{5CE73523-7E54-A36C-FD38-BF94183DD0EB}"/>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11" name="Freeform: Shape 5">
              <a:extLst>
                <a:ext uri="{FF2B5EF4-FFF2-40B4-BE49-F238E27FC236}">
                  <a16:creationId xmlns:a16="http://schemas.microsoft.com/office/drawing/2014/main" id="{6BE9AFFF-4763-3B75-31C5-5DD8D812F069}"/>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spTree>
    <p:extLst>
      <p:ext uri="{BB962C8B-B14F-4D97-AF65-F5344CB8AC3E}">
        <p14:creationId xmlns:p14="http://schemas.microsoft.com/office/powerpoint/2010/main" val="3729240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Big Statement - Aqua">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3DD054C-4464-7CB7-C3A1-6A8668D833BD}"/>
              </a:ext>
            </a:extLst>
          </p:cNvPr>
          <p:cNvGrpSpPr/>
          <p:nvPr/>
        </p:nvGrpSpPr>
        <p:grpSpPr>
          <a:xfrm>
            <a:off x="5111737" y="1408637"/>
            <a:ext cx="7077088" cy="4553747"/>
            <a:chOff x="5111737" y="1408637"/>
            <a:chExt cx="7077088" cy="4553747"/>
          </a:xfrm>
        </p:grpSpPr>
        <p:sp>
          <p:nvSpPr>
            <p:cNvPr id="8" name="Freeform: Shape 7">
              <a:extLst>
                <a:ext uri="{FF2B5EF4-FFF2-40B4-BE49-F238E27FC236}">
                  <a16:creationId xmlns:a16="http://schemas.microsoft.com/office/drawing/2014/main" id="{09E671A8-33F0-DC2E-2A8F-DD407B020081}"/>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21000">
                  <a:schemeClr val="accent1"/>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789EC2F6-3343-CE3E-3067-8087325DE6DA}"/>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1"/>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grpSp>
      <p:sp>
        <p:nvSpPr>
          <p:cNvPr id="9" name="Text Placeholder 862">
            <a:extLst>
              <a:ext uri="{FF2B5EF4-FFF2-40B4-BE49-F238E27FC236}">
                <a16:creationId xmlns:a16="http://schemas.microsoft.com/office/drawing/2014/main" id="{113BEA88-710C-A54D-A13C-5E36B6B878B7}"/>
              </a:ext>
            </a:extLst>
          </p:cNvPr>
          <p:cNvSpPr>
            <a:spLocks noGrp="1"/>
          </p:cNvSpPr>
          <p:nvPr>
            <p:ph type="body" sz="quarter" idx="12" hasCustomPrompt="1"/>
          </p:nvPr>
        </p:nvSpPr>
        <p:spPr>
          <a:xfrm>
            <a:off x="608013" y="2233670"/>
            <a:ext cx="6497867" cy="2285999"/>
          </a:xfrm>
        </p:spPr>
        <p:txBody>
          <a:bodyPr anchor="ctr"/>
          <a:lstStyle>
            <a:lvl1pPr>
              <a:lnSpc>
                <a:spcPct val="100000"/>
              </a:lnSpc>
              <a:spcBef>
                <a:spcPts val="0"/>
              </a:spcBef>
              <a:defRPr sz="3600">
                <a:solidFill>
                  <a:schemeClr val="tx1"/>
                </a:solidFill>
              </a:defRPr>
            </a:lvl1pPr>
            <a:lvl2pPr marL="273050" indent="0">
              <a:buNone/>
              <a:defRPr/>
            </a:lvl2pPr>
          </a:lstStyle>
          <a:p>
            <a:pPr lvl="0"/>
            <a:r>
              <a:rPr lang="en-US" dirty="0"/>
              <a:t>Slide with large text placeholder, blue theme.</a:t>
            </a:r>
          </a:p>
        </p:txBody>
      </p:sp>
      <p:sp>
        <p:nvSpPr>
          <p:cNvPr id="16" name="page number">
            <a:extLst>
              <a:ext uri="{FF2B5EF4-FFF2-40B4-BE49-F238E27FC236}">
                <a16:creationId xmlns:a16="http://schemas.microsoft.com/office/drawing/2014/main" id="{3A15EC20-3B57-4E4E-872C-A34852CBEF1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grpSp>
        <p:nvGrpSpPr>
          <p:cNvPr id="11" name="Group 10">
            <a:extLst>
              <a:ext uri="{FF2B5EF4-FFF2-40B4-BE49-F238E27FC236}">
                <a16:creationId xmlns:a16="http://schemas.microsoft.com/office/drawing/2014/main" id="{73DD054C-4464-7CB7-C3A1-6A8668D833BD}"/>
              </a:ext>
            </a:extLst>
          </p:cNvPr>
          <p:cNvGrpSpPr/>
          <p:nvPr userDrawn="1"/>
        </p:nvGrpSpPr>
        <p:grpSpPr>
          <a:xfrm>
            <a:off x="5111737" y="1408637"/>
            <a:ext cx="7077088" cy="4553747"/>
            <a:chOff x="5111737" y="1408637"/>
            <a:chExt cx="7077088" cy="4553747"/>
          </a:xfrm>
        </p:grpSpPr>
        <p:sp>
          <p:nvSpPr>
            <p:cNvPr id="12" name="Freeform: Shape 7">
              <a:extLst>
                <a:ext uri="{FF2B5EF4-FFF2-40B4-BE49-F238E27FC236}">
                  <a16:creationId xmlns:a16="http://schemas.microsoft.com/office/drawing/2014/main" id="{09E671A8-33F0-DC2E-2A8F-DD407B020081}"/>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21000">
                  <a:schemeClr val="accent1"/>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13" name="Freeform: Shape 9">
              <a:extLst>
                <a:ext uri="{FF2B5EF4-FFF2-40B4-BE49-F238E27FC236}">
                  <a16:creationId xmlns:a16="http://schemas.microsoft.com/office/drawing/2014/main" id="{789EC2F6-3343-CE3E-3067-8087325DE6DA}"/>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1"/>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grpSp>
      <p:sp>
        <p:nvSpPr>
          <p:cNvPr id="14" name="page number">
            <a:extLst>
              <a:ext uri="{FF2B5EF4-FFF2-40B4-BE49-F238E27FC236}">
                <a16:creationId xmlns:a16="http://schemas.microsoft.com/office/drawing/2014/main" id="{3A15EC20-3B57-4E4E-872C-A34852CBEF1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1622331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Big Statement - Plum">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49C4F28F-D820-7F1F-91C7-4E732E3FF4B9}"/>
              </a:ext>
            </a:extLst>
          </p:cNvPr>
          <p:cNvGrpSpPr/>
          <p:nvPr/>
        </p:nvGrpSpPr>
        <p:grpSpPr>
          <a:xfrm>
            <a:off x="5111737" y="1408637"/>
            <a:ext cx="7077088" cy="4553747"/>
            <a:chOff x="5111737" y="1408637"/>
            <a:chExt cx="7077088" cy="4553747"/>
          </a:xfrm>
        </p:grpSpPr>
        <p:sp>
          <p:nvSpPr>
            <p:cNvPr id="4" name="Freeform: Shape 3">
              <a:extLst>
                <a:ext uri="{FF2B5EF4-FFF2-40B4-BE49-F238E27FC236}">
                  <a16:creationId xmlns:a16="http://schemas.microsoft.com/office/drawing/2014/main" id="{A23EE99F-E93C-3420-BB05-2D555AD744F2}"/>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6000">
                  <a:schemeClr val="accent5"/>
                </a:gs>
                <a:gs pos="7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5" name="Freeform: Shape 4">
              <a:extLst>
                <a:ext uri="{FF2B5EF4-FFF2-40B4-BE49-F238E27FC236}">
                  <a16:creationId xmlns:a16="http://schemas.microsoft.com/office/drawing/2014/main" id="{6BD13FCB-AB86-7965-C7A5-41F3EA7F3FEE}"/>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5"/>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sp>
        <p:nvSpPr>
          <p:cNvPr id="10" name="Text Placeholder 862">
            <a:extLst>
              <a:ext uri="{FF2B5EF4-FFF2-40B4-BE49-F238E27FC236}">
                <a16:creationId xmlns:a16="http://schemas.microsoft.com/office/drawing/2014/main" id="{BB1BA4EC-6D18-954E-81DD-4678CFBE6FFB}"/>
              </a:ext>
            </a:extLst>
          </p:cNvPr>
          <p:cNvSpPr>
            <a:spLocks noGrp="1"/>
          </p:cNvSpPr>
          <p:nvPr>
            <p:ph type="body" sz="quarter" idx="12" hasCustomPrompt="1"/>
          </p:nvPr>
        </p:nvSpPr>
        <p:spPr>
          <a:xfrm>
            <a:off x="608013" y="2233670"/>
            <a:ext cx="6497867" cy="2285999"/>
          </a:xfrm>
        </p:spPr>
        <p:txBody>
          <a:bodyPr anchor="ctr"/>
          <a:lstStyle>
            <a:lvl1pPr>
              <a:lnSpc>
                <a:spcPct val="100000"/>
              </a:lnSpc>
              <a:spcBef>
                <a:spcPts val="0"/>
              </a:spcBef>
              <a:defRPr sz="3600">
                <a:solidFill>
                  <a:schemeClr val="tx1"/>
                </a:solidFill>
              </a:defRPr>
            </a:lvl1pPr>
            <a:lvl2pPr marL="273050" indent="0">
              <a:buNone/>
              <a:defRPr/>
            </a:lvl2pPr>
          </a:lstStyle>
          <a:p>
            <a:pPr lvl="0"/>
            <a:r>
              <a:rPr lang="en-US" dirty="0"/>
              <a:t>Slide with large text placeholder, purple theme.</a:t>
            </a:r>
          </a:p>
        </p:txBody>
      </p:sp>
      <p:sp>
        <p:nvSpPr>
          <p:cNvPr id="16" name="page number">
            <a:extLst>
              <a:ext uri="{FF2B5EF4-FFF2-40B4-BE49-F238E27FC236}">
                <a16:creationId xmlns:a16="http://schemas.microsoft.com/office/drawing/2014/main" id="{312DD3E6-E621-1B4F-9197-621CC0C346A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grpSp>
        <p:nvGrpSpPr>
          <p:cNvPr id="7" name="Group 6">
            <a:extLst>
              <a:ext uri="{FF2B5EF4-FFF2-40B4-BE49-F238E27FC236}">
                <a16:creationId xmlns:a16="http://schemas.microsoft.com/office/drawing/2014/main" id="{49C4F28F-D820-7F1F-91C7-4E732E3FF4B9}"/>
              </a:ext>
            </a:extLst>
          </p:cNvPr>
          <p:cNvGrpSpPr/>
          <p:nvPr userDrawn="1"/>
        </p:nvGrpSpPr>
        <p:grpSpPr>
          <a:xfrm>
            <a:off x="5111737" y="1408637"/>
            <a:ext cx="7077088" cy="4553747"/>
            <a:chOff x="5111737" y="1408637"/>
            <a:chExt cx="7077088" cy="4553747"/>
          </a:xfrm>
        </p:grpSpPr>
        <p:sp>
          <p:nvSpPr>
            <p:cNvPr id="8" name="Freeform: Shape 3">
              <a:extLst>
                <a:ext uri="{FF2B5EF4-FFF2-40B4-BE49-F238E27FC236}">
                  <a16:creationId xmlns:a16="http://schemas.microsoft.com/office/drawing/2014/main" id="{A23EE99F-E93C-3420-BB05-2D555AD744F2}"/>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6000">
                  <a:schemeClr val="accent5"/>
                </a:gs>
                <a:gs pos="7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9" name="Freeform: Shape 4">
              <a:extLst>
                <a:ext uri="{FF2B5EF4-FFF2-40B4-BE49-F238E27FC236}">
                  <a16:creationId xmlns:a16="http://schemas.microsoft.com/office/drawing/2014/main" id="{6BD13FCB-AB86-7965-C7A5-41F3EA7F3FEE}"/>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5"/>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sp>
        <p:nvSpPr>
          <p:cNvPr id="11" name="page number">
            <a:extLst>
              <a:ext uri="{FF2B5EF4-FFF2-40B4-BE49-F238E27FC236}">
                <a16:creationId xmlns:a16="http://schemas.microsoft.com/office/drawing/2014/main" id="{312DD3E6-E621-1B4F-9197-621CC0C346A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4242788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Big Statement 2 - Leaf">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790259BD-425B-08EE-F13F-3E45E77F1B69}"/>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a:p>
        </p:txBody>
      </p:sp>
      <p:sp>
        <p:nvSpPr>
          <p:cNvPr id="3" name="Freeform: Shape 2">
            <a:extLst>
              <a:ext uri="{FF2B5EF4-FFF2-40B4-BE49-F238E27FC236}">
                <a16:creationId xmlns:a16="http://schemas.microsoft.com/office/drawing/2014/main" id="{797BAED2-30F9-8FE2-1EEF-B548291B27BB}"/>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rgbClr val="61A30E"/>
              </a:gs>
              <a:gs pos="83000">
                <a:srgbClr val="0095C4"/>
              </a:gs>
            </a:gsLst>
            <a:lin ang="18900033" scaled="1"/>
          </a:gradFill>
          <a:ln w="0" cap="flat">
            <a:noFill/>
            <a:prstDash val="solid"/>
            <a:miter/>
          </a:ln>
        </p:spPr>
        <p:txBody>
          <a:bodyPr rtlCol="0" anchor="ctr"/>
          <a:lstStyle/>
          <a:p>
            <a:endParaRPr lang="en-US"/>
          </a:p>
        </p:txBody>
      </p:sp>
      <p:sp>
        <p:nvSpPr>
          <p:cNvPr id="28" name="Title 1">
            <a:extLst>
              <a:ext uri="{FF2B5EF4-FFF2-40B4-BE49-F238E27FC236}">
                <a16:creationId xmlns:a16="http://schemas.microsoft.com/office/drawing/2014/main" id="{426C215B-BC62-3CF9-EDF0-6413174A435A}"/>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tx1"/>
                </a:solidFill>
              </a:defRPr>
            </a:lvl1pPr>
          </a:lstStyle>
          <a:p>
            <a:r>
              <a:rPr lang="en-US" dirty="0"/>
              <a:t>Big Statement – Green Theme</a:t>
            </a:r>
          </a:p>
        </p:txBody>
      </p:sp>
      <p:sp>
        <p:nvSpPr>
          <p:cNvPr id="29" name="Subtitle">
            <a:extLst>
              <a:ext uri="{FF2B5EF4-FFF2-40B4-BE49-F238E27FC236}">
                <a16:creationId xmlns:a16="http://schemas.microsoft.com/office/drawing/2014/main" id="{615FECE3-9918-4B48-E68F-739600E4B93A}"/>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7" name="page number">
            <a:extLst>
              <a:ext uri="{FF2B5EF4-FFF2-40B4-BE49-F238E27FC236}">
                <a16:creationId xmlns:a16="http://schemas.microsoft.com/office/drawing/2014/main" id="{4144FBF0-61D7-2140-A159-ECF2E9CDDA2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8" name="Freeform: Shape 1">
            <a:extLst>
              <a:ext uri="{FF2B5EF4-FFF2-40B4-BE49-F238E27FC236}">
                <a16:creationId xmlns:a16="http://schemas.microsoft.com/office/drawing/2014/main" id="{790259BD-425B-08EE-F13F-3E45E77F1B69}"/>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a:p>
        </p:txBody>
      </p:sp>
      <p:sp>
        <p:nvSpPr>
          <p:cNvPr id="9" name="Freeform: Shape 2">
            <a:extLst>
              <a:ext uri="{FF2B5EF4-FFF2-40B4-BE49-F238E27FC236}">
                <a16:creationId xmlns:a16="http://schemas.microsoft.com/office/drawing/2014/main" id="{797BAED2-30F9-8FE2-1EEF-B548291B27BB}"/>
              </a:ext>
            </a:extLst>
          </p:cNvPr>
          <p:cNvSpPr/>
          <p:nvPr userDrawn="1"/>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rgbClr val="61A30E"/>
              </a:gs>
              <a:gs pos="83000">
                <a:srgbClr val="0095C4"/>
              </a:gs>
            </a:gsLst>
            <a:lin ang="18900033" scaled="1"/>
          </a:gradFill>
          <a:ln w="0" cap="flat">
            <a:noFill/>
            <a:prstDash val="solid"/>
            <a:miter/>
          </a:ln>
        </p:spPr>
        <p:txBody>
          <a:bodyPr rtlCol="0" anchor="ctr"/>
          <a:lstStyle/>
          <a:p>
            <a:endParaRPr lang="en-US"/>
          </a:p>
        </p:txBody>
      </p:sp>
      <p:sp>
        <p:nvSpPr>
          <p:cNvPr id="10" name="page number">
            <a:extLst>
              <a:ext uri="{FF2B5EF4-FFF2-40B4-BE49-F238E27FC236}">
                <a16:creationId xmlns:a16="http://schemas.microsoft.com/office/drawing/2014/main" id="{4144FBF0-61D7-2140-A159-ECF2E9CDDA2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1798211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Big Statement 2 - Aqua">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B1DED2-F6CE-9D78-8DD9-803750B574EF}"/>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1"/>
              </a:gs>
            </a:gsLst>
            <a:lin ang="0" scaled="1"/>
          </a:gradFill>
          <a:ln w="0" cap="flat">
            <a:noFill/>
            <a:prstDash val="solid"/>
            <a:miter/>
          </a:ln>
        </p:spPr>
        <p:txBody>
          <a:bodyPr rtlCol="0" anchor="ctr"/>
          <a:lstStyle/>
          <a:p>
            <a:endParaRPr lang="en-US">
              <a:solidFill>
                <a:schemeClr val="tx1"/>
              </a:solidFill>
            </a:endParaRPr>
          </a:p>
        </p:txBody>
      </p:sp>
      <p:sp>
        <p:nvSpPr>
          <p:cNvPr id="9" name="Freeform: Shape 8">
            <a:extLst>
              <a:ext uri="{FF2B5EF4-FFF2-40B4-BE49-F238E27FC236}">
                <a16:creationId xmlns:a16="http://schemas.microsoft.com/office/drawing/2014/main" id="{6C96B54B-26F9-6C7B-9D73-932720ABCAA1}"/>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1"/>
              </a:gs>
              <a:gs pos="83000">
                <a:srgbClr val="0095C4"/>
              </a:gs>
            </a:gsLst>
            <a:lin ang="18900033" scaled="1"/>
          </a:gradFill>
          <a:ln w="0" cap="flat">
            <a:noFill/>
            <a:prstDash val="solid"/>
            <a:miter/>
          </a:ln>
        </p:spPr>
        <p:txBody>
          <a:bodyPr rtlCol="0" anchor="ctr"/>
          <a:lstStyle/>
          <a:p>
            <a:endParaRPr lang="en-US">
              <a:solidFill>
                <a:schemeClr val="tx1"/>
              </a:solidFill>
            </a:endParaRPr>
          </a:p>
        </p:txBody>
      </p:sp>
      <p:sp>
        <p:nvSpPr>
          <p:cNvPr id="8" name="page number">
            <a:extLst>
              <a:ext uri="{FF2B5EF4-FFF2-40B4-BE49-F238E27FC236}">
                <a16:creationId xmlns:a16="http://schemas.microsoft.com/office/drawing/2014/main" id="{45469056-638C-FF40-8AA5-0675077535B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29" name="Title 1">
            <a:extLst>
              <a:ext uri="{FF2B5EF4-FFF2-40B4-BE49-F238E27FC236}">
                <a16:creationId xmlns:a16="http://schemas.microsoft.com/office/drawing/2014/main" id="{001CFD5C-7C19-8E30-BF20-52E7629C490B}"/>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tx1"/>
                </a:solidFill>
              </a:defRPr>
            </a:lvl1pPr>
          </a:lstStyle>
          <a:p>
            <a:r>
              <a:rPr lang="en-US" dirty="0"/>
              <a:t>Big Statement – Blue Theme</a:t>
            </a:r>
          </a:p>
        </p:txBody>
      </p:sp>
      <p:sp>
        <p:nvSpPr>
          <p:cNvPr id="30" name="Subtitle">
            <a:extLst>
              <a:ext uri="{FF2B5EF4-FFF2-40B4-BE49-F238E27FC236}">
                <a16:creationId xmlns:a16="http://schemas.microsoft.com/office/drawing/2014/main" id="{2765CEAA-0CA6-BE98-B450-1301D576C6A5}"/>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0" name="Freeform: Shape 6">
            <a:extLst>
              <a:ext uri="{FF2B5EF4-FFF2-40B4-BE49-F238E27FC236}">
                <a16:creationId xmlns:a16="http://schemas.microsoft.com/office/drawing/2014/main" id="{C8B1DED2-F6CE-9D78-8DD9-803750B574EF}"/>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1"/>
              </a:gs>
            </a:gsLst>
            <a:lin ang="0" scaled="1"/>
          </a:gradFill>
          <a:ln w="0" cap="flat">
            <a:noFill/>
            <a:prstDash val="solid"/>
            <a:miter/>
          </a:ln>
        </p:spPr>
        <p:txBody>
          <a:bodyPr rtlCol="0" anchor="ctr"/>
          <a:lstStyle/>
          <a:p>
            <a:endParaRPr lang="en-US">
              <a:solidFill>
                <a:schemeClr val="tx1"/>
              </a:solidFill>
            </a:endParaRPr>
          </a:p>
        </p:txBody>
      </p:sp>
      <p:sp>
        <p:nvSpPr>
          <p:cNvPr id="11" name="Freeform: Shape 8">
            <a:extLst>
              <a:ext uri="{FF2B5EF4-FFF2-40B4-BE49-F238E27FC236}">
                <a16:creationId xmlns:a16="http://schemas.microsoft.com/office/drawing/2014/main" id="{6C96B54B-26F9-6C7B-9D73-932720ABCAA1}"/>
              </a:ext>
            </a:extLst>
          </p:cNvPr>
          <p:cNvSpPr/>
          <p:nvPr userDrawn="1"/>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1"/>
              </a:gs>
              <a:gs pos="83000">
                <a:srgbClr val="0095C4"/>
              </a:gs>
            </a:gsLst>
            <a:lin ang="18900033" scaled="1"/>
          </a:gradFill>
          <a:ln w="0" cap="flat">
            <a:noFill/>
            <a:prstDash val="solid"/>
            <a:miter/>
          </a:ln>
        </p:spPr>
        <p:txBody>
          <a:bodyPr rtlCol="0" anchor="ctr"/>
          <a:lstStyle/>
          <a:p>
            <a:endParaRPr lang="en-US">
              <a:solidFill>
                <a:schemeClr val="tx1"/>
              </a:solidFill>
            </a:endParaRPr>
          </a:p>
        </p:txBody>
      </p:sp>
      <p:sp>
        <p:nvSpPr>
          <p:cNvPr id="12" name="page number">
            <a:extLst>
              <a:ext uri="{FF2B5EF4-FFF2-40B4-BE49-F238E27FC236}">
                <a16:creationId xmlns:a16="http://schemas.microsoft.com/office/drawing/2014/main" id="{45469056-638C-FF40-8AA5-0675077535B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2708467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Big Statement 2 - Plum">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06E4A6A4-1A48-0239-8DF5-68F0A2A307AB}"/>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43583FB7-2B1D-4669-092E-B0B76204F1A0}"/>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5"/>
              </a:gs>
              <a:gs pos="83000">
                <a:srgbClr val="0095C4"/>
              </a:gs>
            </a:gsLst>
            <a:lin ang="18900033" scaled="1"/>
          </a:gradFill>
          <a:ln w="0" cap="flat">
            <a:noFill/>
            <a:prstDash val="solid"/>
            <a:miter/>
          </a:ln>
        </p:spPr>
        <p:txBody>
          <a:bodyPr rtlCol="0" anchor="ctr"/>
          <a:lstStyle/>
          <a:p>
            <a:endParaRPr lang="en-US"/>
          </a:p>
        </p:txBody>
      </p:sp>
      <p:sp>
        <p:nvSpPr>
          <p:cNvPr id="7" name="page number">
            <a:extLst>
              <a:ext uri="{FF2B5EF4-FFF2-40B4-BE49-F238E27FC236}">
                <a16:creationId xmlns:a16="http://schemas.microsoft.com/office/drawing/2014/main" id="{2A1148C9-BE55-F64C-8A6E-A5239BDB408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2" name="Title 1">
            <a:extLst>
              <a:ext uri="{FF2B5EF4-FFF2-40B4-BE49-F238E27FC236}">
                <a16:creationId xmlns:a16="http://schemas.microsoft.com/office/drawing/2014/main" id="{98CA9A76-8DB9-793E-B69C-4DDA15EBC5E2}"/>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tx1"/>
                </a:solidFill>
              </a:defRPr>
            </a:lvl1pPr>
          </a:lstStyle>
          <a:p>
            <a:r>
              <a:rPr lang="en-US" dirty="0"/>
              <a:t>Big Statement – Purple Theme</a:t>
            </a:r>
          </a:p>
        </p:txBody>
      </p:sp>
      <p:sp>
        <p:nvSpPr>
          <p:cNvPr id="3" name="Subtitle">
            <a:extLst>
              <a:ext uri="{FF2B5EF4-FFF2-40B4-BE49-F238E27FC236}">
                <a16:creationId xmlns:a16="http://schemas.microsoft.com/office/drawing/2014/main" id="{E9F2B30E-136B-200F-6F46-63B36E449AFD}"/>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8" name="Freeform: Shape 9">
            <a:extLst>
              <a:ext uri="{FF2B5EF4-FFF2-40B4-BE49-F238E27FC236}">
                <a16:creationId xmlns:a16="http://schemas.microsoft.com/office/drawing/2014/main" id="{06E4A6A4-1A48-0239-8DF5-68F0A2A307AB}"/>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a:p>
        </p:txBody>
      </p:sp>
      <p:sp>
        <p:nvSpPr>
          <p:cNvPr id="9" name="Freeform: Shape 10">
            <a:extLst>
              <a:ext uri="{FF2B5EF4-FFF2-40B4-BE49-F238E27FC236}">
                <a16:creationId xmlns:a16="http://schemas.microsoft.com/office/drawing/2014/main" id="{43583FB7-2B1D-4669-092E-B0B76204F1A0}"/>
              </a:ext>
            </a:extLst>
          </p:cNvPr>
          <p:cNvSpPr/>
          <p:nvPr userDrawn="1"/>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5"/>
              </a:gs>
              <a:gs pos="83000">
                <a:srgbClr val="0095C4"/>
              </a:gs>
            </a:gsLst>
            <a:lin ang="18900033" scaled="1"/>
          </a:gradFill>
          <a:ln w="0" cap="flat">
            <a:noFill/>
            <a:prstDash val="solid"/>
            <a:miter/>
          </a:ln>
        </p:spPr>
        <p:txBody>
          <a:bodyPr rtlCol="0" anchor="ctr"/>
          <a:lstStyle/>
          <a:p>
            <a:endParaRPr lang="en-US"/>
          </a:p>
        </p:txBody>
      </p:sp>
      <p:sp>
        <p:nvSpPr>
          <p:cNvPr id="12" name="page number">
            <a:extLst>
              <a:ext uri="{FF2B5EF4-FFF2-40B4-BE49-F238E27FC236}">
                <a16:creationId xmlns:a16="http://schemas.microsoft.com/office/drawing/2014/main" id="{2A1148C9-BE55-F64C-8A6E-A5239BDB408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901675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Big Statement with Photo">
    <p:spTree>
      <p:nvGrpSpPr>
        <p:cNvPr id="1" name=""/>
        <p:cNvGrpSpPr/>
        <p:nvPr/>
      </p:nvGrpSpPr>
      <p:grpSpPr>
        <a:xfrm>
          <a:off x="0" y="0"/>
          <a:ext cx="0" cy="0"/>
          <a:chOff x="0" y="0"/>
          <a:chExt cx="0" cy="0"/>
        </a:xfrm>
      </p:grpSpPr>
      <p:sp>
        <p:nvSpPr>
          <p:cNvPr id="17" name="Text Placeholder 862">
            <a:extLst>
              <a:ext uri="{FF2B5EF4-FFF2-40B4-BE49-F238E27FC236}">
                <a16:creationId xmlns:a16="http://schemas.microsoft.com/office/drawing/2014/main" id="{C8F55BC8-3E55-49EB-BF20-18EB4F7F5970}"/>
              </a:ext>
            </a:extLst>
          </p:cNvPr>
          <p:cNvSpPr>
            <a:spLocks noGrp="1"/>
          </p:cNvSpPr>
          <p:nvPr>
            <p:ph type="body" sz="quarter" idx="12" hasCustomPrompt="1"/>
          </p:nvPr>
        </p:nvSpPr>
        <p:spPr>
          <a:xfrm>
            <a:off x="608014" y="2514600"/>
            <a:ext cx="5485844" cy="1828799"/>
          </a:xfrm>
        </p:spPr>
        <p:txBody>
          <a:bodyPr anchor="ctr"/>
          <a:lstStyle>
            <a:lvl1pPr>
              <a:lnSpc>
                <a:spcPct val="100000"/>
              </a:lnSpc>
              <a:spcBef>
                <a:spcPts val="0"/>
              </a:spcBef>
              <a:defRPr sz="3600">
                <a:solidFill>
                  <a:schemeClr val="tx1"/>
                </a:solidFill>
              </a:defRPr>
            </a:lvl1pPr>
            <a:lvl2pPr marL="273050" indent="0">
              <a:buNone/>
              <a:defRPr/>
            </a:lvl2pPr>
          </a:lstStyle>
          <a:p>
            <a:pPr lvl="0"/>
            <a:r>
              <a:rPr lang="en-US" dirty="0"/>
              <a:t>Click to add text</a:t>
            </a:r>
          </a:p>
        </p:txBody>
      </p:sp>
      <p:sp>
        <p:nvSpPr>
          <p:cNvPr id="4" name="Picture Placeholder 3">
            <a:extLst>
              <a:ext uri="{FF2B5EF4-FFF2-40B4-BE49-F238E27FC236}">
                <a16:creationId xmlns:a16="http://schemas.microsoft.com/office/drawing/2014/main" id="{05DD6E7D-B875-48DF-B6A8-450BD6AE1716}"/>
              </a:ext>
            </a:extLst>
          </p:cNvPr>
          <p:cNvSpPr>
            <a:spLocks noGrp="1"/>
          </p:cNvSpPr>
          <p:nvPr>
            <p:ph type="pic" sz="quarter" idx="11" hasCustomPrompt="1"/>
          </p:nvPr>
        </p:nvSpPr>
        <p:spPr>
          <a:xfrm>
            <a:off x="6785687" y="76200"/>
            <a:ext cx="5403138" cy="6781800"/>
          </a:xfrm>
        </p:spPr>
        <p:txBody>
          <a:bodyPr lIns="640080" tIns="0" rIns="640080" anchor="ctr"/>
          <a:lstStyle>
            <a:lvl1pPr algn="ctr">
              <a:defRPr/>
            </a:lvl1pPr>
          </a:lstStyle>
          <a:p>
            <a:r>
              <a:rPr lang="en-US" dirty="0"/>
              <a:t>Click on the icon to insert a picture from your computer</a:t>
            </a:r>
          </a:p>
        </p:txBody>
      </p:sp>
      <p:sp>
        <p:nvSpPr>
          <p:cNvPr id="6" name="page number">
            <a:extLst>
              <a:ext uri="{FF2B5EF4-FFF2-40B4-BE49-F238E27FC236}">
                <a16:creationId xmlns:a16="http://schemas.microsoft.com/office/drawing/2014/main" id="{1AAC44A2-B8BC-4B45-BE44-C4C65AFCB66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5" name="page number">
            <a:extLst>
              <a:ext uri="{FF2B5EF4-FFF2-40B4-BE49-F238E27FC236}">
                <a16:creationId xmlns:a16="http://schemas.microsoft.com/office/drawing/2014/main" id="{1AAC44A2-B8BC-4B45-BE44-C4C65AFCB66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2875175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Big Statistic">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3D8C2E-2827-1599-941D-1FD3BF42DC89}"/>
              </a:ext>
            </a:extLst>
          </p:cNvPr>
          <p:cNvSpPr/>
          <p:nvPr/>
        </p:nvSpPr>
        <p:spPr>
          <a:xfrm>
            <a:off x="0" y="84572"/>
            <a:ext cx="12188825" cy="424600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 name="Oval 2">
            <a:extLst>
              <a:ext uri="{FF2B5EF4-FFF2-40B4-BE49-F238E27FC236}">
                <a16:creationId xmlns:a16="http://schemas.microsoft.com/office/drawing/2014/main" id="{24AFE851-C873-10C5-E165-301FDB834692}"/>
              </a:ext>
            </a:extLst>
          </p:cNvPr>
          <p:cNvSpPr/>
          <p:nvPr/>
        </p:nvSpPr>
        <p:spPr>
          <a:xfrm>
            <a:off x="667600" y="722997"/>
            <a:ext cx="4470400" cy="4470400"/>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3" name="Chart Placeholder 22">
            <a:extLst>
              <a:ext uri="{FF2B5EF4-FFF2-40B4-BE49-F238E27FC236}">
                <a16:creationId xmlns:a16="http://schemas.microsoft.com/office/drawing/2014/main" id="{4093E53D-7586-4113-99BD-F45F1343692F}"/>
              </a:ext>
            </a:extLst>
          </p:cNvPr>
          <p:cNvSpPr>
            <a:spLocks noGrp="1"/>
          </p:cNvSpPr>
          <p:nvPr>
            <p:ph type="chart" sz="quarter" idx="13" hasCustomPrompt="1"/>
          </p:nvPr>
        </p:nvSpPr>
        <p:spPr>
          <a:xfrm>
            <a:off x="662672" y="722997"/>
            <a:ext cx="4480256" cy="4480256"/>
          </a:xfrm>
        </p:spPr>
        <p:txBody>
          <a:bodyPr anchor="ctr"/>
          <a:lstStyle>
            <a:lvl1pPr algn="ctr">
              <a:defRPr/>
            </a:lvl1pPr>
          </a:lstStyle>
          <a:p>
            <a:r>
              <a:rPr lang="en-US"/>
              <a:t>Click to insert a </a:t>
            </a:r>
            <a:br>
              <a:rPr lang="en-US"/>
            </a:br>
            <a:r>
              <a:rPr lang="en-US"/>
              <a:t>Doughnut chart</a:t>
            </a:r>
          </a:p>
        </p:txBody>
      </p:sp>
      <p:sp>
        <p:nvSpPr>
          <p:cNvPr id="13" name="Text Placeholder 12" descr="Doughnut chart label 1">
            <a:extLst>
              <a:ext uri="{FF2B5EF4-FFF2-40B4-BE49-F238E27FC236}">
                <a16:creationId xmlns:a16="http://schemas.microsoft.com/office/drawing/2014/main" id="{8C4F4198-4BE0-4282-8B86-20DED598DC17}"/>
              </a:ext>
            </a:extLst>
          </p:cNvPr>
          <p:cNvSpPr>
            <a:spLocks noGrp="1"/>
          </p:cNvSpPr>
          <p:nvPr>
            <p:ph type="body" sz="quarter" idx="18"/>
          </p:nvPr>
        </p:nvSpPr>
        <p:spPr>
          <a:xfrm>
            <a:off x="608330" y="5507147"/>
            <a:ext cx="1371064" cy="423862"/>
          </a:xfrm>
        </p:spPr>
        <p:txBody>
          <a:bodyPr/>
          <a:lstStyle>
            <a:lvl1pPr algn="l">
              <a:defRPr sz="1200">
                <a:solidFill>
                  <a:schemeClr val="tx1"/>
                </a:solidFill>
              </a:defRPr>
            </a:lvl1pPr>
          </a:lstStyle>
          <a:p>
            <a:pPr lvl="0"/>
            <a:r>
              <a:rPr lang="en-US"/>
              <a:t>Click to edit Master text styles</a:t>
            </a:r>
          </a:p>
        </p:txBody>
      </p:sp>
      <p:sp>
        <p:nvSpPr>
          <p:cNvPr id="70" name="Text Placeholder 12" descr="Doughnut chart label 2">
            <a:extLst>
              <a:ext uri="{FF2B5EF4-FFF2-40B4-BE49-F238E27FC236}">
                <a16:creationId xmlns:a16="http://schemas.microsoft.com/office/drawing/2014/main" id="{4B5F4E67-F2E8-4777-B495-668C321DCBAF}"/>
              </a:ext>
            </a:extLst>
          </p:cNvPr>
          <p:cNvSpPr>
            <a:spLocks noGrp="1"/>
          </p:cNvSpPr>
          <p:nvPr>
            <p:ph type="body" sz="quarter" idx="19"/>
          </p:nvPr>
        </p:nvSpPr>
        <p:spPr>
          <a:xfrm>
            <a:off x="2436416" y="5507147"/>
            <a:ext cx="1371064" cy="423862"/>
          </a:xfrm>
        </p:spPr>
        <p:txBody>
          <a:bodyPr/>
          <a:lstStyle>
            <a:lvl1pPr algn="l">
              <a:defRPr sz="1200">
                <a:solidFill>
                  <a:schemeClr val="tx1"/>
                </a:solidFill>
              </a:defRPr>
            </a:lvl1pPr>
          </a:lstStyle>
          <a:p>
            <a:pPr lvl="0"/>
            <a:r>
              <a:rPr lang="en-US"/>
              <a:t>Click to edit Master text styles</a:t>
            </a:r>
          </a:p>
        </p:txBody>
      </p:sp>
      <p:sp>
        <p:nvSpPr>
          <p:cNvPr id="71" name="Text Placeholder 12" descr="Doughnut chart label 4">
            <a:extLst>
              <a:ext uri="{FF2B5EF4-FFF2-40B4-BE49-F238E27FC236}">
                <a16:creationId xmlns:a16="http://schemas.microsoft.com/office/drawing/2014/main" id="{704846F3-64ED-4181-8AEC-68B9734DA96D}"/>
              </a:ext>
            </a:extLst>
          </p:cNvPr>
          <p:cNvSpPr>
            <a:spLocks noGrp="1"/>
          </p:cNvSpPr>
          <p:nvPr>
            <p:ph type="body" sz="quarter" idx="20"/>
          </p:nvPr>
        </p:nvSpPr>
        <p:spPr>
          <a:xfrm>
            <a:off x="4261103" y="5507147"/>
            <a:ext cx="1371064" cy="423862"/>
          </a:xfrm>
        </p:spPr>
        <p:txBody>
          <a:bodyPr/>
          <a:lstStyle>
            <a:lvl1pPr algn="l">
              <a:defRPr sz="1200">
                <a:solidFill>
                  <a:schemeClr val="tx1"/>
                </a:solidFill>
              </a:defRPr>
            </a:lvl1pPr>
          </a:lstStyle>
          <a:p>
            <a:pPr lvl="0"/>
            <a:r>
              <a:rPr lang="en-US"/>
              <a:t>Click to edit Master text styles</a:t>
            </a:r>
          </a:p>
        </p:txBody>
      </p:sp>
      <p:sp>
        <p:nvSpPr>
          <p:cNvPr id="72" name="Text Placeholder 12" descr="Doughnut chart label 5">
            <a:extLst>
              <a:ext uri="{FF2B5EF4-FFF2-40B4-BE49-F238E27FC236}">
                <a16:creationId xmlns:a16="http://schemas.microsoft.com/office/drawing/2014/main" id="{DD17F439-D919-44B7-889F-96A1DAF172D4}"/>
              </a:ext>
            </a:extLst>
          </p:cNvPr>
          <p:cNvSpPr>
            <a:spLocks noGrp="1"/>
          </p:cNvSpPr>
          <p:nvPr>
            <p:ph type="body" sz="quarter" idx="21"/>
          </p:nvPr>
        </p:nvSpPr>
        <p:spPr>
          <a:xfrm>
            <a:off x="6088109" y="5507147"/>
            <a:ext cx="1371064" cy="423862"/>
          </a:xfrm>
        </p:spPr>
        <p:txBody>
          <a:bodyPr/>
          <a:lstStyle>
            <a:lvl1pPr algn="l">
              <a:defRPr sz="1200">
                <a:solidFill>
                  <a:schemeClr val="tx1"/>
                </a:solidFill>
              </a:defRPr>
            </a:lvl1pPr>
          </a:lstStyle>
          <a:p>
            <a:pPr lvl="0"/>
            <a:r>
              <a:rPr lang="en-US"/>
              <a:t>Click to edit Master text styles</a:t>
            </a:r>
          </a:p>
        </p:txBody>
      </p:sp>
      <p:sp>
        <p:nvSpPr>
          <p:cNvPr id="73" name="Text Placeholder 12" descr="Doughnut chart label 6">
            <a:extLst>
              <a:ext uri="{FF2B5EF4-FFF2-40B4-BE49-F238E27FC236}">
                <a16:creationId xmlns:a16="http://schemas.microsoft.com/office/drawing/2014/main" id="{0DA74846-CC03-44FE-9AE5-4975E808F8A0}"/>
              </a:ext>
            </a:extLst>
          </p:cNvPr>
          <p:cNvSpPr>
            <a:spLocks noGrp="1"/>
          </p:cNvSpPr>
          <p:nvPr>
            <p:ph type="body" sz="quarter" idx="22"/>
          </p:nvPr>
        </p:nvSpPr>
        <p:spPr>
          <a:xfrm>
            <a:off x="7920672" y="5507147"/>
            <a:ext cx="1371064" cy="423862"/>
          </a:xfrm>
        </p:spPr>
        <p:txBody>
          <a:bodyPr/>
          <a:lstStyle>
            <a:lvl1pPr algn="l">
              <a:defRPr sz="1200">
                <a:solidFill>
                  <a:schemeClr val="tx1"/>
                </a:solidFill>
              </a:defRPr>
            </a:lvl1pPr>
          </a:lstStyle>
          <a:p>
            <a:pPr lvl="0"/>
            <a:r>
              <a:rPr lang="en-US"/>
              <a:t>Click to edit Master text styles</a:t>
            </a:r>
          </a:p>
        </p:txBody>
      </p:sp>
      <p:sp>
        <p:nvSpPr>
          <p:cNvPr id="16" name="page number">
            <a:extLst>
              <a:ext uri="{FF2B5EF4-FFF2-40B4-BE49-F238E27FC236}">
                <a16:creationId xmlns:a16="http://schemas.microsoft.com/office/drawing/2014/main" id="{5FED840F-E343-734C-96BA-0EFF5AE5DAD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33" name="Text Placeholder 32">
            <a:extLst>
              <a:ext uri="{FF2B5EF4-FFF2-40B4-BE49-F238E27FC236}">
                <a16:creationId xmlns:a16="http://schemas.microsoft.com/office/drawing/2014/main" id="{AE6BB438-1CBE-5073-B41D-5C2F345BDEF9}"/>
              </a:ext>
            </a:extLst>
          </p:cNvPr>
          <p:cNvSpPr>
            <a:spLocks noGrp="1"/>
          </p:cNvSpPr>
          <p:nvPr>
            <p:ph type="body" sz="quarter" idx="23" hasCustomPrompt="1"/>
          </p:nvPr>
        </p:nvSpPr>
        <p:spPr>
          <a:xfrm>
            <a:off x="6096000" y="2514600"/>
            <a:ext cx="5083175" cy="1371600"/>
          </a:xfrm>
        </p:spPr>
        <p:txBody>
          <a:bodyPr anchor="ctr" anchorCtr="0"/>
          <a:lstStyle>
            <a:lvl1pPr>
              <a:defRPr sz="3600"/>
            </a:lvl1pPr>
          </a:lstStyle>
          <a:p>
            <a:pPr lvl="0"/>
            <a:r>
              <a:rPr lang="en-US"/>
              <a:t>Doughnut Chart slide, click to add text here</a:t>
            </a:r>
          </a:p>
        </p:txBody>
      </p:sp>
      <p:sp>
        <p:nvSpPr>
          <p:cNvPr id="12" name="Rectangle 11">
            <a:extLst>
              <a:ext uri="{FF2B5EF4-FFF2-40B4-BE49-F238E27FC236}">
                <a16:creationId xmlns:a16="http://schemas.microsoft.com/office/drawing/2014/main" id="{073D8C2E-2827-1599-941D-1FD3BF42DC89}"/>
              </a:ext>
            </a:extLst>
          </p:cNvPr>
          <p:cNvSpPr/>
          <p:nvPr userDrawn="1"/>
        </p:nvSpPr>
        <p:spPr>
          <a:xfrm>
            <a:off x="0" y="84572"/>
            <a:ext cx="12188825" cy="424600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4" name="Oval 13">
            <a:extLst>
              <a:ext uri="{FF2B5EF4-FFF2-40B4-BE49-F238E27FC236}">
                <a16:creationId xmlns:a16="http://schemas.microsoft.com/office/drawing/2014/main" id="{24AFE851-C873-10C5-E165-301FDB834692}"/>
              </a:ext>
            </a:extLst>
          </p:cNvPr>
          <p:cNvSpPr/>
          <p:nvPr userDrawn="1"/>
        </p:nvSpPr>
        <p:spPr>
          <a:xfrm>
            <a:off x="667600" y="732853"/>
            <a:ext cx="4470400" cy="4470400"/>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5" name="page number">
            <a:extLst>
              <a:ext uri="{FF2B5EF4-FFF2-40B4-BE49-F238E27FC236}">
                <a16:creationId xmlns:a16="http://schemas.microsoft.com/office/drawing/2014/main" id="{5FED840F-E343-734C-96BA-0EFF5AE5DAD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3540222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page number">
            <a:extLst>
              <a:ext uri="{FF2B5EF4-FFF2-40B4-BE49-F238E27FC236}">
                <a16:creationId xmlns:a16="http://schemas.microsoft.com/office/drawing/2014/main" id="{BE17F87B-8433-6C45-84D8-13DF5C0ADDB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3" name="page number">
            <a:extLst>
              <a:ext uri="{FF2B5EF4-FFF2-40B4-BE49-F238E27FC236}">
                <a16:creationId xmlns:a16="http://schemas.microsoft.com/office/drawing/2014/main" id="{BE17F87B-8433-6C45-84D8-13DF5C0ADDB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Tree>
    <p:extLst>
      <p:ext uri="{BB962C8B-B14F-4D97-AF65-F5344CB8AC3E}">
        <p14:creationId xmlns:p14="http://schemas.microsoft.com/office/powerpoint/2010/main" val="2508177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vcf-med-close-a">
    <p:spTree>
      <p:nvGrpSpPr>
        <p:cNvPr id="1" name=""/>
        <p:cNvGrpSpPr/>
        <p:nvPr/>
      </p:nvGrpSpPr>
      <p:grpSpPr>
        <a:xfrm>
          <a:off x="0" y="0"/>
          <a:ext cx="0" cy="0"/>
          <a:chOff x="0" y="0"/>
          <a:chExt cx="0" cy="0"/>
        </a:xfrm>
      </p:grpSpPr>
      <p:sp>
        <p:nvSpPr>
          <p:cNvPr id="730"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5"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pic>
        <p:nvPicPr>
          <p:cNvPr id="3" name="Picture 2">
            <a:extLst>
              <a:ext uri="{FF2B5EF4-FFF2-40B4-BE49-F238E27FC236}">
                <a16:creationId xmlns:a16="http://schemas.microsoft.com/office/drawing/2014/main" id="{5C172C47-B04C-E1F6-EDB5-FDC049FCD281}"/>
              </a:ext>
            </a:extLst>
          </p:cNvPr>
          <p:cNvPicPr>
            <a:picLocks noChangeAspect="1"/>
          </p:cNvPicPr>
          <p:nvPr userDrawn="1"/>
        </p:nvPicPr>
        <p:blipFill>
          <a:blip r:embed="rId2"/>
          <a:srcRect/>
          <a:stretch/>
        </p:blipFill>
        <p:spPr>
          <a:xfrm>
            <a:off x="1" y="893"/>
            <a:ext cx="12188821" cy="6856212"/>
          </a:xfrm>
          <a:prstGeom prst="rect">
            <a:avLst/>
          </a:prstGeom>
        </p:spPr>
      </p:pic>
      <p:sp>
        <p:nvSpPr>
          <p:cNvPr id="11" name="TextBox 10">
            <a:extLst>
              <a:ext uri="{FF2B5EF4-FFF2-40B4-BE49-F238E27FC236}">
                <a16:creationId xmlns:a16="http://schemas.microsoft.com/office/drawing/2014/main" id="{39918576-EF48-97F0-64B9-6669FE30C7FF}"/>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grpSp>
        <p:nvGrpSpPr>
          <p:cNvPr id="12" name="Graphic 8">
            <a:extLst>
              <a:ext uri="{FF2B5EF4-FFF2-40B4-BE49-F238E27FC236}">
                <a16:creationId xmlns:a16="http://schemas.microsoft.com/office/drawing/2014/main" id="{FF78CE15-02F0-7FC5-BB2C-166BDC44CD5B}"/>
              </a:ext>
            </a:extLst>
          </p:cNvPr>
          <p:cNvGrpSpPr/>
          <p:nvPr userDrawn="1"/>
        </p:nvGrpSpPr>
        <p:grpSpPr>
          <a:xfrm>
            <a:off x="265625" y="6323271"/>
            <a:ext cx="1249223" cy="369648"/>
            <a:chOff x="265625" y="6323271"/>
            <a:chExt cx="1249223" cy="369648"/>
          </a:xfrm>
          <a:solidFill>
            <a:schemeClr val="tx1"/>
          </a:solidFill>
        </p:grpSpPr>
        <p:grpSp>
          <p:nvGrpSpPr>
            <p:cNvPr id="13" name="Graphic 8">
              <a:extLst>
                <a:ext uri="{FF2B5EF4-FFF2-40B4-BE49-F238E27FC236}">
                  <a16:creationId xmlns:a16="http://schemas.microsoft.com/office/drawing/2014/main" id="{02EB9EED-18D2-3595-B442-6DBF073666A1}"/>
                </a:ext>
              </a:extLst>
            </p:cNvPr>
            <p:cNvGrpSpPr/>
            <p:nvPr/>
          </p:nvGrpSpPr>
          <p:grpSpPr>
            <a:xfrm>
              <a:off x="745455" y="6594444"/>
              <a:ext cx="722662" cy="98475"/>
              <a:chOff x="745455" y="6594444"/>
              <a:chExt cx="722662" cy="98475"/>
            </a:xfrm>
            <a:grpFill/>
          </p:grpSpPr>
          <p:sp>
            <p:nvSpPr>
              <p:cNvPr id="23" name="Freeform 22">
                <a:extLst>
                  <a:ext uri="{FF2B5EF4-FFF2-40B4-BE49-F238E27FC236}">
                    <a16:creationId xmlns:a16="http://schemas.microsoft.com/office/drawing/2014/main" id="{8F7C67AA-6928-85E3-8830-84A01BD05CE6}"/>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6B1B7D76-16B1-1B7F-F766-5FB305EACAC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E5049BDD-2524-9C3F-6E78-7F5FC887A18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ED97AD2D-085D-85A8-633D-A5A49CC7394E}"/>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757E7874-28DD-B5CE-BB3D-8D9FBD70DDB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A0B9AEC-F4A4-8794-E1D3-C25E411A206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99CF8EE6-A915-D9FA-02B9-E1DFC99DBC1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9652012E-F831-7CC4-380F-F12B3E742D9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42A3B8DA-01C3-7984-65A5-F87CE847983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12854487-6BBC-F60A-0BB7-762C0530C0D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dirty="0"/>
              </a:p>
            </p:txBody>
          </p:sp>
        </p:grpSp>
        <p:grpSp>
          <p:nvGrpSpPr>
            <p:cNvPr id="14" name="Graphic 8">
              <a:extLst>
                <a:ext uri="{FF2B5EF4-FFF2-40B4-BE49-F238E27FC236}">
                  <a16:creationId xmlns:a16="http://schemas.microsoft.com/office/drawing/2014/main" id="{7C3F2EC0-0E91-1B90-0984-E15451F11E09}"/>
                </a:ext>
              </a:extLst>
            </p:cNvPr>
            <p:cNvGrpSpPr/>
            <p:nvPr/>
          </p:nvGrpSpPr>
          <p:grpSpPr>
            <a:xfrm>
              <a:off x="265625" y="6323271"/>
              <a:ext cx="1249223" cy="190348"/>
              <a:chOff x="265625" y="6323271"/>
              <a:chExt cx="1249223" cy="190348"/>
            </a:xfrm>
            <a:grpFill/>
          </p:grpSpPr>
          <p:sp>
            <p:nvSpPr>
              <p:cNvPr id="15" name="Freeform 14">
                <a:extLst>
                  <a:ext uri="{FF2B5EF4-FFF2-40B4-BE49-F238E27FC236}">
                    <a16:creationId xmlns:a16="http://schemas.microsoft.com/office/drawing/2014/main" id="{3E1EA83D-0C41-6298-66D3-2AACACADF563}"/>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B9B542A7-1CED-E3B4-2F6F-981A0BCF0F9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0F403641-4B58-5167-918C-45D30FB8B885}"/>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58B02E53-85CD-F8E6-1B90-2A239092033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346B34D3-96E7-AEEC-E3E3-9703F262AE5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BE841654-790E-1DA0-EAB4-635FDD741A4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E1E56751-BAEE-C6B1-E3A0-D9F895DD818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dirty="0"/>
              </a:p>
            </p:txBody>
          </p:sp>
        </p:grpSp>
      </p:grpSp>
      <p:pic>
        <p:nvPicPr>
          <p:cNvPr id="35" name="Graphic 34">
            <a:extLst>
              <a:ext uri="{FF2B5EF4-FFF2-40B4-BE49-F238E27FC236}">
                <a16:creationId xmlns:a16="http://schemas.microsoft.com/office/drawing/2014/main" id="{562883D5-FFBF-B3A4-D7CB-96B8FAC9AA8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85625" y="570134"/>
            <a:ext cx="2857719" cy="562472"/>
          </a:xfrm>
          <a:prstGeom prst="rect">
            <a:avLst/>
          </a:prstGeom>
        </p:spPr>
      </p:pic>
      <p:sp>
        <p:nvSpPr>
          <p:cNvPr id="16" name="TextBox 15">
            <a:extLst>
              <a:ext uri="{FF2B5EF4-FFF2-40B4-BE49-F238E27FC236}">
                <a16:creationId xmlns:a16="http://schemas.microsoft.com/office/drawing/2014/main" id="{22C2E771-D0D0-2A17-F766-9A83E4EC1011}"/>
              </a:ext>
            </a:extLst>
          </p:cNvPr>
          <p:cNvSpPr txBox="1"/>
          <p:nvPr userDrawn="1"/>
        </p:nvSpPr>
        <p:spPr>
          <a:xfrm>
            <a:off x="612593" y="3428999"/>
            <a:ext cx="4562681" cy="830997"/>
          </a:xfrm>
          <a:prstGeom prst="rect">
            <a:avLst/>
          </a:prstGeom>
        </p:spPr>
        <p:txBody>
          <a:bodyPr wrap="square" lIns="0" tIns="0" rIns="0" bIns="0" rtlCol="0">
            <a:spAutoFit/>
          </a:bodyPr>
          <a:lstStyle/>
          <a:p>
            <a:pPr algn="l" defTabSz="914400" rtl="0" eaLnBrk="1" latinLnBrk="0" hangingPunct="1">
              <a:lnSpc>
                <a:spcPct val="90000"/>
              </a:lnSpc>
              <a:spcBef>
                <a:spcPct val="0"/>
              </a:spcBef>
              <a:spcAft>
                <a:spcPts val="600"/>
              </a:spcAft>
              <a:buNone/>
            </a:pPr>
            <a:r>
              <a:rPr lang="en-US" sz="6000" b="0" kern="1200" cap="none" baseline="0" dirty="0">
                <a:solidFill>
                  <a:schemeClr val="tx1"/>
                </a:solidFill>
                <a:latin typeface="+mj-lt"/>
                <a:ea typeface="+mj-ea"/>
                <a:cs typeface="+mj-cs"/>
              </a:rPr>
              <a:t>Thank You</a:t>
            </a:r>
          </a:p>
        </p:txBody>
      </p:sp>
    </p:spTree>
    <p:extLst>
      <p:ext uri="{BB962C8B-B14F-4D97-AF65-F5344CB8AC3E}">
        <p14:creationId xmlns:p14="http://schemas.microsoft.com/office/powerpoint/2010/main" val="3866121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6="http://schemas.microsoft.com/office/drawing/2014/main" xmlns="">
      <p:transition spd="med">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vcf-close-b">
    <p:spTree>
      <p:nvGrpSpPr>
        <p:cNvPr id="1" name=""/>
        <p:cNvGrpSpPr/>
        <p:nvPr/>
      </p:nvGrpSpPr>
      <p:grpSpPr>
        <a:xfrm>
          <a:off x="0" y="0"/>
          <a:ext cx="0" cy="0"/>
          <a:chOff x="0" y="0"/>
          <a:chExt cx="0" cy="0"/>
        </a:xfrm>
      </p:grpSpPr>
      <p:pic>
        <p:nvPicPr>
          <p:cNvPr id="35" name="Graphic 34">
            <a:extLst>
              <a:ext uri="{FF2B5EF4-FFF2-40B4-BE49-F238E27FC236}">
                <a16:creationId xmlns:a16="http://schemas.microsoft.com/office/drawing/2014/main" id="{562883D5-FFBF-B3A4-D7CB-96B8FAC9AA8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85625" y="570134"/>
            <a:ext cx="2857719" cy="562472"/>
          </a:xfrm>
          <a:prstGeom prst="rect">
            <a:avLst/>
          </a:prstGeom>
        </p:spPr>
      </p:pic>
      <p:sp>
        <p:nvSpPr>
          <p:cNvPr id="16" name="TextBox 15">
            <a:extLst>
              <a:ext uri="{FF2B5EF4-FFF2-40B4-BE49-F238E27FC236}">
                <a16:creationId xmlns:a16="http://schemas.microsoft.com/office/drawing/2014/main" id="{22C2E771-D0D0-2A17-F766-9A83E4EC1011}"/>
              </a:ext>
            </a:extLst>
          </p:cNvPr>
          <p:cNvSpPr txBox="1"/>
          <p:nvPr userDrawn="1"/>
        </p:nvSpPr>
        <p:spPr>
          <a:xfrm>
            <a:off x="612593" y="3428999"/>
            <a:ext cx="4562681" cy="830997"/>
          </a:xfrm>
          <a:prstGeom prst="rect">
            <a:avLst/>
          </a:prstGeom>
        </p:spPr>
        <p:txBody>
          <a:bodyPr wrap="square" lIns="0" tIns="0" rIns="0" bIns="0" rtlCol="0">
            <a:spAutoFit/>
          </a:bodyPr>
          <a:lstStyle/>
          <a:p>
            <a:pPr algn="l" defTabSz="914400" rtl="0" eaLnBrk="1" latinLnBrk="0" hangingPunct="1">
              <a:lnSpc>
                <a:spcPct val="90000"/>
              </a:lnSpc>
              <a:spcBef>
                <a:spcPct val="0"/>
              </a:spcBef>
              <a:spcAft>
                <a:spcPts val="600"/>
              </a:spcAft>
              <a:buNone/>
            </a:pPr>
            <a:r>
              <a:rPr lang="en-US" sz="6000" b="0" kern="1200" cap="none" baseline="0" dirty="0">
                <a:solidFill>
                  <a:schemeClr val="tx1"/>
                </a:solidFill>
                <a:latin typeface="+mj-lt"/>
                <a:ea typeface="+mj-ea"/>
                <a:cs typeface="+mj-cs"/>
              </a:rPr>
              <a:t>Thank You</a:t>
            </a:r>
          </a:p>
        </p:txBody>
      </p:sp>
      <p:pic>
        <p:nvPicPr>
          <p:cNvPr id="2" name="Picture 1" descr="A logo of a cloud computing system&#10;&#10;AI-generated content may be incorrect.">
            <a:extLst>
              <a:ext uri="{FF2B5EF4-FFF2-40B4-BE49-F238E27FC236}">
                <a16:creationId xmlns:a16="http://schemas.microsoft.com/office/drawing/2014/main" id="{58532459-AEB4-3B92-84E1-44F39CB76D44}"/>
              </a:ext>
            </a:extLst>
          </p:cNvPr>
          <p:cNvPicPr>
            <a:picLocks noChangeAspect="1"/>
          </p:cNvPicPr>
          <p:nvPr userDrawn="1"/>
        </p:nvPicPr>
        <p:blipFill>
          <a:blip r:embed="rId4"/>
          <a:stretch>
            <a:fillRect/>
          </a:stretch>
        </p:blipFill>
        <p:spPr>
          <a:xfrm>
            <a:off x="5330825" y="0"/>
            <a:ext cx="6858000" cy="6858000"/>
          </a:xfrm>
          <a:prstGeom prst="rect">
            <a:avLst/>
          </a:prstGeom>
        </p:spPr>
      </p:pic>
    </p:spTree>
    <p:extLst>
      <p:ext uri="{BB962C8B-B14F-4D97-AF65-F5344CB8AC3E}">
        <p14:creationId xmlns:p14="http://schemas.microsoft.com/office/powerpoint/2010/main" val="1082867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p:cSld name="Thank You / Closing - Aqua">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1BD12A38-34FF-DD48-95F6-31F5ED4772C8}"/>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a:solidFill>
                  <a:schemeClr val="tx1"/>
                </a:solidFill>
                <a:latin typeface="+mj-lt"/>
                <a:ea typeface="+mj-ea"/>
                <a:cs typeface="+mj-cs"/>
              </a:rPr>
              <a:t>Thank You</a:t>
            </a:r>
          </a:p>
        </p:txBody>
      </p:sp>
      <p:sp>
        <p:nvSpPr>
          <p:cNvPr id="2" name="Freeform: Shape 1">
            <a:extLst>
              <a:ext uri="{FF2B5EF4-FFF2-40B4-BE49-F238E27FC236}">
                <a16:creationId xmlns:a16="http://schemas.microsoft.com/office/drawing/2014/main" id="{17E91023-10EB-482E-9A60-63046152A4F2}"/>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1"/>
              </a:gs>
              <a:gs pos="85000">
                <a:srgbClr val="0095C4"/>
              </a:gs>
            </a:gsLst>
            <a:lin ang="18899976" scaled="1"/>
          </a:gradFill>
          <a:ln w="0" cap="flat">
            <a:noFill/>
            <a:prstDash val="solid"/>
            <a:miter/>
          </a:ln>
        </p:spPr>
        <p:txBody>
          <a:bodyPr rtlCol="0" anchor="ctr"/>
          <a:lstStyle/>
          <a:p>
            <a:endParaRPr lang="en-US"/>
          </a:p>
        </p:txBody>
      </p:sp>
      <p:sp>
        <p:nvSpPr>
          <p:cNvPr id="3" name="Freeform: Shape 2">
            <a:extLst>
              <a:ext uri="{FF2B5EF4-FFF2-40B4-BE49-F238E27FC236}">
                <a16:creationId xmlns:a16="http://schemas.microsoft.com/office/drawing/2014/main" id="{1411A888-7B56-C3B9-74A9-B85C4178B94B}"/>
              </a:ext>
            </a:extLst>
          </p:cNvPr>
          <p:cNvSpPr/>
          <p:nvPr/>
        </p:nvSpPr>
        <p:spPr>
          <a:xfrm>
            <a:off x="-14487" y="-14414"/>
            <a:ext cx="8406233" cy="5164293"/>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1"/>
              </a:gs>
            </a:gsLst>
            <a:lin ang="0" scaled="1"/>
          </a:gradFill>
          <a:ln w="0" cap="flat">
            <a:noFill/>
            <a:prstDash val="solid"/>
            <a:miter/>
          </a:ln>
        </p:spPr>
        <p:txBody>
          <a:bodyPr rtlCol="0" anchor="ctr"/>
          <a:lstStyle/>
          <a:p>
            <a:endParaRPr lang="en-US"/>
          </a:p>
        </p:txBody>
      </p:sp>
      <p:grpSp>
        <p:nvGrpSpPr>
          <p:cNvPr id="6" name="Graphic 8">
            <a:extLst>
              <a:ext uri="{FF2B5EF4-FFF2-40B4-BE49-F238E27FC236}">
                <a16:creationId xmlns:a16="http://schemas.microsoft.com/office/drawing/2014/main" id="{BFA62A8C-E510-FB2E-C3B9-93A77FB74BAD}"/>
              </a:ext>
            </a:extLst>
          </p:cNvPr>
          <p:cNvGrpSpPr/>
          <p:nvPr/>
        </p:nvGrpSpPr>
        <p:grpSpPr>
          <a:xfrm>
            <a:off x="265625" y="6323271"/>
            <a:ext cx="1249223" cy="369648"/>
            <a:chOff x="265625" y="6323271"/>
            <a:chExt cx="1249223" cy="369648"/>
          </a:xfrm>
          <a:solidFill>
            <a:schemeClr val="tx1"/>
          </a:solidFill>
        </p:grpSpPr>
        <p:grpSp>
          <p:nvGrpSpPr>
            <p:cNvPr id="7" name="Graphic 8">
              <a:extLst>
                <a:ext uri="{FF2B5EF4-FFF2-40B4-BE49-F238E27FC236}">
                  <a16:creationId xmlns:a16="http://schemas.microsoft.com/office/drawing/2014/main" id="{78515B65-5A64-7093-4F25-C7624B72C555}"/>
                </a:ext>
              </a:extLst>
            </p:cNvPr>
            <p:cNvGrpSpPr/>
            <p:nvPr/>
          </p:nvGrpSpPr>
          <p:grpSpPr>
            <a:xfrm>
              <a:off x="745455" y="6594444"/>
              <a:ext cx="722662" cy="98475"/>
              <a:chOff x="745455" y="6594444"/>
              <a:chExt cx="722662" cy="98475"/>
            </a:xfrm>
            <a:grpFill/>
          </p:grpSpPr>
          <p:sp>
            <p:nvSpPr>
              <p:cNvPr id="22" name="Freeform 49">
                <a:extLst>
                  <a:ext uri="{FF2B5EF4-FFF2-40B4-BE49-F238E27FC236}">
                    <a16:creationId xmlns:a16="http://schemas.microsoft.com/office/drawing/2014/main" id="{2F19FC1C-64E6-1578-BB18-4446F344936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23" name="Freeform 50">
                <a:extLst>
                  <a:ext uri="{FF2B5EF4-FFF2-40B4-BE49-F238E27FC236}">
                    <a16:creationId xmlns:a16="http://schemas.microsoft.com/office/drawing/2014/main" id="{C5D27704-22C8-487D-5310-6884BC915B32}"/>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24" name="Freeform 51">
                <a:extLst>
                  <a:ext uri="{FF2B5EF4-FFF2-40B4-BE49-F238E27FC236}">
                    <a16:creationId xmlns:a16="http://schemas.microsoft.com/office/drawing/2014/main" id="{846ED2F8-7ABD-73B6-621C-66E4F3FD18E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25" name="Freeform 52">
                <a:extLst>
                  <a:ext uri="{FF2B5EF4-FFF2-40B4-BE49-F238E27FC236}">
                    <a16:creationId xmlns:a16="http://schemas.microsoft.com/office/drawing/2014/main" id="{CF5CF0F2-F548-74F9-8D28-C8593AADA65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26" name="Freeform 53">
                <a:extLst>
                  <a:ext uri="{FF2B5EF4-FFF2-40B4-BE49-F238E27FC236}">
                    <a16:creationId xmlns:a16="http://schemas.microsoft.com/office/drawing/2014/main" id="{E59744EF-42C6-F8A6-28CA-57AFA409E09C}"/>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27" name="Freeform 54">
                <a:extLst>
                  <a:ext uri="{FF2B5EF4-FFF2-40B4-BE49-F238E27FC236}">
                    <a16:creationId xmlns:a16="http://schemas.microsoft.com/office/drawing/2014/main" id="{7C58CD46-75D7-5936-FB05-0A8DB809D7B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28" name="Freeform 55">
                <a:extLst>
                  <a:ext uri="{FF2B5EF4-FFF2-40B4-BE49-F238E27FC236}">
                    <a16:creationId xmlns:a16="http://schemas.microsoft.com/office/drawing/2014/main" id="{540D970C-2D00-5766-0E9C-2715FD9A9CA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29" name="Freeform 56">
                <a:extLst>
                  <a:ext uri="{FF2B5EF4-FFF2-40B4-BE49-F238E27FC236}">
                    <a16:creationId xmlns:a16="http://schemas.microsoft.com/office/drawing/2014/main" id="{E0C09106-E6A9-23BB-EE86-5FC5A3C55713}"/>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48" name="Freeform 57">
                <a:extLst>
                  <a:ext uri="{FF2B5EF4-FFF2-40B4-BE49-F238E27FC236}">
                    <a16:creationId xmlns:a16="http://schemas.microsoft.com/office/drawing/2014/main" id="{48FFDB81-4B23-9458-27CB-7FE2D86B9CC9}"/>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49" name="Freeform 58">
                <a:extLst>
                  <a:ext uri="{FF2B5EF4-FFF2-40B4-BE49-F238E27FC236}">
                    <a16:creationId xmlns:a16="http://schemas.microsoft.com/office/drawing/2014/main" id="{7B9C7324-145C-A501-C113-DC68A1F951F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8" name="Graphic 8">
              <a:extLst>
                <a:ext uri="{FF2B5EF4-FFF2-40B4-BE49-F238E27FC236}">
                  <a16:creationId xmlns:a16="http://schemas.microsoft.com/office/drawing/2014/main" id="{8242D681-0564-11FF-F314-2A8C383B5111}"/>
                </a:ext>
              </a:extLst>
            </p:cNvPr>
            <p:cNvGrpSpPr/>
            <p:nvPr/>
          </p:nvGrpSpPr>
          <p:grpSpPr>
            <a:xfrm>
              <a:off x="265625" y="6323271"/>
              <a:ext cx="1249223" cy="190348"/>
              <a:chOff x="265625" y="6323271"/>
              <a:chExt cx="1249223" cy="190348"/>
            </a:xfrm>
            <a:grpFill/>
          </p:grpSpPr>
          <p:sp>
            <p:nvSpPr>
              <p:cNvPr id="9" name="Freeform 60">
                <a:extLst>
                  <a:ext uri="{FF2B5EF4-FFF2-40B4-BE49-F238E27FC236}">
                    <a16:creationId xmlns:a16="http://schemas.microsoft.com/office/drawing/2014/main" id="{BC1F610E-F144-A115-E553-C9EE5FEA4A6D}"/>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16" name="Freeform 61">
                <a:extLst>
                  <a:ext uri="{FF2B5EF4-FFF2-40B4-BE49-F238E27FC236}">
                    <a16:creationId xmlns:a16="http://schemas.microsoft.com/office/drawing/2014/main" id="{6857D863-9A06-6571-80F6-DD59B73A3C1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17" name="Freeform 62">
                <a:extLst>
                  <a:ext uri="{FF2B5EF4-FFF2-40B4-BE49-F238E27FC236}">
                    <a16:creationId xmlns:a16="http://schemas.microsoft.com/office/drawing/2014/main" id="{2CD29205-052C-95E0-C678-4DD16DEC5C1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18" name="Freeform 63">
                <a:extLst>
                  <a:ext uri="{FF2B5EF4-FFF2-40B4-BE49-F238E27FC236}">
                    <a16:creationId xmlns:a16="http://schemas.microsoft.com/office/drawing/2014/main" id="{525F39ED-302E-07C7-3369-B1B583F05A4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19" name="Freeform 64">
                <a:extLst>
                  <a:ext uri="{FF2B5EF4-FFF2-40B4-BE49-F238E27FC236}">
                    <a16:creationId xmlns:a16="http://schemas.microsoft.com/office/drawing/2014/main" id="{507A5BC5-09D6-FB8A-6D25-83CEB0C04D1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20" name="Freeform 65">
                <a:extLst>
                  <a:ext uri="{FF2B5EF4-FFF2-40B4-BE49-F238E27FC236}">
                    <a16:creationId xmlns:a16="http://schemas.microsoft.com/office/drawing/2014/main" id="{D492BDA2-A0E6-5AFB-1033-44C34177413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21" name="Freeform 66">
                <a:extLst>
                  <a:ext uri="{FF2B5EF4-FFF2-40B4-BE49-F238E27FC236}">
                    <a16:creationId xmlns:a16="http://schemas.microsoft.com/office/drawing/2014/main" id="{88A7983D-3B88-4F8C-72F3-052E520F89A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30" name="TextBox 29">
            <a:extLst>
              <a:ext uri="{FF2B5EF4-FFF2-40B4-BE49-F238E27FC236}">
                <a16:creationId xmlns:a16="http://schemas.microsoft.com/office/drawing/2014/main" id="{1BD12A38-34FF-DD48-95F6-31F5ED4772C8}"/>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tx1"/>
                </a:solidFill>
                <a:latin typeface="+mj-lt"/>
                <a:ea typeface="+mj-ea"/>
                <a:cs typeface="+mj-cs"/>
              </a:rPr>
              <a:t>Thank You</a:t>
            </a:r>
          </a:p>
        </p:txBody>
      </p:sp>
      <p:sp>
        <p:nvSpPr>
          <p:cNvPr id="31" name="Freeform: Shape 1">
            <a:extLst>
              <a:ext uri="{FF2B5EF4-FFF2-40B4-BE49-F238E27FC236}">
                <a16:creationId xmlns:a16="http://schemas.microsoft.com/office/drawing/2014/main" id="{17E91023-10EB-482E-9A60-63046152A4F2}"/>
              </a:ext>
            </a:extLst>
          </p:cNvPr>
          <p:cNvSpPr/>
          <p:nvPr userDrawn="1"/>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1"/>
              </a:gs>
              <a:gs pos="85000">
                <a:srgbClr val="0095C4"/>
              </a:gs>
            </a:gsLst>
            <a:lin ang="18899976" scaled="1"/>
          </a:gradFill>
          <a:ln w="0" cap="flat">
            <a:noFill/>
            <a:prstDash val="solid"/>
            <a:miter/>
          </a:ln>
        </p:spPr>
        <p:txBody>
          <a:bodyPr rtlCol="0" anchor="ctr"/>
          <a:lstStyle/>
          <a:p>
            <a:endParaRPr lang="en-US"/>
          </a:p>
        </p:txBody>
      </p:sp>
      <p:sp>
        <p:nvSpPr>
          <p:cNvPr id="32" name="Freeform: Shape 2">
            <a:extLst>
              <a:ext uri="{FF2B5EF4-FFF2-40B4-BE49-F238E27FC236}">
                <a16:creationId xmlns:a16="http://schemas.microsoft.com/office/drawing/2014/main" id="{1411A888-7B56-C3B9-74A9-B85C4178B94B}"/>
              </a:ext>
            </a:extLst>
          </p:cNvPr>
          <p:cNvSpPr/>
          <p:nvPr userDrawn="1"/>
        </p:nvSpPr>
        <p:spPr>
          <a:xfrm>
            <a:off x="-14487" y="-14414"/>
            <a:ext cx="8406233" cy="5164293"/>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1"/>
              </a:gs>
            </a:gsLst>
            <a:lin ang="0" scaled="1"/>
          </a:gradFill>
          <a:ln w="0" cap="flat">
            <a:noFill/>
            <a:prstDash val="solid"/>
            <a:miter/>
          </a:ln>
        </p:spPr>
        <p:txBody>
          <a:bodyPr rtlCol="0" anchor="ctr"/>
          <a:lstStyle/>
          <a:p>
            <a:endParaRPr lang="en-US"/>
          </a:p>
        </p:txBody>
      </p:sp>
      <p:grpSp>
        <p:nvGrpSpPr>
          <p:cNvPr id="35" name="Graphic 8">
            <a:extLst>
              <a:ext uri="{FF2B5EF4-FFF2-40B4-BE49-F238E27FC236}">
                <a16:creationId xmlns:a16="http://schemas.microsoft.com/office/drawing/2014/main" id="{BFA62A8C-E510-FB2E-C3B9-93A77FB74BAD}"/>
              </a:ext>
            </a:extLst>
          </p:cNvPr>
          <p:cNvGrpSpPr/>
          <p:nvPr userDrawn="1"/>
        </p:nvGrpSpPr>
        <p:grpSpPr>
          <a:xfrm>
            <a:off x="265625" y="6323271"/>
            <a:ext cx="1249223" cy="369648"/>
            <a:chOff x="265625" y="6323271"/>
            <a:chExt cx="1249223" cy="369648"/>
          </a:xfrm>
          <a:solidFill>
            <a:schemeClr val="tx1"/>
          </a:solidFill>
        </p:grpSpPr>
        <p:grpSp>
          <p:nvGrpSpPr>
            <p:cNvPr id="36" name="Graphic 8">
              <a:extLst>
                <a:ext uri="{FF2B5EF4-FFF2-40B4-BE49-F238E27FC236}">
                  <a16:creationId xmlns:a16="http://schemas.microsoft.com/office/drawing/2014/main" id="{78515B65-5A64-7093-4F25-C7624B72C555}"/>
                </a:ext>
              </a:extLst>
            </p:cNvPr>
            <p:cNvGrpSpPr/>
            <p:nvPr/>
          </p:nvGrpSpPr>
          <p:grpSpPr>
            <a:xfrm>
              <a:off x="745455" y="6594444"/>
              <a:ext cx="722662" cy="98475"/>
              <a:chOff x="745455" y="6594444"/>
              <a:chExt cx="722662" cy="98475"/>
            </a:xfrm>
            <a:grpFill/>
          </p:grpSpPr>
          <p:sp>
            <p:nvSpPr>
              <p:cNvPr id="45" name="Freeform 49">
                <a:extLst>
                  <a:ext uri="{FF2B5EF4-FFF2-40B4-BE49-F238E27FC236}">
                    <a16:creationId xmlns:a16="http://schemas.microsoft.com/office/drawing/2014/main" id="{2F19FC1C-64E6-1578-BB18-4446F344936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46" name="Freeform 50">
                <a:extLst>
                  <a:ext uri="{FF2B5EF4-FFF2-40B4-BE49-F238E27FC236}">
                    <a16:creationId xmlns:a16="http://schemas.microsoft.com/office/drawing/2014/main" id="{C5D27704-22C8-487D-5310-6884BC915B32}"/>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47" name="Freeform 51">
                <a:extLst>
                  <a:ext uri="{FF2B5EF4-FFF2-40B4-BE49-F238E27FC236}">
                    <a16:creationId xmlns:a16="http://schemas.microsoft.com/office/drawing/2014/main" id="{846ED2F8-7ABD-73B6-621C-66E4F3FD18E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50" name="Freeform 52">
                <a:extLst>
                  <a:ext uri="{FF2B5EF4-FFF2-40B4-BE49-F238E27FC236}">
                    <a16:creationId xmlns:a16="http://schemas.microsoft.com/office/drawing/2014/main" id="{CF5CF0F2-F548-74F9-8D28-C8593AADA65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51" name="Freeform 53">
                <a:extLst>
                  <a:ext uri="{FF2B5EF4-FFF2-40B4-BE49-F238E27FC236}">
                    <a16:creationId xmlns:a16="http://schemas.microsoft.com/office/drawing/2014/main" id="{E59744EF-42C6-F8A6-28CA-57AFA409E09C}"/>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2" name="Freeform 54">
                <a:extLst>
                  <a:ext uri="{FF2B5EF4-FFF2-40B4-BE49-F238E27FC236}">
                    <a16:creationId xmlns:a16="http://schemas.microsoft.com/office/drawing/2014/main" id="{7C58CD46-75D7-5936-FB05-0A8DB809D7B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53" name="Freeform 55">
                <a:extLst>
                  <a:ext uri="{FF2B5EF4-FFF2-40B4-BE49-F238E27FC236}">
                    <a16:creationId xmlns:a16="http://schemas.microsoft.com/office/drawing/2014/main" id="{540D970C-2D00-5766-0E9C-2715FD9A9CA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54" name="Freeform 56">
                <a:extLst>
                  <a:ext uri="{FF2B5EF4-FFF2-40B4-BE49-F238E27FC236}">
                    <a16:creationId xmlns:a16="http://schemas.microsoft.com/office/drawing/2014/main" id="{E0C09106-E6A9-23BB-EE86-5FC5A3C55713}"/>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5" name="Freeform 57">
                <a:extLst>
                  <a:ext uri="{FF2B5EF4-FFF2-40B4-BE49-F238E27FC236}">
                    <a16:creationId xmlns:a16="http://schemas.microsoft.com/office/drawing/2014/main" id="{48FFDB81-4B23-9458-27CB-7FE2D86B9CC9}"/>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6" name="Freeform 58">
                <a:extLst>
                  <a:ext uri="{FF2B5EF4-FFF2-40B4-BE49-F238E27FC236}">
                    <a16:creationId xmlns:a16="http://schemas.microsoft.com/office/drawing/2014/main" id="{7B9C7324-145C-A501-C113-DC68A1F951F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37" name="Graphic 8">
              <a:extLst>
                <a:ext uri="{FF2B5EF4-FFF2-40B4-BE49-F238E27FC236}">
                  <a16:creationId xmlns:a16="http://schemas.microsoft.com/office/drawing/2014/main" id="{8242D681-0564-11FF-F314-2A8C383B5111}"/>
                </a:ext>
              </a:extLst>
            </p:cNvPr>
            <p:cNvGrpSpPr/>
            <p:nvPr/>
          </p:nvGrpSpPr>
          <p:grpSpPr>
            <a:xfrm>
              <a:off x="265625" y="6323271"/>
              <a:ext cx="1249223" cy="190348"/>
              <a:chOff x="265625" y="6323271"/>
              <a:chExt cx="1249223" cy="190348"/>
            </a:xfrm>
            <a:grpFill/>
          </p:grpSpPr>
          <p:sp>
            <p:nvSpPr>
              <p:cNvPr id="38" name="Freeform 60">
                <a:extLst>
                  <a:ext uri="{FF2B5EF4-FFF2-40B4-BE49-F238E27FC236}">
                    <a16:creationId xmlns:a16="http://schemas.microsoft.com/office/drawing/2014/main" id="{BC1F610E-F144-A115-E553-C9EE5FEA4A6D}"/>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39" name="Freeform 61">
                <a:extLst>
                  <a:ext uri="{FF2B5EF4-FFF2-40B4-BE49-F238E27FC236}">
                    <a16:creationId xmlns:a16="http://schemas.microsoft.com/office/drawing/2014/main" id="{6857D863-9A06-6571-80F6-DD59B73A3C1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40" name="Freeform 62">
                <a:extLst>
                  <a:ext uri="{FF2B5EF4-FFF2-40B4-BE49-F238E27FC236}">
                    <a16:creationId xmlns:a16="http://schemas.microsoft.com/office/drawing/2014/main" id="{2CD29205-052C-95E0-C678-4DD16DEC5C1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41" name="Freeform 63">
                <a:extLst>
                  <a:ext uri="{FF2B5EF4-FFF2-40B4-BE49-F238E27FC236}">
                    <a16:creationId xmlns:a16="http://schemas.microsoft.com/office/drawing/2014/main" id="{525F39ED-302E-07C7-3369-B1B583F05A4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42" name="Freeform 64">
                <a:extLst>
                  <a:ext uri="{FF2B5EF4-FFF2-40B4-BE49-F238E27FC236}">
                    <a16:creationId xmlns:a16="http://schemas.microsoft.com/office/drawing/2014/main" id="{507A5BC5-09D6-FB8A-6D25-83CEB0C04D1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43" name="Freeform 65">
                <a:extLst>
                  <a:ext uri="{FF2B5EF4-FFF2-40B4-BE49-F238E27FC236}">
                    <a16:creationId xmlns:a16="http://schemas.microsoft.com/office/drawing/2014/main" id="{D492BDA2-A0E6-5AFB-1033-44C34177413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44" name="Freeform 66">
                <a:extLst>
                  <a:ext uri="{FF2B5EF4-FFF2-40B4-BE49-F238E27FC236}">
                    <a16:creationId xmlns:a16="http://schemas.microsoft.com/office/drawing/2014/main" id="{88A7983D-3B88-4F8C-72F3-052E520F89A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10" name="TextBox 9">
            <a:extLst>
              <a:ext uri="{FF2B5EF4-FFF2-40B4-BE49-F238E27FC236}">
                <a16:creationId xmlns:a16="http://schemas.microsoft.com/office/drawing/2014/main" id="{BC225031-D7BB-0C78-565E-460F449111BD}"/>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spTree>
    <p:extLst>
      <p:ext uri="{BB962C8B-B14F-4D97-AF65-F5344CB8AC3E}">
        <p14:creationId xmlns:p14="http://schemas.microsoft.com/office/powerpoint/2010/main" val="3171524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slideLayout" Target="../slideLayouts/slideLayout88.xml"/><Relationship Id="rId89" Type="http://schemas.openxmlformats.org/officeDocument/2006/relationships/slideLayout" Target="../slideLayouts/slideLayout89.xml"/><Relationship Id="rId90" Type="http://schemas.openxmlformats.org/officeDocument/2006/relationships/slideLayout" Target="../slideLayouts/slideLayout90.xml"/><Relationship Id="rId91" Type="http://schemas.openxmlformats.org/officeDocument/2006/relationships/slideLayout" Target="../slideLayouts/slideLayout91.xml"/><Relationship Id="rId92" Type="http://schemas.openxmlformats.org/officeDocument/2006/relationships/slideLayout" Target="../slideLayouts/slideLayout92.xml"/><Relationship Id="rId93" Type="http://schemas.openxmlformats.org/officeDocument/2006/relationships/slideLayout" Target="../slideLayouts/slideLayout93.xml"/><Relationship Id="rId94" Type="http://schemas.openxmlformats.org/officeDocument/2006/relationships/slideLayout" Target="../slideLayouts/slideLayout94.xml"/><Relationship Id="rId95" Type="http://schemas.openxmlformats.org/officeDocument/2006/relationships/slideLayout" Target="../slideLayouts/slideLayout95.xml"/><Relationship Id="rId96" Type="http://schemas.openxmlformats.org/officeDocument/2006/relationships/slideLayout" Target="../slideLayouts/slideLayout96.xml"/><Relationship Id="rId97" Type="http://schemas.openxmlformats.org/officeDocument/2006/relationships/slideLayout" Target="../slideLayouts/slideLayout97.xml"/><Relationship Id="rId98" Type="http://schemas.openxmlformats.org/officeDocument/2006/relationships/slideLayout" Target="../slideLayouts/slideLayout98.xml"/><Relationship Id="rId9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slideLayout" Target="../slideLayouts/slideLayout100.xml"/><Relationship Id="rId3" Type="http://schemas.openxmlformats.org/officeDocument/2006/relationships/slideLayout" Target="../slideLayouts/slideLayout101.xml"/><Relationship Id="rId4" Type="http://schemas.openxmlformats.org/officeDocument/2006/relationships/slideLayout" Target="../slideLayouts/slideLayout102.xml"/><Relationship Id="rId5" Type="http://schemas.openxmlformats.org/officeDocument/2006/relationships/slideLayout" Target="../slideLayouts/slideLayout103.xml"/><Relationship Id="rId6" Type="http://schemas.openxmlformats.org/officeDocument/2006/relationships/slideLayout" Target="../slideLayouts/slideLayout104.xml"/><Relationship Id="rId7" Type="http://schemas.openxmlformats.org/officeDocument/2006/relationships/slideLayout" Target="../slideLayouts/slideLayout105.xml"/><Relationship Id="rId8" Type="http://schemas.openxmlformats.org/officeDocument/2006/relationships/slideLayout" Target="../slideLayouts/slideLayout106.xml"/><Relationship Id="rId9" Type="http://schemas.openxmlformats.org/officeDocument/2006/relationships/slideLayout" Target="../slideLayouts/slideLayout107.xml"/><Relationship Id="rId10" Type="http://schemas.openxmlformats.org/officeDocument/2006/relationships/slideLayout" Target="../slideLayouts/slideLayout108.xml"/><Relationship Id="rId11" Type="http://schemas.openxmlformats.org/officeDocument/2006/relationships/slideLayout" Target="../slideLayouts/slideLayout109.xml"/><Relationship Id="rId12" Type="http://schemas.openxmlformats.org/officeDocument/2006/relationships/slideLayout" Target="../slideLayouts/slideLayout110.xml"/><Relationship Id="rId13" Type="http://schemas.openxmlformats.org/officeDocument/2006/relationships/slideLayout" Target="../slideLayouts/slideLayout111.xml"/><Relationship Id="rId14" Type="http://schemas.openxmlformats.org/officeDocument/2006/relationships/slideLayout" Target="../slideLayouts/slideLayout112.xml"/><Relationship Id="rId15" Type="http://schemas.openxmlformats.org/officeDocument/2006/relationships/slideLayout" Target="../slideLayouts/slideLayout113.xml"/><Relationship Id="rId16" Type="http://schemas.openxmlformats.org/officeDocument/2006/relationships/slideLayout" Target="../slideLayouts/slideLayout114.xml"/><Relationship Id="rId17" Type="http://schemas.openxmlformats.org/officeDocument/2006/relationships/slideLayout" Target="../slideLayouts/slideLayout115.xml"/><Relationship Id="rId18" Type="http://schemas.openxmlformats.org/officeDocument/2006/relationships/slideLayout" Target="../slideLayouts/slideLayout116.xml"/><Relationship Id="rId19" Type="http://schemas.openxmlformats.org/officeDocument/2006/relationships/slideLayout" Target="../slideLayouts/slideLayout117.xml"/><Relationship Id="rId20" Type="http://schemas.openxmlformats.org/officeDocument/2006/relationships/slideLayout" Target="../slideLayouts/slideLayout118.xml"/><Relationship Id="rId21" Type="http://schemas.openxmlformats.org/officeDocument/2006/relationships/slideLayout" Target="../slideLayouts/slideLayout119.xml"/><Relationship Id="rId22" Type="http://schemas.openxmlformats.org/officeDocument/2006/relationships/slideLayout" Target="../slideLayouts/slideLayout120.xml"/><Relationship Id="rId23" Type="http://schemas.openxmlformats.org/officeDocument/2006/relationships/slideLayout" Target="../slideLayouts/slideLayout121.xml"/><Relationship Id="rId24" Type="http://schemas.openxmlformats.org/officeDocument/2006/relationships/slideLayout" Target="../slideLayouts/slideLayout122.xml"/><Relationship Id="rId25" Type="http://schemas.openxmlformats.org/officeDocument/2006/relationships/slideLayout" Target="../slideLayouts/slideLayout123.xml"/><Relationship Id="rId26" Type="http://schemas.openxmlformats.org/officeDocument/2006/relationships/slideLayout" Target="../slideLayouts/slideLayout124.xml"/><Relationship Id="rId27" Type="http://schemas.openxmlformats.org/officeDocument/2006/relationships/slideLayout" Target="../slideLayouts/slideLayout125.xml"/><Relationship Id="rId28" Type="http://schemas.openxmlformats.org/officeDocument/2006/relationships/slideLayout" Target="../slideLayouts/slideLayout126.xml"/><Relationship Id="rId29" Type="http://schemas.openxmlformats.org/officeDocument/2006/relationships/slideLayout" Target="../slideLayouts/slideLayout127.xml"/><Relationship Id="rId30" Type="http://schemas.openxmlformats.org/officeDocument/2006/relationships/slideLayout" Target="../slideLayouts/slideLayout128.xml"/><Relationship Id="rId31" Type="http://schemas.openxmlformats.org/officeDocument/2006/relationships/slideLayout" Target="../slideLayouts/slideLayout129.xml"/><Relationship Id="rId32" Type="http://schemas.openxmlformats.org/officeDocument/2006/relationships/slideLayout" Target="../slideLayouts/slideLayout130.xml"/><Relationship Id="rId33" Type="http://schemas.openxmlformats.org/officeDocument/2006/relationships/slideLayout" Target="../slideLayouts/slideLayout131.xml"/><Relationship Id="rId34" Type="http://schemas.openxmlformats.org/officeDocument/2006/relationships/slideLayout" Target="../slideLayouts/slideLayout132.xml"/><Relationship Id="rId35" Type="http://schemas.openxmlformats.org/officeDocument/2006/relationships/slideLayout" Target="../slideLayouts/slideLayout133.xml"/><Relationship Id="rId36" Type="http://schemas.openxmlformats.org/officeDocument/2006/relationships/slideLayout" Target="../slideLayouts/slideLayout134.xml"/><Relationship Id="rId37" Type="http://schemas.openxmlformats.org/officeDocument/2006/relationships/slideLayout" Target="../slideLayouts/slideLayout135.xml"/><Relationship Id="rId38" Type="http://schemas.openxmlformats.org/officeDocument/2006/relationships/slideLayout" Target="../slideLayouts/slideLayout136.xml"/><Relationship Id="rId39" Type="http://schemas.openxmlformats.org/officeDocument/2006/relationships/slideLayout" Target="../slideLayouts/slideLayout137.xml"/><Relationship Id="rId40" Type="http://schemas.openxmlformats.org/officeDocument/2006/relationships/slideLayout" Target="../slideLayouts/slideLayout138.xml"/><Relationship Id="rId41" Type="http://schemas.openxmlformats.org/officeDocument/2006/relationships/slideLayout" Target="../slideLayouts/slideLayout139.xml"/><Relationship Id="rId42" Type="http://schemas.openxmlformats.org/officeDocument/2006/relationships/slideLayout" Target="../slideLayouts/slideLayout140.xml"/><Relationship Id="rId4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sp>
        <p:nvSpPr>
          <p:cNvPr id="2" name="Click to edit title"/>
          <p:cNvSpPr>
            <a:spLocks noGrp="1"/>
          </p:cNvSpPr>
          <p:nvPr>
            <p:ph type="title"/>
          </p:nvPr>
        </p:nvSpPr>
        <p:spPr>
          <a:xfrm>
            <a:off x="579809" y="412751"/>
            <a:ext cx="11001004" cy="381000"/>
          </a:xfrm>
          <a:prstGeom prst="rect">
            <a:avLst/>
          </a:prstGeom>
        </p:spPr>
        <p:txBody>
          <a:bodyPr vert="horz" wrap="none" lIns="0" tIns="0" rIns="0" bIns="0" rtlCol="0" anchor="b">
            <a:noAutofit/>
          </a:bodyPr>
          <a:lstStyle/>
          <a:p>
            <a:r>
              <a:rPr lang="en-US" dirty="0"/>
              <a:t>Click to edit Master default content style</a:t>
            </a:r>
          </a:p>
        </p:txBody>
      </p:sp>
      <p:sp>
        <p:nvSpPr>
          <p:cNvPr id="3" name="Click to edit content box"/>
          <p:cNvSpPr>
            <a:spLocks noGrp="1"/>
          </p:cNvSpPr>
          <p:nvPr>
            <p:ph type="body" idx="1"/>
          </p:nvPr>
        </p:nvSpPr>
        <p:spPr>
          <a:xfrm>
            <a:off x="609441" y="1600203"/>
            <a:ext cx="10969943" cy="458046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8" name="Graphic 8">
            <a:extLst>
              <a:ext uri="{FF2B5EF4-FFF2-40B4-BE49-F238E27FC236}">
                <a16:creationId xmlns:a16="http://schemas.microsoft.com/office/drawing/2014/main" id="{D82EF380-0C1A-9923-E1BB-4A4A82A50052}"/>
              </a:ext>
            </a:extLst>
          </p:cNvPr>
          <p:cNvGrpSpPr/>
          <p:nvPr/>
        </p:nvGrpSpPr>
        <p:grpSpPr>
          <a:xfrm>
            <a:off x="265625" y="6323271"/>
            <a:ext cx="1249223" cy="369648"/>
            <a:chOff x="265625" y="6323271"/>
            <a:chExt cx="1249223" cy="369648"/>
          </a:xfrm>
          <a:solidFill>
            <a:srgbClr val="000000"/>
          </a:solidFill>
        </p:grpSpPr>
        <p:grpSp>
          <p:nvGrpSpPr>
            <p:cNvPr id="49" name="Graphic 8">
              <a:extLst>
                <a:ext uri="{FF2B5EF4-FFF2-40B4-BE49-F238E27FC236}">
                  <a16:creationId xmlns:a16="http://schemas.microsoft.com/office/drawing/2014/main" id="{54FAF84D-171B-0C10-ED68-71DF0155B5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3FA24438-4158-EA0B-DE4E-8015E1E32AD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26BB840E-D68F-76E7-7DA9-BF6B79D252B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59510B1D-6A5F-3EF5-3680-B51E20570E6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E2502CCC-DB03-C01E-2299-92CA9168461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76A128EB-98F4-7BC5-3A7C-1938363F3CA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677180F-AD7B-87CD-0633-18DC1BE313B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11FB90A8-4445-04B0-1766-E758C4EED92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DE758F9E-2750-6183-E9D2-FF433D17AAD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24B84BC6-1055-8C5E-535B-75A833A879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CFE27250-866A-DEF8-25F4-955344428C4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0" name="Graphic 8">
              <a:extLst>
                <a:ext uri="{FF2B5EF4-FFF2-40B4-BE49-F238E27FC236}">
                  <a16:creationId xmlns:a16="http://schemas.microsoft.com/office/drawing/2014/main" id="{105759BC-89FC-99DA-EED4-D1E8B30B32A4}"/>
                </a:ext>
              </a:extLst>
            </p:cNvPr>
            <p:cNvGrpSpPr/>
            <p:nvPr/>
          </p:nvGrpSpPr>
          <p:grpSpPr>
            <a:xfrm>
              <a:off x="265625" y="6323271"/>
              <a:ext cx="1249223" cy="190348"/>
              <a:chOff x="265625" y="6323271"/>
              <a:chExt cx="1249223" cy="190348"/>
            </a:xfrm>
            <a:solidFill>
              <a:srgbClr val="000000"/>
            </a:solidFill>
          </p:grpSpPr>
          <p:sp>
            <p:nvSpPr>
              <p:cNvPr id="61" name="Freeform 60">
                <a:extLst>
                  <a:ext uri="{FF2B5EF4-FFF2-40B4-BE49-F238E27FC236}">
                    <a16:creationId xmlns:a16="http://schemas.microsoft.com/office/drawing/2014/main" id="{512BB0ED-CA6C-C9CB-ACAD-1C325B73274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C8889F5C-7017-F0AD-A292-0E3EA56F8524}"/>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47F206F2-6C2D-0598-8600-BCAF57BB1FE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A9925AE1-2698-ECBF-CB8C-C2FA61B1948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218BC9EB-B196-3184-73E5-DDF213272F2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B3E0CCF2-026F-7198-71FE-EEC15EFDC57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EF4B9FAC-CA66-86DF-4447-1C97FD11917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 name="TextBox 5">
            <a:extLst>
              <a:ext uri="{FF2B5EF4-FFF2-40B4-BE49-F238E27FC236}">
                <a16:creationId xmlns:a16="http://schemas.microsoft.com/office/drawing/2014/main" id="{67497138-A018-1FCE-9C69-099B94E017A6}"/>
              </a:ext>
            </a:extLst>
          </p:cNvPr>
          <p:cNvSpPr txBox="1"/>
          <p:nvPr userDrawn="1"/>
        </p:nvSpPr>
        <p:spPr>
          <a:xfrm>
            <a:off x="1645084" y="6461498"/>
            <a:ext cx="3574697" cy="215444"/>
          </a:xfrm>
          <a:prstGeom prst="rect">
            <a:avLst/>
          </a:prstGeom>
          <a:noFill/>
        </p:spPr>
        <p:txBody>
          <a:bodyPr wrap="squar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1398740080"/>
      </p:ext>
    </p:extLst>
  </p:cSld>
  <p:clrMap bg1="lt1" tx1="dk1" bg2="lt2" tx2="dk2" accent1="accent1" accent2="accent2" accent3="accent3" accent4="accent4" accent5="accent5" accent6="accent6" hlink="hlink" folHlink="folHlink"/>
  <p:sldLayoutIdLst>
    <p:sldLayoutId id="2147484196" r:id="rId1"/>
    <p:sldLayoutId id="2147484325" r:id="rId2"/>
    <p:sldLayoutId id="2147484197" r:id="rId3"/>
    <p:sldLayoutId id="2147484326" r:id="rId4"/>
    <p:sldLayoutId id="2147484198" r:id="rId5"/>
    <p:sldLayoutId id="2147484327" r:id="rId6"/>
    <p:sldLayoutId id="2147484376" r:id="rId7"/>
    <p:sldLayoutId id="2147484377" r:id="rId8"/>
    <p:sldLayoutId id="2147484328" r:id="rId9"/>
    <p:sldLayoutId id="2147484329" r:id="rId10"/>
    <p:sldLayoutId id="2147484199" r:id="rId11"/>
    <p:sldLayoutId id="2147484200" r:id="rId12"/>
    <p:sldLayoutId id="2147484201" r:id="rId13"/>
    <p:sldLayoutId id="2147484202" r:id="rId14"/>
    <p:sldLayoutId id="2147484366" r:id="rId15"/>
    <p:sldLayoutId id="2147484367" r:id="rId16"/>
    <p:sldLayoutId id="2147484203" r:id="rId17"/>
    <p:sldLayoutId id="2147484330" r:id="rId18"/>
    <p:sldLayoutId id="2147484423" r:id="rId19"/>
    <p:sldLayoutId id="2147484204" r:id="rId20"/>
    <p:sldLayoutId id="2147484205" r:id="rId21"/>
    <p:sldLayoutId id="2147484206" r:id="rId22"/>
    <p:sldLayoutId id="2147484207" r:id="rId23"/>
    <p:sldLayoutId id="2147484208" r:id="rId24"/>
    <p:sldLayoutId id="2147484209" r:id="rId25"/>
    <p:sldLayoutId id="2147484210" r:id="rId26"/>
    <p:sldLayoutId id="2147484211" r:id="rId27"/>
    <p:sldLayoutId id="2147484212" r:id="rId28"/>
    <p:sldLayoutId id="2147484213" r:id="rId29"/>
    <p:sldLayoutId id="2147484214" r:id="rId30"/>
    <p:sldLayoutId id="2147484215" r:id="rId31"/>
    <p:sldLayoutId id="2147484216" r:id="rId32"/>
    <p:sldLayoutId id="2147484217" r:id="rId33"/>
    <p:sldLayoutId id="2147484218" r:id="rId34"/>
    <p:sldLayoutId id="2147484219" r:id="rId35"/>
    <p:sldLayoutId id="2147484220" r:id="rId36"/>
    <p:sldLayoutId id="2147484221" r:id="rId37"/>
    <p:sldLayoutId id="2147484331" r:id="rId38"/>
    <p:sldLayoutId id="2147484368" r:id="rId39"/>
    <p:sldLayoutId id="2147484222" r:id="rId40"/>
    <p:sldLayoutId id="2147484332" r:id="rId41"/>
    <p:sldLayoutId id="2147484369" r:id="rId42"/>
    <p:sldLayoutId id="2147484223" r:id="rId43"/>
    <p:sldLayoutId id="2147484333" r:id="rId44"/>
    <p:sldLayoutId id="2147484370" r:id="rId45"/>
    <p:sldLayoutId id="2147484334" r:id="rId46"/>
    <p:sldLayoutId id="2147484224" r:id="rId47"/>
    <p:sldLayoutId id="2147484225" r:id="rId48"/>
    <p:sldLayoutId id="2147484335" r:id="rId49"/>
    <p:sldLayoutId id="2147484336" r:id="rId50"/>
    <p:sldLayoutId id="2147484337" r:id="rId51"/>
    <p:sldLayoutId id="2147484338" r:id="rId52"/>
    <p:sldLayoutId id="2147484339" r:id="rId53"/>
    <p:sldLayoutId id="2147484371" r:id="rId54"/>
    <p:sldLayoutId id="2147484226" r:id="rId55"/>
    <p:sldLayoutId id="2147484227" r:id="rId56"/>
    <p:sldLayoutId id="2147484228" r:id="rId57"/>
    <p:sldLayoutId id="2147484229" r:id="rId58"/>
    <p:sldLayoutId id="2147484230" r:id="rId59"/>
    <p:sldLayoutId id="2147484231" r:id="rId60"/>
    <p:sldLayoutId id="2147484232" r:id="rId61"/>
    <p:sldLayoutId id="2147484233" r:id="rId62"/>
    <p:sldLayoutId id="2147484234" r:id="rId63"/>
    <p:sldLayoutId id="2147484340" r:id="rId64"/>
    <p:sldLayoutId id="2147484341" r:id="rId65"/>
    <p:sldLayoutId id="2147484342" r:id="rId66"/>
    <p:sldLayoutId id="2147484343" r:id="rId67"/>
    <p:sldLayoutId id="2147484344" r:id="rId68"/>
    <p:sldLayoutId id="2147484345" r:id="rId69"/>
    <p:sldLayoutId id="2147484346" r:id="rId70"/>
    <p:sldLayoutId id="2147484347" r:id="rId71"/>
    <p:sldLayoutId id="2147484372" r:id="rId72"/>
    <p:sldLayoutId id="2147484348" r:id="rId73"/>
    <p:sldLayoutId id="2147484349" r:id="rId74"/>
    <p:sldLayoutId id="2147484350" r:id="rId75"/>
    <p:sldLayoutId id="2147484373" r:id="rId76"/>
    <p:sldLayoutId id="2147484425" r:id="rId77"/>
    <p:sldLayoutId id="2147484424" r:id="rId78"/>
    <p:sldLayoutId id="2147484351" r:id="rId79"/>
    <p:sldLayoutId id="2147484235" r:id="rId80"/>
    <p:sldLayoutId id="2147484236" r:id="rId81"/>
    <p:sldLayoutId id="2147484237" r:id="rId82"/>
    <p:sldLayoutId id="2147484378" r:id="rId83"/>
    <p:sldLayoutId id="2147484379" r:id="rId84"/>
    <p:sldLayoutId id="2147484352" r:id="rId85"/>
    <p:sldLayoutId id="2147484375" r:id="rId86"/>
    <p:sldLayoutId id="2147484374" r:id="rId87"/>
    <p:sldLayoutId id="2147484354" r:id="rId88"/>
    <p:sldLayoutId id="2147484355" r:id="rId89"/>
    <p:sldLayoutId id="2147484356" r:id="rId90"/>
    <p:sldLayoutId id="2147484357" r:id="rId91"/>
    <p:sldLayoutId id="2147484358" r:id="rId92"/>
    <p:sldLayoutId id="2147484359" r:id="rId93"/>
    <p:sldLayoutId id="2147484360" r:id="rId94"/>
    <p:sldLayoutId id="2147484361" r:id="rId95"/>
    <p:sldLayoutId id="2147484362" r:id="rId96"/>
    <p:sldLayoutId id="2147484363" r:id="rId97"/>
    <p:sldLayoutId id="2147484364" r:id="rId98"/>
  </p:sldLayoutIdLst>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6="http://schemas.microsoft.com/office/drawing/2014/main" xmlns="">
      <p:transition spd="med">
        <p:fade/>
      </p:transition>
    </mc:Fallback>
  </mc:AlternateContent>
  <p:hf sldNum="0" hdr="0" ft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3">
          <p15:clr>
            <a:srgbClr val="F26B43"/>
          </p15:clr>
        </p15:guide>
        <p15:guide id="25" pos="1535">
          <p15:clr>
            <a:srgbClr val="F26B43"/>
          </p15:clr>
        </p15:guide>
        <p15:guide id="26" pos="1247">
          <p15:clr>
            <a:srgbClr val="F26B43"/>
          </p15:clr>
        </p15:guide>
        <p15:guide id="27" pos="959">
          <p15:clr>
            <a:srgbClr val="F26B43"/>
          </p15:clr>
        </p15:guide>
        <p15:guide id="28" pos="671">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5">
          <p15:clr>
            <a:srgbClr val="F26B43"/>
          </p15:clr>
        </p15:guide>
        <p15:guide id="37" pos="6143">
          <p15:clr>
            <a:srgbClr val="F26B43"/>
          </p15:clr>
        </p15:guide>
        <p15:guide id="38" pos="6431">
          <p15:clr>
            <a:srgbClr val="F26B43"/>
          </p15:clr>
        </p15:guide>
        <p15:guide id="39" pos="6719">
          <p15:clr>
            <a:srgbClr val="F26B43"/>
          </p15:clr>
        </p15:guide>
        <p15:guide id="40" pos="7007">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ltGray">
      <p:bgPr>
        <a:gradFill flip="none" rotWithShape="1">
          <a:gsLst>
            <a:gs pos="0">
              <a:srgbClr val="074D73"/>
            </a:gs>
            <a:gs pos="76000">
              <a:srgbClr val="1A1F38"/>
            </a:gs>
            <a:gs pos="20000">
              <a:srgbClr val="113454"/>
            </a:gs>
            <a:gs pos="51000">
              <a:srgbClr val="1A203A"/>
            </a:gs>
            <a:gs pos="95000">
              <a:srgbClr val="1B1D36"/>
            </a:gs>
          </a:gsLst>
          <a:lin ang="19200000" scaled="0"/>
          <a:tileRect/>
        </a:gradFill>
        <a:effectLst/>
      </p:bgPr>
    </p:bg>
    <p:spTree>
      <p:nvGrpSpPr>
        <p:cNvPr id="1" name=""/>
        <p:cNvGrpSpPr/>
        <p:nvPr/>
      </p:nvGrpSpPr>
      <p:grpSpPr>
        <a:xfrm>
          <a:off x="0" y="0"/>
          <a:ext cx="0" cy="0"/>
          <a:chOff x="0" y="0"/>
          <a:chExt cx="0" cy="0"/>
        </a:xfrm>
      </p:grpSpPr>
      <p:sp>
        <p:nvSpPr>
          <p:cNvPr id="2" name="Click to edit title"/>
          <p:cNvSpPr>
            <a:spLocks noGrp="1"/>
          </p:cNvSpPr>
          <p:nvPr>
            <p:ph type="title"/>
          </p:nvPr>
        </p:nvSpPr>
        <p:spPr>
          <a:xfrm>
            <a:off x="579809" y="412751"/>
            <a:ext cx="11001004" cy="381000"/>
          </a:xfrm>
          <a:prstGeom prst="rect">
            <a:avLst/>
          </a:prstGeom>
        </p:spPr>
        <p:txBody>
          <a:bodyPr vert="horz" wrap="none" lIns="0" tIns="0" rIns="0" bIns="0" rtlCol="0" anchor="b">
            <a:noAutofit/>
          </a:bodyPr>
          <a:lstStyle/>
          <a:p>
            <a:r>
              <a:rPr lang="en-US" dirty="0"/>
              <a:t>Click to edit Master default content style</a:t>
            </a:r>
          </a:p>
        </p:txBody>
      </p:sp>
      <p:sp>
        <p:nvSpPr>
          <p:cNvPr id="3" name="Click to edit content box"/>
          <p:cNvSpPr>
            <a:spLocks noGrp="1"/>
          </p:cNvSpPr>
          <p:nvPr>
            <p:ph type="body" idx="1"/>
          </p:nvPr>
        </p:nvSpPr>
        <p:spPr>
          <a:xfrm>
            <a:off x="609441" y="1600203"/>
            <a:ext cx="10969943" cy="458046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8" name="Graphic 8">
            <a:extLst>
              <a:ext uri="{FF2B5EF4-FFF2-40B4-BE49-F238E27FC236}">
                <a16:creationId xmlns:a16="http://schemas.microsoft.com/office/drawing/2014/main" id="{D82EF380-0C1A-9923-E1BB-4A4A82A50052}"/>
              </a:ext>
            </a:extLst>
          </p:cNvPr>
          <p:cNvGrpSpPr/>
          <p:nvPr/>
        </p:nvGrpSpPr>
        <p:grpSpPr>
          <a:xfrm>
            <a:off x="265625" y="6323271"/>
            <a:ext cx="1249223" cy="369648"/>
            <a:chOff x="265625" y="6323271"/>
            <a:chExt cx="1249223" cy="369648"/>
          </a:xfrm>
          <a:solidFill>
            <a:schemeClr val="tx1"/>
          </a:solidFill>
        </p:grpSpPr>
        <p:grpSp>
          <p:nvGrpSpPr>
            <p:cNvPr id="49" name="Graphic 8">
              <a:extLst>
                <a:ext uri="{FF2B5EF4-FFF2-40B4-BE49-F238E27FC236}">
                  <a16:creationId xmlns:a16="http://schemas.microsoft.com/office/drawing/2014/main" id="{54FAF84D-171B-0C10-ED68-71DF0155B5A3}"/>
                </a:ext>
              </a:extLst>
            </p:cNvPr>
            <p:cNvGrpSpPr/>
            <p:nvPr/>
          </p:nvGrpSpPr>
          <p:grpSpPr>
            <a:xfrm>
              <a:off x="745455" y="6594444"/>
              <a:ext cx="722662" cy="98475"/>
              <a:chOff x="745455" y="6594444"/>
              <a:chExt cx="722662" cy="98475"/>
            </a:xfrm>
            <a:grpFill/>
          </p:grpSpPr>
          <p:sp>
            <p:nvSpPr>
              <p:cNvPr id="50" name="Freeform 49">
                <a:extLst>
                  <a:ext uri="{FF2B5EF4-FFF2-40B4-BE49-F238E27FC236}">
                    <a16:creationId xmlns:a16="http://schemas.microsoft.com/office/drawing/2014/main" id="{3FA24438-4158-EA0B-DE4E-8015E1E32AD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51" name="Freeform 50">
                <a:extLst>
                  <a:ext uri="{FF2B5EF4-FFF2-40B4-BE49-F238E27FC236}">
                    <a16:creationId xmlns:a16="http://schemas.microsoft.com/office/drawing/2014/main" id="{26BB840E-D68F-76E7-7DA9-BF6B79D252B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52" name="Freeform 51">
                <a:extLst>
                  <a:ext uri="{FF2B5EF4-FFF2-40B4-BE49-F238E27FC236}">
                    <a16:creationId xmlns:a16="http://schemas.microsoft.com/office/drawing/2014/main" id="{59510B1D-6A5F-3EF5-3680-B51E20570E6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53" name="Freeform 52">
                <a:extLst>
                  <a:ext uri="{FF2B5EF4-FFF2-40B4-BE49-F238E27FC236}">
                    <a16:creationId xmlns:a16="http://schemas.microsoft.com/office/drawing/2014/main" id="{E2502CCC-DB03-C01E-2299-92CA9168461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54" name="Freeform 53">
                <a:extLst>
                  <a:ext uri="{FF2B5EF4-FFF2-40B4-BE49-F238E27FC236}">
                    <a16:creationId xmlns:a16="http://schemas.microsoft.com/office/drawing/2014/main" id="{76A128EB-98F4-7BC5-3A7C-1938363F3CA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5" name="Freeform 54">
                <a:extLst>
                  <a:ext uri="{FF2B5EF4-FFF2-40B4-BE49-F238E27FC236}">
                    <a16:creationId xmlns:a16="http://schemas.microsoft.com/office/drawing/2014/main" id="{2677180F-AD7B-87CD-0633-18DC1BE313B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56" name="Freeform 55">
                <a:extLst>
                  <a:ext uri="{FF2B5EF4-FFF2-40B4-BE49-F238E27FC236}">
                    <a16:creationId xmlns:a16="http://schemas.microsoft.com/office/drawing/2014/main" id="{11FB90A8-4445-04B0-1766-E758C4EED92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57" name="Freeform 56">
                <a:extLst>
                  <a:ext uri="{FF2B5EF4-FFF2-40B4-BE49-F238E27FC236}">
                    <a16:creationId xmlns:a16="http://schemas.microsoft.com/office/drawing/2014/main" id="{DE758F9E-2750-6183-E9D2-FF433D17AAD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8" name="Freeform 57">
                <a:extLst>
                  <a:ext uri="{FF2B5EF4-FFF2-40B4-BE49-F238E27FC236}">
                    <a16:creationId xmlns:a16="http://schemas.microsoft.com/office/drawing/2014/main" id="{24B84BC6-1055-8C5E-535B-75A833A879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9" name="Freeform 58">
                <a:extLst>
                  <a:ext uri="{FF2B5EF4-FFF2-40B4-BE49-F238E27FC236}">
                    <a16:creationId xmlns:a16="http://schemas.microsoft.com/office/drawing/2014/main" id="{CFE27250-866A-DEF8-25F4-955344428C4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60" name="Graphic 8">
              <a:extLst>
                <a:ext uri="{FF2B5EF4-FFF2-40B4-BE49-F238E27FC236}">
                  <a16:creationId xmlns:a16="http://schemas.microsoft.com/office/drawing/2014/main" id="{105759BC-89FC-99DA-EED4-D1E8B30B32A4}"/>
                </a:ext>
              </a:extLst>
            </p:cNvPr>
            <p:cNvGrpSpPr/>
            <p:nvPr/>
          </p:nvGrpSpPr>
          <p:grpSpPr>
            <a:xfrm>
              <a:off x="265625" y="6323271"/>
              <a:ext cx="1249223" cy="190348"/>
              <a:chOff x="265625" y="6323271"/>
              <a:chExt cx="1249223" cy="190348"/>
            </a:xfrm>
            <a:grpFill/>
          </p:grpSpPr>
          <p:sp>
            <p:nvSpPr>
              <p:cNvPr id="61" name="Freeform 60">
                <a:extLst>
                  <a:ext uri="{FF2B5EF4-FFF2-40B4-BE49-F238E27FC236}">
                    <a16:creationId xmlns:a16="http://schemas.microsoft.com/office/drawing/2014/main" id="{512BB0ED-CA6C-C9CB-ACAD-1C325B73274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62" name="Freeform 61">
                <a:extLst>
                  <a:ext uri="{FF2B5EF4-FFF2-40B4-BE49-F238E27FC236}">
                    <a16:creationId xmlns:a16="http://schemas.microsoft.com/office/drawing/2014/main" id="{C8889F5C-7017-F0AD-A292-0E3EA56F8524}"/>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63" name="Freeform 62">
                <a:extLst>
                  <a:ext uri="{FF2B5EF4-FFF2-40B4-BE49-F238E27FC236}">
                    <a16:creationId xmlns:a16="http://schemas.microsoft.com/office/drawing/2014/main" id="{47F206F2-6C2D-0598-8600-BCAF57BB1FE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64" name="Freeform 63">
                <a:extLst>
                  <a:ext uri="{FF2B5EF4-FFF2-40B4-BE49-F238E27FC236}">
                    <a16:creationId xmlns:a16="http://schemas.microsoft.com/office/drawing/2014/main" id="{A9925AE1-2698-ECBF-CB8C-C2FA61B1948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65" name="Freeform 64">
                <a:extLst>
                  <a:ext uri="{FF2B5EF4-FFF2-40B4-BE49-F238E27FC236}">
                    <a16:creationId xmlns:a16="http://schemas.microsoft.com/office/drawing/2014/main" id="{218BC9EB-B196-3184-73E5-DDF213272F2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66" name="Freeform 65">
                <a:extLst>
                  <a:ext uri="{FF2B5EF4-FFF2-40B4-BE49-F238E27FC236}">
                    <a16:creationId xmlns:a16="http://schemas.microsoft.com/office/drawing/2014/main" id="{B3E0CCF2-026F-7198-71FE-EEC15EFDC57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67" name="Freeform 66">
                <a:extLst>
                  <a:ext uri="{FF2B5EF4-FFF2-40B4-BE49-F238E27FC236}">
                    <a16:creationId xmlns:a16="http://schemas.microsoft.com/office/drawing/2014/main" id="{EF4B9FAC-CA66-86DF-4447-1C97FD11917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6" name="Graphic 7">
            <a:extLst>
              <a:ext uri="{FF2B5EF4-FFF2-40B4-BE49-F238E27FC236}">
                <a16:creationId xmlns:a16="http://schemas.microsoft.com/office/drawing/2014/main" id="{FBB70F38-152E-EDE0-7342-5C6679CABC5C}"/>
              </a:ext>
            </a:extLst>
          </p:cNvPr>
          <p:cNvSpPr/>
          <p:nvPr/>
        </p:nvSpPr>
        <p:spPr>
          <a:xfrm>
            <a:off x="0" y="0"/>
            <a:ext cx="12188825" cy="74871"/>
          </a:xfrm>
          <a:custGeom>
            <a:avLst/>
            <a:gdLst>
              <a:gd name="connsiteX0" fmla="*/ 0 w 12185715"/>
              <a:gd name="connsiteY0" fmla="*/ 0 h 74871"/>
              <a:gd name="connsiteX1" fmla="*/ 12185716 w 12185715"/>
              <a:gd name="connsiteY1" fmla="*/ 0 h 74871"/>
              <a:gd name="connsiteX2" fmla="*/ 12185716 w 12185715"/>
              <a:gd name="connsiteY2" fmla="*/ 74871 h 74871"/>
              <a:gd name="connsiteX3" fmla="*/ 0 w 12185715"/>
              <a:gd name="connsiteY3" fmla="*/ 74871 h 74871"/>
            </a:gdLst>
            <a:ahLst/>
            <a:cxnLst>
              <a:cxn ang="0">
                <a:pos x="connsiteX0" y="connsiteY0"/>
              </a:cxn>
              <a:cxn ang="0">
                <a:pos x="connsiteX1" y="connsiteY1"/>
              </a:cxn>
              <a:cxn ang="0">
                <a:pos x="connsiteX2" y="connsiteY2"/>
              </a:cxn>
              <a:cxn ang="0">
                <a:pos x="connsiteX3" y="connsiteY3"/>
              </a:cxn>
            </a:cxnLst>
            <a:rect l="l" t="t" r="r" b="b"/>
            <a:pathLst>
              <a:path w="12185715" h="74871">
                <a:moveTo>
                  <a:pt x="0" y="0"/>
                </a:moveTo>
                <a:lnTo>
                  <a:pt x="12185716" y="0"/>
                </a:lnTo>
                <a:lnTo>
                  <a:pt x="12185716" y="74871"/>
                </a:lnTo>
                <a:lnTo>
                  <a:pt x="0" y="74871"/>
                </a:lnTo>
                <a:close/>
              </a:path>
            </a:pathLst>
          </a:custGeom>
          <a:gradFill>
            <a:gsLst>
              <a:gs pos="0">
                <a:schemeClr val="accent4"/>
              </a:gs>
              <a:gs pos="25000">
                <a:schemeClr val="accent2"/>
              </a:gs>
              <a:gs pos="50000">
                <a:schemeClr val="accent3"/>
              </a:gs>
              <a:gs pos="75000">
                <a:schemeClr val="accent1"/>
              </a:gs>
              <a:gs pos="100000">
                <a:schemeClr val="accent5"/>
              </a:gs>
            </a:gsLst>
            <a:lin ang="0" scaled="1"/>
          </a:gradFill>
          <a:ln w="0" cap="flat">
            <a:noFill/>
            <a:prstDash val="solid"/>
            <a:miter/>
          </a:ln>
        </p:spPr>
        <p:txBody>
          <a:bodyPr rtlCol="0" anchor="ctr"/>
          <a:lstStyle/>
          <a:p>
            <a:endParaRPr lang="en-US"/>
          </a:p>
        </p:txBody>
      </p:sp>
      <p:sp>
        <p:nvSpPr>
          <p:cNvPr id="29" name="Graphic 7">
            <a:extLst>
              <a:ext uri="{FF2B5EF4-FFF2-40B4-BE49-F238E27FC236}">
                <a16:creationId xmlns:a16="http://schemas.microsoft.com/office/drawing/2014/main" id="{FBB70F38-152E-EDE0-7342-5C6679CABC5C}"/>
              </a:ext>
            </a:extLst>
          </p:cNvPr>
          <p:cNvSpPr/>
          <p:nvPr userDrawn="1"/>
        </p:nvSpPr>
        <p:spPr>
          <a:xfrm>
            <a:off x="0" y="0"/>
            <a:ext cx="12188825" cy="74871"/>
          </a:xfrm>
          <a:custGeom>
            <a:avLst/>
            <a:gdLst>
              <a:gd name="connsiteX0" fmla="*/ 0 w 12185715"/>
              <a:gd name="connsiteY0" fmla="*/ 0 h 74871"/>
              <a:gd name="connsiteX1" fmla="*/ 12185716 w 12185715"/>
              <a:gd name="connsiteY1" fmla="*/ 0 h 74871"/>
              <a:gd name="connsiteX2" fmla="*/ 12185716 w 12185715"/>
              <a:gd name="connsiteY2" fmla="*/ 74871 h 74871"/>
              <a:gd name="connsiteX3" fmla="*/ 0 w 12185715"/>
              <a:gd name="connsiteY3" fmla="*/ 74871 h 74871"/>
            </a:gdLst>
            <a:ahLst/>
            <a:cxnLst>
              <a:cxn ang="0">
                <a:pos x="connsiteX0" y="connsiteY0"/>
              </a:cxn>
              <a:cxn ang="0">
                <a:pos x="connsiteX1" y="connsiteY1"/>
              </a:cxn>
              <a:cxn ang="0">
                <a:pos x="connsiteX2" y="connsiteY2"/>
              </a:cxn>
              <a:cxn ang="0">
                <a:pos x="connsiteX3" y="connsiteY3"/>
              </a:cxn>
            </a:cxnLst>
            <a:rect l="l" t="t" r="r" b="b"/>
            <a:pathLst>
              <a:path w="12185715" h="74871">
                <a:moveTo>
                  <a:pt x="0" y="0"/>
                </a:moveTo>
                <a:lnTo>
                  <a:pt x="12185716" y="0"/>
                </a:lnTo>
                <a:lnTo>
                  <a:pt x="12185716" y="74871"/>
                </a:lnTo>
                <a:lnTo>
                  <a:pt x="0" y="74871"/>
                </a:lnTo>
                <a:close/>
              </a:path>
            </a:pathLst>
          </a:custGeom>
          <a:gradFill>
            <a:gsLst>
              <a:gs pos="0">
                <a:schemeClr val="accent4"/>
              </a:gs>
              <a:gs pos="25000">
                <a:schemeClr val="accent2"/>
              </a:gs>
              <a:gs pos="50000">
                <a:schemeClr val="accent3"/>
              </a:gs>
              <a:gs pos="75000">
                <a:schemeClr val="accent1"/>
              </a:gs>
              <a:gs pos="100000">
                <a:schemeClr val="accent5"/>
              </a:gs>
            </a:gsLst>
            <a:lin ang="0" scaled="1"/>
          </a:gradFill>
          <a:ln w="0" cap="flat">
            <a:noFill/>
            <a:prstDash val="solid"/>
            <a:miter/>
          </a:ln>
        </p:spPr>
        <p:txBody>
          <a:bodyPr rtlCol="0" anchor="ctr"/>
          <a:lstStyle/>
          <a:p>
            <a:endParaRPr lang="en-US"/>
          </a:p>
        </p:txBody>
      </p:sp>
      <p:sp>
        <p:nvSpPr>
          <p:cNvPr id="7" name="TextBox 6">
            <a:extLst>
              <a:ext uri="{FF2B5EF4-FFF2-40B4-BE49-F238E27FC236}">
                <a16:creationId xmlns:a16="http://schemas.microsoft.com/office/drawing/2014/main" id="{04983755-D295-0247-D3CD-EAE7D44A028D}"/>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spTree>
    <p:extLst>
      <p:ext uri="{BB962C8B-B14F-4D97-AF65-F5344CB8AC3E}">
        <p14:creationId xmlns:p14="http://schemas.microsoft.com/office/powerpoint/2010/main" val="2008961984"/>
      </p:ext>
    </p:extLst>
  </p:cSld>
  <p:clrMap bg1="lt1" tx1="dk1" bg2="lt2" tx2="dk2" accent1="accent1" accent2="accent2" accent3="accent3" accent4="accent4" accent5="accent5" accent6="accent6" hlink="hlink" folHlink="folHlink"/>
  <p:sldLayoutIdLst>
    <p:sldLayoutId id="2147484381" r:id="rId1"/>
    <p:sldLayoutId id="2147484382" r:id="rId2"/>
    <p:sldLayoutId id="2147484383" r:id="rId3"/>
    <p:sldLayoutId id="2147484384" r:id="rId4"/>
    <p:sldLayoutId id="2147484385" r:id="rId5"/>
    <p:sldLayoutId id="2147484386" r:id="rId6"/>
    <p:sldLayoutId id="2147484387" r:id="rId7"/>
    <p:sldLayoutId id="2147484388" r:id="rId8"/>
    <p:sldLayoutId id="2147484389" r:id="rId9"/>
    <p:sldLayoutId id="2147484390" r:id="rId10"/>
    <p:sldLayoutId id="2147484391" r:id="rId11"/>
    <p:sldLayoutId id="2147484392" r:id="rId12"/>
    <p:sldLayoutId id="2147484393" r:id="rId13"/>
    <p:sldLayoutId id="2147484394" r:id="rId14"/>
    <p:sldLayoutId id="2147484395" r:id="rId15"/>
    <p:sldLayoutId id="2147484396" r:id="rId16"/>
    <p:sldLayoutId id="2147484397" r:id="rId17"/>
    <p:sldLayoutId id="2147484398" r:id="rId18"/>
    <p:sldLayoutId id="2147484399" r:id="rId19"/>
    <p:sldLayoutId id="2147484400" r:id="rId20"/>
    <p:sldLayoutId id="2147484401" r:id="rId21"/>
    <p:sldLayoutId id="2147484402" r:id="rId22"/>
    <p:sldLayoutId id="2147484403" r:id="rId23"/>
    <p:sldLayoutId id="2147484404" r:id="rId24"/>
    <p:sldLayoutId id="2147484405" r:id="rId25"/>
    <p:sldLayoutId id="2147484406" r:id="rId26"/>
    <p:sldLayoutId id="2147484407" r:id="rId27"/>
    <p:sldLayoutId id="2147484408" r:id="rId28"/>
    <p:sldLayoutId id="2147484409" r:id="rId29"/>
    <p:sldLayoutId id="2147484410" r:id="rId30"/>
    <p:sldLayoutId id="2147484411" r:id="rId31"/>
    <p:sldLayoutId id="2147484412" r:id="rId32"/>
    <p:sldLayoutId id="2147484413" r:id="rId33"/>
    <p:sldLayoutId id="2147484414" r:id="rId34"/>
    <p:sldLayoutId id="2147484415" r:id="rId35"/>
    <p:sldLayoutId id="2147484416" r:id="rId36"/>
    <p:sldLayoutId id="2147484417" r:id="rId37"/>
    <p:sldLayoutId id="2147484418" r:id="rId38"/>
    <p:sldLayoutId id="2147484419" r:id="rId39"/>
    <p:sldLayoutId id="2147484420" r:id="rId40"/>
    <p:sldLayoutId id="2147484421" r:id="rId41"/>
    <p:sldLayoutId id="2147484422" r:id="rId42"/>
  </p:sldLayoutIdLst>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6="http://schemas.microsoft.com/office/drawing/2014/main" xmlns="">
      <p:transition spd="med">
        <p:fade/>
      </p:transition>
    </mc:Fallback>
  </mc:AlternateContent>
  <p:hf sldNum="0" hdr="0" ft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tx1"/>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tx1"/>
        </a:buClr>
        <a:buSzPct val="90000"/>
        <a:buFont typeface="Arial" panose="020B0604020202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tx1"/>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tx1"/>
        </a:buClr>
        <a:buSzPct val="90000"/>
        <a:buFont typeface="Arial" panose="020B0604020202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tx1"/>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tx1"/>
        </a:buClr>
        <a:buSzPct val="90000"/>
        <a:buFont typeface="Arial" panose="020B0604020202020204" pitchFamily="34" charset="0"/>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tx1"/>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tx1"/>
        </a:buClr>
        <a:buSzPct val="90000"/>
        <a:buFont typeface="Arial" panose="020B0604020202020204" pitchFamily="34" charset="0"/>
        <a:buChar char="-"/>
        <a:tabLst/>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3">
          <p15:clr>
            <a:srgbClr val="F26B43"/>
          </p15:clr>
        </p15:guide>
        <p15:guide id="25" pos="1535">
          <p15:clr>
            <a:srgbClr val="F26B43"/>
          </p15:clr>
        </p15:guide>
        <p15:guide id="26" pos="1247">
          <p15:clr>
            <a:srgbClr val="F26B43"/>
          </p15:clr>
        </p15:guide>
        <p15:guide id="27" pos="959">
          <p15:clr>
            <a:srgbClr val="F26B43"/>
          </p15:clr>
        </p15:guide>
        <p15:guide id="28" pos="671">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5">
          <p15:clr>
            <a:srgbClr val="F26B43"/>
          </p15:clr>
        </p15:guide>
        <p15:guide id="37" pos="6143">
          <p15:clr>
            <a:srgbClr val="F26B43"/>
          </p15:clr>
        </p15:guide>
        <p15:guide id="38" pos="6431">
          <p15:clr>
            <a:srgbClr val="F26B43"/>
          </p15:clr>
        </p15:guide>
        <p15:guide id="39" pos="6719">
          <p15:clr>
            <a:srgbClr val="F26B43"/>
          </p15:clr>
        </p15:guide>
        <p15:guide id="40" pos="7007">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69.png"/><Relationship Id="rId4" Type="http://schemas.openxmlformats.org/officeDocument/2006/relationships/image" Target="../media/image70.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162.png"/><Relationship Id="rId3"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163.png"/><Relationship Id="rId3"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164.png"/><Relationship Id="rId3"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165.png"/><Relationship Id="rId3"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7.xml"/><Relationship Id="rId2"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8CB83-8D65-2ABB-DC6D-88BDC7E607D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3BE15E7-62D4-18F9-2A8E-2DFDA291F6AA}"/>
              </a:ext>
            </a:extLst>
          </p:cNvPr>
          <p:cNvSpPr>
            <a:spLocks noGrp="1"/>
          </p:cNvSpPr>
          <p:nvPr>
            <p:ph type="body" sz="quarter" idx="11"/>
          </p:nvPr>
        </p:nvSpPr>
        <p:spPr/>
        <p:txBody>
          <a:bodyPr/>
          <a:lstStyle/>
          <a:p>
            <a:r>
              <a:rPr lang="en-US" dirty="0"/>
              <a:t>alan.lab 實驗環境</a:t>
            </a:r>
          </a:p>
        </p:txBody>
      </p:sp>
      <p:sp>
        <p:nvSpPr>
          <p:cNvPr id="3" name="Text Placeholder 2">
            <a:extLst>
              <a:ext uri="{FF2B5EF4-FFF2-40B4-BE49-F238E27FC236}">
                <a16:creationId xmlns:a16="http://schemas.microsoft.com/office/drawing/2014/main" id="{8DFE6FB6-1609-3FAE-9BEA-89AB92753A87}"/>
              </a:ext>
            </a:extLst>
          </p:cNvPr>
          <p:cNvSpPr>
            <a:spLocks noGrp="1"/>
          </p:cNvSpPr>
          <p:nvPr>
            <p:ph type="body" sz="quarter" idx="12"/>
          </p:nvPr>
        </p:nvSpPr>
        <p:spPr/>
        <p:txBody>
          <a:bodyPr/>
          <a:lstStyle/>
          <a:p>
            <a:r>
              <a:rPr lang="en-US" dirty="0"/>
              <a:t>Technical Runbook</a:t>
            </a:r>
          </a:p>
        </p:txBody>
      </p:sp>
      <p:sp>
        <p:nvSpPr>
          <p:cNvPr id="4" name="Text Placeholder 3">
            <a:extLst>
              <a:ext uri="{FF2B5EF4-FFF2-40B4-BE49-F238E27FC236}">
                <a16:creationId xmlns:a16="http://schemas.microsoft.com/office/drawing/2014/main" id="{9132F5D4-89CA-F716-8646-DAC34C98DC2D}"/>
              </a:ext>
            </a:extLst>
          </p:cNvPr>
          <p:cNvSpPr>
            <a:spLocks noGrp="1"/>
          </p:cNvSpPr>
          <p:nvPr>
            <p:ph type="body" sz="quarter" idx="14"/>
          </p:nvPr>
        </p:nvSpPr>
        <p:spPr/>
        <p:txBody>
          <a:bodyPr/>
          <a:lstStyle/>
          <a:p>
            <a:r>
              <a:rPr lang="en-US" dirty="0"/>
              <a:t>2026 年 9 月</a:t>
            </a:r>
          </a:p>
        </p:txBody>
      </p:sp>
      <p:sp>
        <p:nvSpPr>
          <p:cNvPr id="5" name="Title 4" title="Title">
            <a:extLst>
              <a:ext uri="{FF2B5EF4-FFF2-40B4-BE49-F238E27FC236}">
                <a16:creationId xmlns:a16="http://schemas.microsoft.com/office/drawing/2014/main" id="{AEDE7F6C-FEFE-9BC1-068E-5660ECB25F07}"/>
              </a:ext>
            </a:extLst>
          </p:cNvPr>
          <p:cNvSpPr>
            <a:spLocks noGrp="1"/>
          </p:cNvSpPr>
          <p:nvPr>
            <p:ph type="title"/>
          </p:nvPr>
        </p:nvSpPr>
        <p:spPr/>
        <p:txBody>
          <a:bodyPr/>
          <a:lstStyle/>
          <a:p>
            <a:r>
              <a:rPr lang="en-US" dirty="0">
                <a:solidFill>
                  <a:schemeClr val="accent2"/>
                </a:solidFill>
              </a:rPr>
              <a:t>VKS Air-Gapped Deployment on VCF 9.1.1</a:t>
            </a:r>
          </a:p>
        </p:txBody>
      </p:sp>
      <p:sp>
        <p:nvSpPr>
          <p:cNvPr id="6" name="Subtitle 5" title="Subtitle">
            <a:extLst>
              <a:ext uri="{FF2B5EF4-FFF2-40B4-BE49-F238E27FC236}">
                <a16:creationId xmlns:a16="http://schemas.microsoft.com/office/drawing/2014/main" id="{86EB749A-6516-3642-E642-19AECC60C370}"/>
              </a:ext>
            </a:extLst>
          </p:cNvPr>
          <p:cNvSpPr>
            <a:spLocks noGrp="1"/>
          </p:cNvSpPr>
          <p:nvPr>
            <p:ph type="subTitle" idx="10"/>
          </p:nvPr>
        </p:nvSpPr>
        <p:spPr/>
        <p:txBody>
          <a:bodyPr/>
          <a:lstStyle/>
          <a:p>
            <a:pPr marL="0" marR="0" lvl="0" indent="0" algn="l" defTabSz="914400" rtl="0" eaLnBrk="1" fontAlgn="auto" latinLnBrk="0" hangingPunct="1">
              <a:lnSpc>
                <a:spcPct val="100000"/>
              </a:lnSpc>
              <a:spcBef>
                <a:spcPts val="1200"/>
              </a:spcBef>
              <a:spcAft>
                <a:spcPts val="0"/>
              </a:spcAft>
              <a:buClr>
                <a:srgbClr val="000001">
                  <a:lumMod val="60000"/>
                  <a:lumOff val="40000"/>
                </a:srgbClr>
              </a:buClr>
              <a:buSzPct val="90000"/>
              <a:buFont typeface="Metropolis" panose="020B0604020202020204" pitchFamily="34" charset="0"/>
              <a:buNone/>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不部署 VCF Management Services 的 VKS 離線安裝實作｜Supervisor (VDS + Foundation LB) + 外部 Harbor</a:t>
            </a:r>
          </a:p>
        </p:txBody>
      </p:sp>
      <p:pic>
        <p:nvPicPr>
          <p:cNvPr id="8" name="Graphic 7">
            <a:extLst>
              <a:ext uri="{FF2B5EF4-FFF2-40B4-BE49-F238E27FC236}">
                <a16:creationId xmlns:a16="http://schemas.microsoft.com/office/drawing/2014/main" id="{17DE22BB-CD4F-C36C-54AE-6B4A09B2DB6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67840" y="2227256"/>
            <a:ext cx="2377440" cy="2377440"/>
          </a:xfrm>
          <a:prstGeom prst="rect">
            <a:avLst/>
          </a:prstGeom>
        </p:spPr>
      </p:pic>
    </p:spTree>
    <p:extLst>
      <p:ext uri="{BB962C8B-B14F-4D97-AF65-F5344CB8AC3E}">
        <p14:creationId xmlns:p14="http://schemas.microsoft.com/office/powerpoint/2010/main" val="1533362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7731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Air-Gapped VKS without VCF Management Services — at a Glance</a:t>
            </a:r>
          </a:p>
        </p:txBody>
      </p:sp>
      <p:sp>
        <p:nvSpPr>
          <p:cNvPr id="3" name="Rectangle 2"/>
          <p:cNvSpPr/>
          <p:nvPr/>
        </p:nvSpPr>
        <p:spPr>
          <a:xfrm>
            <a:off x="576072" y="1188720"/>
            <a:ext cx="2697480" cy="411480"/>
          </a:xfrm>
          <a:prstGeom prst="rect">
            <a:avLst/>
          </a:prstGeom>
          <a:solidFill>
            <a:srgbClr val="6C4B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ea typeface="Microsoft JhengHei"/>
              </a:rPr>
              <a:t>Platform</a:t>
            </a:r>
          </a:p>
        </p:txBody>
      </p:sp>
      <p:sp>
        <p:nvSpPr>
          <p:cNvPr id="4" name="Rectangle 3"/>
          <p:cNvSpPr/>
          <p:nvPr/>
        </p:nvSpPr>
        <p:spPr>
          <a:xfrm>
            <a:off x="576072" y="1600200"/>
            <a:ext cx="2697480" cy="2606039"/>
          </a:xfrm>
          <a:prstGeom prst="rect">
            <a:avLst/>
          </a:prstGeom>
          <a:solidFill>
            <a:srgbClr val="FFFFFF"/>
          </a:solidFill>
          <a:ln w="19050">
            <a:solidFill>
              <a:srgbClr val="6C4B94"/>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91440"/>
          <a:lstStyle/>
          <a:p>
            <a:pPr algn="ctr">
              <a:spcAft>
                <a:spcPts val="600"/>
              </a:spcAft>
            </a:pPr>
            <a:r>
              <a:rPr sz="1300">
                <a:solidFill>
                  <a:srgbClr val="333333"/>
                </a:solidFill>
                <a:ea typeface="Microsoft JhengHei"/>
              </a:rPr>
              <a:t>• VCF bring-up 跑到 NSX 即中止</a:t>
            </a:r>
          </a:p>
          <a:p>
            <a:pPr>
              <a:spcAft>
                <a:spcPts val="600"/>
              </a:spcAft>
            </a:pPr>
            <a:r>
              <a:rPr sz="1300">
                <a:solidFill>
                  <a:srgbClr val="333333"/>
                </a:solidFill>
                <a:ea typeface="Microsoft JhengHei"/>
              </a:rPr>
              <a:t>• 3 × nested ESXi 9.1.1 + vSAN</a:t>
            </a:r>
          </a:p>
          <a:p>
            <a:pPr>
              <a:spcAft>
                <a:spcPts val="600"/>
              </a:spcAft>
            </a:pPr>
            <a:r>
              <a:rPr sz="1300">
                <a:solidFill>
                  <a:srgbClr val="333333"/>
                </a:solidFill>
                <a:ea typeface="Microsoft JhengHei"/>
              </a:rPr>
              <a:t>• vCenter · SDDC Manager · NSX</a:t>
            </a:r>
          </a:p>
          <a:p>
            <a:pPr>
              <a:spcAft>
                <a:spcPts val="600"/>
              </a:spcAft>
            </a:pPr>
            <a:r>
              <a:rPr sz="1300">
                <a:solidFill>
                  <a:srgbClr val="333333"/>
                </a:solidFill>
                <a:ea typeface="Microsoft JhengHei"/>
              </a:rPr>
              <a:t>• 無 VSP / VCFMS / VCF Ops</a:t>
            </a:r>
          </a:p>
        </p:txBody>
      </p:sp>
      <p:sp>
        <p:nvSpPr>
          <p:cNvPr id="5" name="Rectangle 4"/>
          <p:cNvSpPr/>
          <p:nvPr/>
        </p:nvSpPr>
        <p:spPr>
          <a:xfrm>
            <a:off x="3410712" y="1188720"/>
            <a:ext cx="2697480" cy="411480"/>
          </a:xfrm>
          <a:prstGeom prst="rect">
            <a:avLst/>
          </a:prstGeom>
          <a:solidFill>
            <a:srgbClr val="007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ea typeface="Microsoft JhengHei"/>
              </a:rPr>
              <a:t>Supervisor</a:t>
            </a:r>
          </a:p>
        </p:txBody>
      </p:sp>
      <p:sp>
        <p:nvSpPr>
          <p:cNvPr id="6" name="Rectangle 5"/>
          <p:cNvSpPr/>
          <p:nvPr/>
        </p:nvSpPr>
        <p:spPr>
          <a:xfrm>
            <a:off x="3410712" y="1600200"/>
            <a:ext cx="2697480" cy="2606039"/>
          </a:xfrm>
          <a:prstGeom prst="rect">
            <a:avLst/>
          </a:prstGeom>
          <a:solidFill>
            <a:srgbClr val="FFFFFF"/>
          </a:solidFill>
          <a:ln w="19050">
            <a:solidFill>
              <a:srgbClr val="007B8C"/>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91440"/>
          <a:lstStyle/>
          <a:p>
            <a:pPr algn="ctr">
              <a:spcAft>
                <a:spcPts val="600"/>
              </a:spcAft>
            </a:pPr>
            <a:r>
              <a:rPr sz="1300">
                <a:solidFill>
                  <a:srgbClr val="333333"/>
                </a:solidFill>
                <a:ea typeface="Microsoft JhengHei"/>
              </a:rPr>
              <a:t>• VDS 網路 + Foundation LB (one-arm)</a:t>
            </a:r>
          </a:p>
          <a:p>
            <a:pPr>
              <a:spcAft>
                <a:spcPts val="600"/>
              </a:spcAft>
            </a:pPr>
            <a:r>
              <a:rPr sz="1300">
                <a:solidFill>
                  <a:srgbClr val="333333"/>
                </a:solidFill>
                <a:ea typeface="Microsoft JhengHei"/>
              </a:rPr>
              <a:t>• 3 CP + 2 FLB，API VIP 130.200</a:t>
            </a:r>
          </a:p>
          <a:p>
            <a:pPr>
              <a:spcAft>
                <a:spcPts val="600"/>
              </a:spcAft>
            </a:pPr>
            <a:r>
              <a:rPr sz="1300">
                <a:solidFill>
                  <a:srgbClr val="333333"/>
                </a:solidFill>
                <a:ea typeface="Microsoft JhengHei"/>
              </a:rPr>
              <a:t>• ESXi = Spherelet agent node</a:t>
            </a:r>
          </a:p>
          <a:p>
            <a:pPr>
              <a:spcAft>
                <a:spcPts val="600"/>
              </a:spcAft>
            </a:pPr>
            <a:r>
              <a:rPr sz="1300">
                <a:solidFill>
                  <a:srgbClr val="333333"/>
                </a:solidFill>
                <a:ea typeface="Microsoft JhengHei"/>
              </a:rPr>
              <a:t>• 內建 VKS 服務 3.7.0</a:t>
            </a:r>
          </a:p>
        </p:txBody>
      </p:sp>
      <p:sp>
        <p:nvSpPr>
          <p:cNvPr id="7" name="Rectangle 6"/>
          <p:cNvSpPr/>
          <p:nvPr/>
        </p:nvSpPr>
        <p:spPr>
          <a:xfrm>
            <a:off x="6245352" y="1188720"/>
            <a:ext cx="2697480" cy="411480"/>
          </a:xfrm>
          <a:prstGeom prst="rect">
            <a:avLst/>
          </a:prstGeom>
          <a:solidFill>
            <a:srgbClr val="0098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ea typeface="Microsoft JhengHei"/>
              </a:rPr>
              <a:t>Air-Gap Supply Chain</a:t>
            </a:r>
          </a:p>
        </p:txBody>
      </p:sp>
      <p:sp>
        <p:nvSpPr>
          <p:cNvPr id="8" name="Rectangle 7"/>
          <p:cNvSpPr/>
          <p:nvPr/>
        </p:nvSpPr>
        <p:spPr>
          <a:xfrm>
            <a:off x="6245352" y="1600200"/>
            <a:ext cx="2697480" cy="2606039"/>
          </a:xfrm>
          <a:prstGeom prst="rect">
            <a:avLst/>
          </a:prstGeom>
          <a:solidFill>
            <a:srgbClr val="FFFFFF"/>
          </a:solidFill>
          <a:ln w="19050">
            <a:solidFill>
              <a:srgbClr val="0098C7"/>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91440"/>
          <a:lstStyle/>
          <a:p>
            <a:pPr algn="ctr">
              <a:spcAft>
                <a:spcPts val="600"/>
              </a:spcAft>
            </a:pPr>
            <a:r>
              <a:rPr sz="1300">
                <a:solidFill>
                  <a:srgbClr val="333333"/>
                </a:solidFill>
                <a:ea typeface="Microsoft JhengHei"/>
              </a:rPr>
              <a:t>• bastion 下載 → admin 匯入</a:t>
            </a:r>
          </a:p>
          <a:p>
            <a:pPr>
              <a:spcAft>
                <a:spcPts val="600"/>
              </a:spcAft>
            </a:pPr>
            <a:r>
              <a:rPr sz="1300">
                <a:solidFill>
                  <a:srgbClr val="333333"/>
                </a:solidFill>
                <a:ea typeface="Microsoft JhengHei"/>
              </a:rPr>
              <a:t>• Harbor v2.15.2 離線安裝</a:t>
            </a:r>
          </a:p>
          <a:p>
            <a:pPr>
              <a:spcAft>
                <a:spcPts val="600"/>
              </a:spcAft>
            </a:pPr>
            <a:r>
              <a:rPr sz="1300">
                <a:solidFill>
                  <a:srgbClr val="333333"/>
                </a:solidFill>
                <a:ea typeface="Microsoft JhengHei"/>
              </a:rPr>
              <a:t>• VKr × 3 → 本地 content library</a:t>
            </a:r>
          </a:p>
          <a:p>
            <a:pPr>
              <a:spcAft>
                <a:spcPts val="600"/>
              </a:spcAft>
            </a:pPr>
            <a:r>
              <a:rPr sz="1300">
                <a:solidFill>
                  <a:srgbClr val="333333"/>
                </a:solidFill>
                <a:ea typeface="Microsoft JhengHei"/>
              </a:rPr>
              <a:t>• VCF CLI + 13 plugins 離線安裝</a:t>
            </a:r>
          </a:p>
        </p:txBody>
      </p:sp>
      <p:sp>
        <p:nvSpPr>
          <p:cNvPr id="9" name="Rectangle 8"/>
          <p:cNvSpPr/>
          <p:nvPr/>
        </p:nvSpPr>
        <p:spPr>
          <a:xfrm>
            <a:off x="9079992" y="1188720"/>
            <a:ext cx="2697480" cy="411480"/>
          </a:xfrm>
          <a:prstGeom prst="rect">
            <a:avLst/>
          </a:prstGeom>
          <a:solidFill>
            <a:srgbClr val="61A6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ea typeface="Microsoft JhengHei"/>
              </a:rPr>
              <a:t>VKS &amp; Add-ons</a:t>
            </a:r>
          </a:p>
        </p:txBody>
      </p:sp>
      <p:sp>
        <p:nvSpPr>
          <p:cNvPr id="10" name="Rectangle 9"/>
          <p:cNvSpPr/>
          <p:nvPr/>
        </p:nvSpPr>
        <p:spPr>
          <a:xfrm>
            <a:off x="9079992" y="1600200"/>
            <a:ext cx="2697480" cy="2606039"/>
          </a:xfrm>
          <a:prstGeom prst="rect">
            <a:avLst/>
          </a:prstGeom>
          <a:solidFill>
            <a:srgbClr val="FFFFFF"/>
          </a:solidFill>
          <a:ln w="19050">
            <a:solidFill>
              <a:srgbClr val="61A60E"/>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91440"/>
          <a:lstStyle/>
          <a:p>
            <a:pPr algn="ctr">
              <a:spcAft>
                <a:spcPts val="600"/>
              </a:spcAft>
            </a:pPr>
            <a:r>
              <a:rPr sz="1300">
                <a:solidFill>
                  <a:srgbClr val="333333"/>
                </a:solidFill>
                <a:ea typeface="Microsoft JhengHei"/>
              </a:rPr>
              <a:t>• vks-test01（ClusterClass v3.7.0）</a:t>
            </a:r>
          </a:p>
          <a:p>
            <a:pPr>
              <a:spcAft>
                <a:spcPts val="600"/>
              </a:spcAft>
            </a:pPr>
            <a:r>
              <a:rPr sz="1300">
                <a:solidFill>
                  <a:srgbClr val="333333"/>
                </a:solidFill>
                <a:ea typeface="Microsoft JhengHei"/>
              </a:rPr>
              <a:t>• addon 套件庫改指 Harbor（官方 override）</a:t>
            </a:r>
          </a:p>
          <a:p>
            <a:pPr>
              <a:spcAft>
                <a:spcPts val="600"/>
              </a:spcAft>
            </a:pPr>
            <a:r>
              <a:rPr sz="1300">
                <a:solidFill>
                  <a:srgbClr val="333333"/>
                </a:solidFill>
                <a:ea typeface="Microsoft JhengHei"/>
              </a:rPr>
              <a:t>• DNS air-gap 下驗證通過</a:t>
            </a:r>
          </a:p>
          <a:p>
            <a:pPr>
              <a:spcAft>
                <a:spcPts val="600"/>
              </a:spcAft>
            </a:pPr>
            <a:r>
              <a:rPr sz="1300">
                <a:solidFill>
                  <a:srgbClr val="333333"/>
                </a:solidFill>
                <a:ea typeface="Microsoft JhengHei"/>
              </a:rPr>
              <a:t>• 0 個外部 registry image</a:t>
            </a:r>
          </a:p>
        </p:txBody>
      </p:sp>
      <p:sp>
        <p:nvSpPr>
          <p:cNvPr id="11" name="Rectangle 10"/>
          <p:cNvSpPr/>
          <p:nvPr/>
        </p:nvSpPr>
        <p:spPr>
          <a:xfrm>
            <a:off x="576072" y="4526280"/>
            <a:ext cx="11201400" cy="1005840"/>
          </a:xfrm>
          <a:prstGeom prst="rect">
            <a:avLst/>
          </a:prstGeom>
          <a:solidFill>
            <a:srgbClr val="E8F0F4"/>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a:lstStyle/>
          <a:p>
            <a:r>
              <a:rPr sz="1500" b="0">
                <a:solidFill>
                  <a:srgbClr val="1B1D36"/>
                </a:solidFill>
                <a:ea typeface="Microsoft JhengHei"/>
              </a:rPr>
              <a:t>關鍵發現：VKS 3.7 預設 addon 套件庫指向 projects.packages.broadcom.com — 看起來「Reconcile succeeded」其實在用外網。以官方 override 改指 Harbor，並在 DNS 切斷下完成反向對照驗證。</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Architecture &amp; Design Decisions</a:t>
            </a:r>
          </a:p>
        </p:txBody>
      </p:sp>
      <p:sp>
        <p:nvSpPr>
          <p:cNvPr id="3" name="Subtitle 2"/>
          <p:cNvSpPr>
            <a:spLocks noGrp="1"/>
          </p:cNvSpPr>
          <p:nvPr>
            <p:ph type="subTitle" idx="10"/>
          </p:nvPr>
        </p:nvSpPr>
        <p:spPr/>
        <p:txBody>
          <a:bodyPr/>
          <a:lstStyle/>
          <a:p>
            <a:r>
              <a:rPr>
                <a:ea typeface="Microsoft JhengHei"/>
              </a:rPr>
              <a:t>架構與設計決策</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One Air-Gapped Supervisor Built from Standard Components</a:t>
            </a:r>
          </a:p>
        </p:txBody>
      </p:sp>
      <p:sp>
        <p:nvSpPr>
          <p:cNvPr id="3" name="Subtitle 2"/>
          <p:cNvSpPr>
            <a:spLocks noGrp="1"/>
          </p:cNvSpPr>
          <p:nvPr>
            <p:ph type="subTitle" idx="10"/>
          </p:nvPr>
        </p:nvSpPr>
        <p:spPr/>
        <p:txBody>
          <a:bodyPr/>
          <a:lstStyle/>
          <a:p>
            <a:r>
              <a:rPr>
                <a:ea typeface="Microsoft JhengHei"/>
              </a:rPr>
              <a:t>整體架構：外層支援 VM + nested VCF 9.1.1 管理網域</a:t>
            </a:r>
          </a:p>
        </p:txBody>
      </p:sp>
      <p:sp>
        <p:nvSpPr>
          <p:cNvPr id="4" name="Text Placeholder 3"/>
          <p:cNvSpPr>
            <a:spLocks noGrp="1"/>
          </p:cNvSpPr>
          <p:nvPr>
            <p:ph type="body" idx="17" sz="quarter"/>
          </p:nvPr>
        </p:nvSpPr>
        <p:spPr/>
        <p:txBody>
          <a:bodyPr/>
          <a:lstStyle/>
          <a:p>
            <a:r>
              <a:rPr sz="1300">
                <a:ea typeface="Microsoft JhengHei"/>
              </a:rPr>
              <a:t>外層：bastion（唯一可上網）、Harbor、admin、DNS/depot、pfSense</a:t>
            </a:r>
          </a:p>
          <a:p>
            <a:r>
              <a:rPr sz="1300">
                <a:ea typeface="Microsoft JhengHei"/>
              </a:rPr>
              <a:t>nested：vCenter / SDDC Manager / NSX 由 bring-up 建立</a:t>
            </a:r>
          </a:p>
          <a:p>
            <a:r>
              <a:rPr sz="1300">
                <a:ea typeface="Microsoft JhengHei"/>
              </a:rPr>
              <a:t>Supervisor 走 VDS + Foundation LB，不經 NSX</a:t>
            </a:r>
          </a:p>
          <a:p>
            <a:r>
              <a:rPr sz="1300">
                <a:ea typeface="Microsoft JhengHei"/>
              </a:rPr>
              <a:t>管理網 120.x、workload 網 130.x（同一 L2、不同 subnet）</a:t>
            </a:r>
          </a:p>
          <a:p>
            <a:r>
              <a:rPr sz="1300">
                <a:ea typeface="Microsoft JhengHei"/>
              </a:rPr>
              <a:t>air-gap 邊界：lab DNS 沒有 upstream</a:t>
            </a:r>
          </a:p>
        </p:txBody>
      </p:sp>
      <p:pic>
        <p:nvPicPr>
          <p:cNvPr id="5" name="Picture 4" descr="d1-architecture.png"/>
          <p:cNvPicPr>
            <a:picLocks noChangeAspect="1"/>
          </p:cNvPicPr>
          <p:nvPr/>
        </p:nvPicPr>
        <p:blipFill>
          <a:blip r:embed="rId2"/>
          <a:stretch>
            <a:fillRect/>
          </a:stretch>
        </p:blipFill>
        <p:spPr>
          <a:xfrm>
            <a:off x="608012" y="1600201"/>
            <a:ext cx="7398303" cy="4572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Design Decisions That Shape an Air-Gapped VKS</a:t>
            </a:r>
          </a:p>
        </p:txBody>
      </p:sp>
      <p:sp>
        <p:nvSpPr>
          <p:cNvPr id="3" name="Subtitle 2"/>
          <p:cNvSpPr>
            <a:spLocks noGrp="1"/>
          </p:cNvSpPr>
          <p:nvPr>
            <p:ph type="subTitle" idx="10"/>
          </p:nvPr>
        </p:nvSpPr>
        <p:spPr/>
        <p:txBody>
          <a:bodyPr/>
          <a:lstStyle/>
          <a:p>
            <a:r>
              <a:rPr>
                <a:ea typeface="Microsoft JhengHei"/>
              </a:rPr>
              <a:t>關鍵設計決策</a:t>
            </a:r>
          </a:p>
        </p:txBody>
      </p:sp>
      <p:graphicFrame>
        <p:nvGraphicFramePr>
          <p:cNvPr id="4" name="Table 3"/>
          <p:cNvGraphicFramePr>
            <a:graphicFrameLocks noGrp="1"/>
          </p:cNvGraphicFramePr>
          <p:nvPr/>
        </p:nvGraphicFramePr>
        <p:xfrm>
          <a:off x="616505" y="1600201"/>
          <a:ext cx="10972799" cy="3803904"/>
        </p:xfrm>
        <a:graphic>
          <a:graphicData uri="http://schemas.openxmlformats.org/drawingml/2006/table">
            <a:tbl>
              <a:tblPr firstRow="1" bandRow="1">
                <a:tableStyleId>{5C22544A-7EE6-4342-B048-85BDC9FD1C3A}</a:tableStyleId>
              </a:tblPr>
              <a:tblGrid>
                <a:gridCol w="1501541"/>
                <a:gridCol w="3003082"/>
                <a:gridCol w="6468176"/>
              </a:tblGrid>
              <a:tr h="475488">
                <a:tc>
                  <a:txBody>
                    <a:bodyPr wrap="square"/>
                    <a:lstStyle/>
                    <a:p>
                      <a:r>
                        <a:rPr sz="1150" b="1">
                          <a:solidFill>
                            <a:srgbClr val="FFFFFF"/>
                          </a:solidFill>
                          <a:ea typeface="Microsoft JhengHei"/>
                        </a:rPr>
                        <a:t>決策</a:t>
                      </a:r>
                    </a:p>
                  </a:txBody>
                  <a:tcPr marL="54864" marR="54864" marT="27432" marB="27432" anchor="ctr">
                    <a:solidFill>
                      <a:srgbClr val="6C4B94"/>
                    </a:solidFill>
                  </a:tcPr>
                </a:tc>
                <a:tc>
                  <a:txBody>
                    <a:bodyPr wrap="square"/>
                    <a:lstStyle/>
                    <a:p>
                      <a:r>
                        <a:rPr sz="1150" b="1">
                          <a:solidFill>
                            <a:srgbClr val="FFFFFF"/>
                          </a:solidFill>
                          <a:ea typeface="Microsoft JhengHei"/>
                        </a:rPr>
                        <a:t>選擇</a:t>
                      </a:r>
                    </a:p>
                  </a:txBody>
                  <a:tcPr marL="54864" marR="54864" marT="27432" marB="27432" anchor="ctr">
                    <a:solidFill>
                      <a:srgbClr val="6C4B94"/>
                    </a:solidFill>
                  </a:tcPr>
                </a:tc>
                <a:tc>
                  <a:txBody>
                    <a:bodyPr wrap="square"/>
                    <a:lstStyle/>
                    <a:p>
                      <a:r>
                        <a:rPr sz="1150" b="1">
                          <a:solidFill>
                            <a:srgbClr val="FFFFFF"/>
                          </a:solidFill>
                          <a:ea typeface="Microsoft JhengHei"/>
                        </a:rPr>
                        <a:t>理由</a:t>
                      </a:r>
                    </a:p>
                  </a:txBody>
                  <a:tcPr marL="54864" marR="54864" marT="27432" marB="27432" anchor="ctr">
                    <a:solidFill>
                      <a:srgbClr val="6C4B94"/>
                    </a:solidFill>
                  </a:tcPr>
                </a:tc>
              </a:tr>
              <a:tr h="475488">
                <a:tc>
                  <a:txBody>
                    <a:bodyPr wrap="square"/>
                    <a:lstStyle/>
                    <a:p>
                      <a:r>
                        <a:rPr sz="1100" b="1">
                          <a:solidFill>
                            <a:srgbClr val="333333"/>
                          </a:solidFill>
                          <a:ea typeface="Microsoft JhengHei"/>
                        </a:rPr>
                        <a:t>平台建置</a:t>
                      </a:r>
                    </a:p>
                  </a:txBody>
                  <a:tcPr marL="54864" marR="54864" marT="27432" marB="27432" anchor="ctr">
                    <a:solidFill>
                      <a:srgbClr val="FFFFFF"/>
                    </a:solidFill>
                  </a:tcPr>
                </a:tc>
                <a:tc>
                  <a:txBody>
                    <a:bodyPr wrap="square"/>
                    <a:lstStyle/>
                    <a:p>
                      <a:r>
                        <a:rPr sz="1100" b="0">
                          <a:solidFill>
                            <a:srgbClr val="333333"/>
                          </a:solidFill>
                          <a:ea typeface="Microsoft JhengHei"/>
                        </a:rPr>
                        <a:t>VCF bring-up 跑到 NSX 後中止</a:t>
                      </a:r>
                    </a:p>
                  </a:txBody>
                  <a:tcPr marL="54864" marR="54864" marT="27432" marB="27432" anchor="ctr">
                    <a:solidFill>
                      <a:srgbClr val="FFFFFF"/>
                    </a:solidFill>
                  </a:tcPr>
                </a:tc>
                <a:tc>
                  <a:txBody>
                    <a:bodyPr wrap="square"/>
                    <a:lstStyle/>
                    <a:p>
                      <a:r>
                        <a:rPr sz="1100" b="0">
                          <a:solidFill>
                            <a:srgbClr val="333333"/>
                          </a:solidFill>
                          <a:ea typeface="Microsoft JhengHei"/>
                        </a:rPr>
                        <a:t>spec 缺 vspClusterSpec 會被 validation 擋 → 保留完整 spec、執行中中止，避開 VSP / VCFMS</a:t>
                      </a:r>
                    </a:p>
                  </a:txBody>
                  <a:tcPr marL="54864" marR="54864" marT="27432" marB="27432" anchor="ctr">
                    <a:solidFill>
                      <a:srgbClr val="FFFFFF"/>
                    </a:solidFill>
                  </a:tcPr>
                </a:tc>
              </a:tr>
              <a:tr h="475488">
                <a:tc>
                  <a:txBody>
                    <a:bodyPr wrap="square"/>
                    <a:lstStyle/>
                    <a:p>
                      <a:r>
                        <a:rPr sz="1100" b="1">
                          <a:solidFill>
                            <a:srgbClr val="333333"/>
                          </a:solidFill>
                          <a:ea typeface="Microsoft JhengHei"/>
                        </a:rPr>
                        <a:t>Supervisor 網路</a:t>
                      </a:r>
                    </a:p>
                  </a:txBody>
                  <a:tcPr marL="54864" marR="54864" marT="27432" marB="27432" anchor="ctr">
                    <a:solidFill>
                      <a:srgbClr val="F2F2F2"/>
                    </a:solidFill>
                  </a:tcPr>
                </a:tc>
                <a:tc>
                  <a:txBody>
                    <a:bodyPr wrap="square"/>
                    <a:lstStyle/>
                    <a:p>
                      <a:r>
                        <a:rPr sz="1100" b="0">
                          <a:solidFill>
                            <a:srgbClr val="333333"/>
                          </a:solidFill>
                          <a:ea typeface="Microsoft JhengHei"/>
                        </a:rPr>
                        <a:t>VDS + Foundation LB (one-arm)</a:t>
                      </a:r>
                    </a:p>
                  </a:txBody>
                  <a:tcPr marL="54864" marR="54864" marT="27432" marB="27432" anchor="ctr">
                    <a:solidFill>
                      <a:srgbClr val="F2F2F2"/>
                    </a:solidFill>
                  </a:tcPr>
                </a:tc>
                <a:tc>
                  <a:txBody>
                    <a:bodyPr wrap="square"/>
                    <a:lstStyle/>
                    <a:p>
                      <a:r>
                        <a:rPr sz="1100" b="0">
                          <a:solidFill>
                            <a:srgbClr val="333333"/>
                          </a:solidFill>
                          <a:ea typeface="Microsoft JhengHei"/>
                        </a:rPr>
                        <a:t>NSX VPC 只支援 Avi；NSX segment 需 Edge + T0；FLB 內建於 vCenter，air-gap 免下載</a:t>
                      </a:r>
                    </a:p>
                  </a:txBody>
                  <a:tcPr marL="54864" marR="54864" marT="27432" marB="27432" anchor="ctr">
                    <a:solidFill>
                      <a:srgbClr val="F2F2F2"/>
                    </a:solidFill>
                  </a:tcPr>
                </a:tc>
              </a:tr>
              <a:tr h="475488">
                <a:tc>
                  <a:txBody>
                    <a:bodyPr wrap="square"/>
                    <a:lstStyle/>
                    <a:p>
                      <a:r>
                        <a:rPr sz="1100" b="1">
                          <a:solidFill>
                            <a:srgbClr val="333333"/>
                          </a:solidFill>
                          <a:ea typeface="Microsoft JhengHei"/>
                        </a:rPr>
                        <a:t>Registry</a:t>
                      </a:r>
                    </a:p>
                  </a:txBody>
                  <a:tcPr marL="54864" marR="54864" marT="27432" marB="27432" anchor="ctr">
                    <a:solidFill>
                      <a:srgbClr val="FFFFFF"/>
                    </a:solidFill>
                  </a:tcPr>
                </a:tc>
                <a:tc>
                  <a:txBody>
                    <a:bodyPr wrap="square"/>
                    <a:lstStyle/>
                    <a:p>
                      <a:r>
                        <a:rPr sz="1100" b="0">
                          <a:solidFill>
                            <a:srgbClr val="333333"/>
                          </a:solidFill>
                          <a:ea typeface="Microsoft JhengHei"/>
                        </a:rPr>
                        <a:t>外部 Harbor（單台 Linux）</a:t>
                      </a:r>
                    </a:p>
                  </a:txBody>
                  <a:tcPr marL="54864" marR="54864" marT="27432" marB="27432" anchor="ctr">
                    <a:solidFill>
                      <a:srgbClr val="FFFFFF"/>
                    </a:solidFill>
                  </a:tcPr>
                </a:tc>
                <a:tc>
                  <a:txBody>
                    <a:bodyPr wrap="square"/>
                    <a:lstStyle/>
                    <a:p>
                      <a:r>
                        <a:rPr sz="1100" b="0">
                          <a:solidFill>
                            <a:srgbClr val="333333"/>
                          </a:solidFill>
                          <a:ea typeface="Microsoft JhengHei"/>
                        </a:rPr>
                        <a:t>沒有 Software Depot；不在 Supervisor 內放 Harbor Supervisor Service</a:t>
                      </a:r>
                    </a:p>
                  </a:txBody>
                  <a:tcPr marL="54864" marR="54864" marT="27432" marB="27432" anchor="ctr">
                    <a:solidFill>
                      <a:srgbClr val="FFFFFF"/>
                    </a:solidFill>
                  </a:tcPr>
                </a:tc>
              </a:tr>
              <a:tr h="475488">
                <a:tc>
                  <a:txBody>
                    <a:bodyPr wrap="square"/>
                    <a:lstStyle/>
                    <a:p>
                      <a:r>
                        <a:rPr sz="1100" b="1">
                          <a:solidFill>
                            <a:srgbClr val="333333"/>
                          </a:solidFill>
                          <a:ea typeface="Microsoft JhengHei"/>
                        </a:rPr>
                        <a:t>Workload 網段</a:t>
                      </a:r>
                    </a:p>
                  </a:txBody>
                  <a:tcPr marL="54864" marR="54864" marT="27432" marB="27432" anchor="ctr">
                    <a:solidFill>
                      <a:srgbClr val="F2F2F2"/>
                    </a:solidFill>
                  </a:tcPr>
                </a:tc>
                <a:tc>
                  <a:txBody>
                    <a:bodyPr wrap="square"/>
                    <a:lstStyle/>
                    <a:p>
                      <a:r>
                        <a:rPr sz="1100" b="0">
                          <a:solidFill>
                            <a:srgbClr val="333333"/>
                          </a:solidFill>
                          <a:ea typeface="Microsoft JhengHei"/>
                        </a:rPr>
                        <a:t>192.168.130.0/24（VLAN 0）</a:t>
                      </a:r>
                    </a:p>
                  </a:txBody>
                  <a:tcPr marL="54864" marR="54864" marT="27432" marB="27432" anchor="ctr">
                    <a:solidFill>
                      <a:srgbClr val="F2F2F2"/>
                    </a:solidFill>
                  </a:tcPr>
                </a:tc>
                <a:tc>
                  <a:txBody>
                    <a:bodyPr wrap="square"/>
                    <a:lstStyle/>
                    <a:p>
                      <a:r>
                        <a:rPr sz="1100" b="0">
                          <a:solidFill>
                            <a:srgbClr val="333333"/>
                          </a:solidFill>
                          <a:ea typeface="Microsoft JhengHei"/>
                        </a:rPr>
                        <a:t>管理網與 workload 網必須不同 subnet；沿用 dcxd 既有 130.1 gateway，pfSense 不改</a:t>
                      </a:r>
                    </a:p>
                  </a:txBody>
                  <a:tcPr marL="54864" marR="54864" marT="27432" marB="27432" anchor="ctr">
                    <a:solidFill>
                      <a:srgbClr val="F2F2F2"/>
                    </a:solidFill>
                  </a:tcPr>
                </a:tc>
              </a:tr>
              <a:tr h="475488">
                <a:tc>
                  <a:txBody>
                    <a:bodyPr wrap="square"/>
                    <a:lstStyle/>
                    <a:p>
                      <a:r>
                        <a:rPr sz="1100" b="1">
                          <a:solidFill>
                            <a:srgbClr val="333333"/>
                          </a:solidFill>
                          <a:ea typeface="Microsoft JhengHei"/>
                        </a:rPr>
                        <a:t>addon 套件庫</a:t>
                      </a:r>
                    </a:p>
                  </a:txBody>
                  <a:tcPr marL="54864" marR="54864" marT="27432" marB="27432" anchor="ctr">
                    <a:solidFill>
                      <a:srgbClr val="FFFFFF"/>
                    </a:solidFill>
                  </a:tcPr>
                </a:tc>
                <a:tc>
                  <a:txBody>
                    <a:bodyPr wrap="square"/>
                    <a:lstStyle/>
                    <a:p>
                      <a:r>
                        <a:rPr sz="1100" b="0">
                          <a:solidFill>
                            <a:srgbClr val="333333"/>
                          </a:solidFill>
                          <a:ea typeface="Microsoft JhengHei"/>
                        </a:rPr>
                        <a:t>官方 override：新 AddonRepository + skip annotation</a:t>
                      </a:r>
                    </a:p>
                  </a:txBody>
                  <a:tcPr marL="54864" marR="54864" marT="27432" marB="27432" anchor="ctr">
                    <a:solidFill>
                      <a:srgbClr val="FFFFFF"/>
                    </a:solidFill>
                  </a:tcPr>
                </a:tc>
                <a:tc>
                  <a:txBody>
                    <a:bodyPr wrap="square"/>
                    <a:lstStyle/>
                    <a:p>
                      <a:r>
                        <a:rPr sz="1100" b="0">
                          <a:solidFill>
                            <a:srgbClr val="333333"/>
                          </a:solidFill>
                          <a:ea typeface="Microsoft JhengHei"/>
                        </a:rPr>
                        <a:t>builtin URL 寫死為公開網址；外部 registry 只能裝完後改指</a:t>
                      </a:r>
                    </a:p>
                  </a:txBody>
                  <a:tcPr marL="54864" marR="54864" marT="27432" marB="27432" anchor="ctr">
                    <a:solidFill>
                      <a:srgbClr val="FFFFFF"/>
                    </a:solidFill>
                  </a:tcPr>
                </a:tc>
              </a:tr>
              <a:tr h="475488">
                <a:tc>
                  <a:txBody>
                    <a:bodyPr wrap="square"/>
                    <a:lstStyle/>
                    <a:p>
                      <a:r>
                        <a:rPr sz="1100" b="1">
                          <a:solidFill>
                            <a:srgbClr val="333333"/>
                          </a:solidFill>
                          <a:ea typeface="Microsoft JhengHei"/>
                        </a:rPr>
                        <a:t>air-gap 驗證</a:t>
                      </a:r>
                    </a:p>
                  </a:txBody>
                  <a:tcPr marL="54864" marR="54864" marT="27432" marB="27432" anchor="ctr">
                    <a:solidFill>
                      <a:srgbClr val="F2F2F2"/>
                    </a:solidFill>
                  </a:tcPr>
                </a:tc>
                <a:tc>
                  <a:txBody>
                    <a:bodyPr wrap="square"/>
                    <a:lstStyle/>
                    <a:p>
                      <a:r>
                        <a:rPr sz="1100" b="0">
                          <a:solidFill>
                            <a:srgbClr val="333333"/>
                          </a:solidFill>
                          <a:ea typeface="Microsoft JhengHei"/>
                        </a:rPr>
                        <a:t>DNS 層級切斷（dnsmasq 無 upstream）</a:t>
                      </a:r>
                    </a:p>
                  </a:txBody>
                  <a:tcPr marL="54864" marR="54864" marT="27432" marB="27432" anchor="ctr">
                    <a:solidFill>
                      <a:srgbClr val="F2F2F2"/>
                    </a:solidFill>
                  </a:tcPr>
                </a:tc>
                <a:tc>
                  <a:txBody>
                    <a:bodyPr wrap="square"/>
                    <a:lstStyle/>
                    <a:p>
                      <a:r>
                        <a:rPr sz="1100" b="0">
                          <a:solidFill>
                            <a:srgbClr val="333333"/>
                          </a:solidFill>
                          <a:ea typeface="Microsoft JhengHei"/>
                        </a:rPr>
                        <a:t>pfSense 不可動；VKS 抓套件與 image 都用主機名稱</a:t>
                      </a:r>
                    </a:p>
                  </a:txBody>
                  <a:tcPr marL="54864" marR="54864" marT="27432" marB="27432" anchor="ctr">
                    <a:solidFill>
                      <a:srgbClr val="F2F2F2"/>
                    </a:solidFill>
                  </a:tcPr>
                </a:tc>
              </a:tr>
              <a:tr h="475488">
                <a:tc>
                  <a:txBody>
                    <a:bodyPr wrap="square"/>
                    <a:lstStyle/>
                    <a:p>
                      <a:r>
                        <a:rPr sz="1100" b="1">
                          <a:solidFill>
                            <a:srgbClr val="333333"/>
                          </a:solidFill>
                          <a:ea typeface="Microsoft JhengHei"/>
                        </a:rPr>
                        <a:t>nested vSAN</a:t>
                      </a:r>
                    </a:p>
                  </a:txBody>
                  <a:tcPr marL="54864" marR="54864" marT="27432" marB="27432" anchor="ctr">
                    <a:solidFill>
                      <a:srgbClr val="FFFFFF"/>
                    </a:solidFill>
                  </a:tcPr>
                </a:tc>
                <a:tc>
                  <a:txBody>
                    <a:bodyPr wrap="square"/>
                    <a:lstStyle/>
                    <a:p>
                      <a:r>
                        <a:rPr sz="1100" b="0">
                          <a:solidFill>
                            <a:srgbClr val="333333"/>
                          </a:solidFill>
                          <a:ea typeface="Microsoft JhengHei"/>
                        </a:rPr>
                        <a:t>silence vSAN 測試 nvmeonhcl</a:t>
                      </a:r>
                    </a:p>
                  </a:txBody>
                  <a:tcPr marL="54864" marR="54864" marT="27432" marB="27432" anchor="ctr">
                    <a:solidFill>
                      <a:srgbClr val="FFFFFF"/>
                    </a:solidFill>
                  </a:tcPr>
                </a:tc>
                <a:tc>
                  <a:txBody>
                    <a:bodyPr wrap="square"/>
                    <a:lstStyle/>
                    <a:p>
                      <a:r>
                        <a:rPr sz="1100" b="0">
                          <a:solidFill>
                            <a:srgbClr val="333333"/>
                          </a:solidFill>
                          <a:ea typeface="Microsoft JhengHei"/>
                        </a:rPr>
                        <a:t>HCL 黃燈會擋 vLCM 套用 Spherelet（僅限 lab）</a:t>
                      </a:r>
                    </a:p>
                  </a:txBody>
                  <a:tcPr marL="54864" marR="54864" marT="27432" marB="27432" anchor="ctr">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Pick the Load Balancer That Needs Nothing Extra</a:t>
            </a:r>
          </a:p>
        </p:txBody>
      </p:sp>
      <p:sp>
        <p:nvSpPr>
          <p:cNvPr id="3" name="Subtitle 2"/>
          <p:cNvSpPr>
            <a:spLocks noGrp="1"/>
          </p:cNvSpPr>
          <p:nvPr>
            <p:ph type="subTitle" idx="10"/>
          </p:nvPr>
        </p:nvSpPr>
        <p:spPr/>
        <p:txBody>
          <a:bodyPr/>
          <a:lstStyle/>
          <a:p>
            <a:r>
              <a:rPr>
                <a:ea typeface="Microsoft JhengHei"/>
              </a:rPr>
              <a:t>Supervisor 網路 × LB 相容矩陣</a:t>
            </a:r>
          </a:p>
        </p:txBody>
      </p:sp>
      <p:graphicFrame>
        <p:nvGraphicFramePr>
          <p:cNvPr id="4" name="Table 3"/>
          <p:cNvGraphicFramePr>
            <a:graphicFrameLocks noGrp="1"/>
          </p:cNvGraphicFramePr>
          <p:nvPr/>
        </p:nvGraphicFramePr>
        <p:xfrm>
          <a:off x="616505" y="1600201"/>
          <a:ext cx="10972799" cy="2267712"/>
        </p:xfrm>
        <a:graphic>
          <a:graphicData uri="http://schemas.openxmlformats.org/drawingml/2006/table">
            <a:tbl>
              <a:tblPr firstRow="1" bandRow="1">
                <a:tableStyleId>{5C22544A-7EE6-4342-B048-85BDC9FD1C3A}</a:tableStyleId>
              </a:tblPr>
              <a:tblGrid>
                <a:gridCol w="2099144"/>
                <a:gridCol w="1908313"/>
                <a:gridCol w="3434963"/>
                <a:gridCol w="3530379"/>
              </a:tblGrid>
              <a:tr h="566928">
                <a:tc>
                  <a:txBody>
                    <a:bodyPr wrap="square"/>
                    <a:lstStyle/>
                    <a:p>
                      <a:r>
                        <a:rPr sz="1250" b="1">
                          <a:solidFill>
                            <a:srgbClr val="FFFFFF"/>
                          </a:solidFill>
                          <a:ea typeface="Microsoft JhengHei"/>
                        </a:rPr>
                        <a:t>Supervisor 網路</a:t>
                      </a:r>
                    </a:p>
                  </a:txBody>
                  <a:tcPr marL="54864" marR="54864" marT="27432" marB="27432" anchor="ctr">
                    <a:solidFill>
                      <a:srgbClr val="6C4B94"/>
                    </a:solidFill>
                  </a:tcPr>
                </a:tc>
                <a:tc>
                  <a:txBody>
                    <a:bodyPr wrap="square"/>
                    <a:lstStyle/>
                    <a:p>
                      <a:r>
                        <a:rPr sz="1250" b="1">
                          <a:solidFill>
                            <a:srgbClr val="FFFFFF"/>
                          </a:solidFill>
                          <a:ea typeface="Microsoft JhengHei"/>
                        </a:rPr>
                        <a:t>可用 LB</a:t>
                      </a:r>
                    </a:p>
                  </a:txBody>
                  <a:tcPr marL="54864" marR="54864" marT="27432" marB="27432" anchor="ctr">
                    <a:solidFill>
                      <a:srgbClr val="6C4B94"/>
                    </a:solidFill>
                  </a:tcPr>
                </a:tc>
                <a:tc>
                  <a:txBody>
                    <a:bodyPr wrap="square"/>
                    <a:lstStyle/>
                    <a:p>
                      <a:r>
                        <a:rPr sz="1250" b="1">
                          <a:solidFill>
                            <a:srgbClr val="FFFFFF"/>
                          </a:solidFill>
                          <a:ea typeface="Microsoft JhengHei"/>
                        </a:rPr>
                        <a:t>額外需求</a:t>
                      </a:r>
                    </a:p>
                  </a:txBody>
                  <a:tcPr marL="54864" marR="54864" marT="27432" marB="27432" anchor="ctr">
                    <a:solidFill>
                      <a:srgbClr val="6C4B94"/>
                    </a:solidFill>
                  </a:tcPr>
                </a:tc>
                <a:tc>
                  <a:txBody>
                    <a:bodyPr wrap="square"/>
                    <a:lstStyle/>
                    <a:p>
                      <a:r>
                        <a:rPr sz="1250" b="1">
                          <a:solidFill>
                            <a:srgbClr val="FFFFFF"/>
                          </a:solidFill>
                          <a:ea typeface="Microsoft JhengHei"/>
                        </a:rPr>
                        <a:t>本案</a:t>
                      </a:r>
                    </a:p>
                  </a:txBody>
                  <a:tcPr marL="54864" marR="54864" marT="27432" marB="27432" anchor="ctr">
                    <a:solidFill>
                      <a:srgbClr val="6C4B94"/>
                    </a:solidFill>
                  </a:tcPr>
                </a:tc>
              </a:tr>
              <a:tr h="566928">
                <a:tc>
                  <a:txBody>
                    <a:bodyPr wrap="square"/>
                    <a:lstStyle/>
                    <a:p>
                      <a:r>
                        <a:rPr sz="1200" b="1">
                          <a:solidFill>
                            <a:srgbClr val="333333"/>
                          </a:solidFill>
                          <a:ea typeface="Microsoft JhengHei"/>
                        </a:rPr>
                        <a:t>VDS</a:t>
                      </a:r>
                    </a:p>
                  </a:txBody>
                  <a:tcPr marL="54864" marR="54864" marT="27432" marB="27432" anchor="ctr">
                    <a:solidFill>
                      <a:srgbClr val="FFFFFF"/>
                    </a:solidFill>
                  </a:tcPr>
                </a:tc>
                <a:tc>
                  <a:txBody>
                    <a:bodyPr wrap="square"/>
                    <a:lstStyle/>
                    <a:p>
                      <a:r>
                        <a:rPr sz="1200" b="0">
                          <a:solidFill>
                            <a:srgbClr val="333333"/>
                          </a:solidFill>
                          <a:ea typeface="Microsoft JhengHei"/>
                        </a:rPr>
                        <a:t>Foundation LB 或 Avi</a:t>
                      </a:r>
                    </a:p>
                  </a:txBody>
                  <a:tcPr marL="54864" marR="54864" marT="27432" marB="27432" anchor="ctr">
                    <a:solidFill>
                      <a:srgbClr val="FFFFFF"/>
                    </a:solidFill>
                  </a:tcPr>
                </a:tc>
                <a:tc>
                  <a:txBody>
                    <a:bodyPr wrap="square"/>
                    <a:lstStyle/>
                    <a:p>
                      <a:r>
                        <a:rPr sz="1200" b="0">
                          <a:solidFill>
                            <a:srgbClr val="333333"/>
                          </a:solidFill>
                          <a:ea typeface="Microsoft JhengHei"/>
                        </a:rPr>
                        <a:t>FLB：無（vCenter 內建，精靈 inline 部署）</a:t>
                      </a:r>
                    </a:p>
                  </a:txBody>
                  <a:tcPr marL="54864" marR="54864" marT="27432" marB="27432" anchor="ctr">
                    <a:solidFill>
                      <a:srgbClr val="FFFFFF"/>
                    </a:solidFill>
                  </a:tcPr>
                </a:tc>
                <a:tc>
                  <a:txBody>
                    <a:bodyPr wrap="square"/>
                    <a:lstStyle/>
                    <a:p>
                      <a:r>
                        <a:rPr sz="1200" b="0">
                          <a:solidFill>
                            <a:srgbClr val="333333"/>
                          </a:solidFill>
                          <a:ea typeface="Microsoft JhengHei"/>
                        </a:rPr>
                        <a:t>✔ 採用 FLB（Medium × 2, active/passive）</a:t>
                      </a:r>
                    </a:p>
                  </a:txBody>
                  <a:tcPr marL="54864" marR="54864" marT="27432" marB="27432" anchor="ctr">
                    <a:solidFill>
                      <a:srgbClr val="FFFFFF"/>
                    </a:solidFill>
                  </a:tcPr>
                </a:tc>
              </a:tr>
              <a:tr h="566928">
                <a:tc>
                  <a:txBody>
                    <a:bodyPr wrap="square"/>
                    <a:lstStyle/>
                    <a:p>
                      <a:r>
                        <a:rPr sz="1200" b="1">
                          <a:solidFill>
                            <a:srgbClr val="333333"/>
                          </a:solidFill>
                          <a:ea typeface="Microsoft JhengHei"/>
                        </a:rPr>
                        <a:t>NSX segment（T0/T1）</a:t>
                      </a:r>
                    </a:p>
                  </a:txBody>
                  <a:tcPr marL="54864" marR="54864" marT="27432" marB="27432" anchor="ctr">
                    <a:solidFill>
                      <a:srgbClr val="F2F2F2"/>
                    </a:solidFill>
                  </a:tcPr>
                </a:tc>
                <a:tc>
                  <a:txBody>
                    <a:bodyPr wrap="square"/>
                    <a:lstStyle/>
                    <a:p>
                      <a:r>
                        <a:rPr sz="1200" b="0">
                          <a:solidFill>
                            <a:srgbClr val="333333"/>
                          </a:solidFill>
                          <a:ea typeface="Microsoft JhengHei"/>
                        </a:rPr>
                        <a:t>NSX LB 或 Avi</a:t>
                      </a:r>
                    </a:p>
                  </a:txBody>
                  <a:tcPr marL="54864" marR="54864" marT="27432" marB="27432" anchor="ctr">
                    <a:solidFill>
                      <a:srgbClr val="F2F2F2"/>
                    </a:solidFill>
                  </a:tcPr>
                </a:tc>
                <a:tc>
                  <a:txBody>
                    <a:bodyPr wrap="square"/>
                    <a:lstStyle/>
                    <a:p>
                      <a:r>
                        <a:rPr sz="1200" b="0">
                          <a:solidFill>
                            <a:srgbClr val="333333"/>
                          </a:solidFill>
                          <a:ea typeface="Microsoft JhengHei"/>
                        </a:rPr>
                        <a:t>Edge cluster + T0 / T1</a:t>
                      </a:r>
                    </a:p>
                  </a:txBody>
                  <a:tcPr marL="54864" marR="54864" marT="27432" marB="27432" anchor="ctr">
                    <a:solidFill>
                      <a:srgbClr val="F2F2F2"/>
                    </a:solidFill>
                  </a:tcPr>
                </a:tc>
                <a:tc>
                  <a:txBody>
                    <a:bodyPr wrap="square"/>
                    <a:lstStyle/>
                    <a:p>
                      <a:r>
                        <a:rPr sz="1200" b="0">
                          <a:solidFill>
                            <a:srgbClr val="333333"/>
                          </a:solidFill>
                          <a:ea typeface="Microsoft JhengHei"/>
                        </a:rPr>
                        <a:t>—</a:t>
                      </a:r>
                    </a:p>
                  </a:txBody>
                  <a:tcPr marL="54864" marR="54864" marT="27432" marB="27432" anchor="ctr">
                    <a:solidFill>
                      <a:srgbClr val="F2F2F2"/>
                    </a:solidFill>
                  </a:tcPr>
                </a:tc>
              </a:tr>
              <a:tr h="566928">
                <a:tc>
                  <a:txBody>
                    <a:bodyPr wrap="square"/>
                    <a:lstStyle/>
                    <a:p>
                      <a:r>
                        <a:rPr sz="1200" b="1">
                          <a:solidFill>
                            <a:srgbClr val="333333"/>
                          </a:solidFill>
                          <a:ea typeface="Microsoft JhengHei"/>
                        </a:rPr>
                        <a:t>NSX VPC（bring-up 預設建立）</a:t>
                      </a:r>
                    </a:p>
                  </a:txBody>
                  <a:tcPr marL="54864" marR="54864" marT="27432" marB="27432" anchor="ctr">
                    <a:solidFill>
                      <a:srgbClr val="FFFFFF"/>
                    </a:solidFill>
                  </a:tcPr>
                </a:tc>
                <a:tc>
                  <a:txBody>
                    <a:bodyPr wrap="square"/>
                    <a:lstStyle/>
                    <a:p>
                      <a:r>
                        <a:rPr sz="1200" b="0">
                          <a:solidFill>
                            <a:srgbClr val="333333"/>
                          </a:solidFill>
                          <a:ea typeface="Microsoft JhengHei"/>
                        </a:rPr>
                        <a:t>只有 Avi</a:t>
                      </a:r>
                    </a:p>
                  </a:txBody>
                  <a:tcPr marL="54864" marR="54864" marT="27432" marB="27432" anchor="ctr">
                    <a:solidFill>
                      <a:srgbClr val="FFFFFF"/>
                    </a:solidFill>
                  </a:tcPr>
                </a:tc>
                <a:tc>
                  <a:txBody>
                    <a:bodyPr wrap="square"/>
                    <a:lstStyle/>
                    <a:p>
                      <a:r>
                        <a:rPr sz="1200" b="0">
                          <a:solidFill>
                            <a:srgbClr val="333333"/>
                          </a:solidFill>
                          <a:ea typeface="Microsoft JhengHei"/>
                        </a:rPr>
                        <a:t>Avi Controller OVA + 授權</a:t>
                      </a:r>
                    </a:p>
                  </a:txBody>
                  <a:tcPr marL="54864" marR="54864" marT="27432" marB="27432" anchor="ctr">
                    <a:solidFill>
                      <a:srgbClr val="FFFFFF"/>
                    </a:solidFill>
                  </a:tcPr>
                </a:tc>
                <a:tc>
                  <a:txBody>
                    <a:bodyPr wrap="square"/>
                    <a:lstStyle/>
                    <a:p>
                      <a:r>
                        <a:rPr sz="1200" b="0">
                          <a:solidFill>
                            <a:srgbClr val="333333"/>
                          </a:solidFill>
                          <a:ea typeface="Microsoft JhengHei"/>
                        </a:rPr>
                        <a:t>未使用（VPC 的 external IP block = 120.0/24，勿建 VPC）</a:t>
                      </a:r>
                    </a:p>
                  </a:txBody>
                  <a:tcPr marL="54864" marR="54864" marT="27432" marB="27432" anchor="ctr">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Two Subnets, One L2: Address Plan</a:t>
            </a:r>
          </a:p>
        </p:txBody>
      </p:sp>
      <p:sp>
        <p:nvSpPr>
          <p:cNvPr id="3" name="Subtitle 2"/>
          <p:cNvSpPr>
            <a:spLocks noGrp="1"/>
          </p:cNvSpPr>
          <p:nvPr>
            <p:ph type="subTitle" idx="10"/>
          </p:nvPr>
        </p:nvSpPr>
        <p:spPr/>
        <p:txBody>
          <a:bodyPr/>
          <a:lstStyle/>
          <a:p>
            <a:r>
              <a:rPr>
                <a:ea typeface="Microsoft JhengHei"/>
              </a:rPr>
              <a:t>IP 規劃（alan.lab）</a:t>
            </a:r>
          </a:p>
        </p:txBody>
      </p:sp>
      <p:graphicFrame>
        <p:nvGraphicFramePr>
          <p:cNvPr id="4" name="Table 3"/>
          <p:cNvGraphicFramePr>
            <a:graphicFrameLocks noGrp="1"/>
          </p:cNvGraphicFramePr>
          <p:nvPr/>
        </p:nvGraphicFramePr>
        <p:xfrm>
          <a:off x="616505" y="1600201"/>
          <a:ext cx="10972800" cy="3803904"/>
        </p:xfrm>
        <a:graphic>
          <a:graphicData uri="http://schemas.openxmlformats.org/drawingml/2006/table">
            <a:tbl>
              <a:tblPr firstRow="1" bandRow="1">
                <a:tableStyleId>{5C22544A-7EE6-4342-B048-85BDC9FD1C3A}</a:tableStyleId>
              </a:tblPr>
              <a:tblGrid>
                <a:gridCol w="2641600"/>
                <a:gridCol w="2438400"/>
                <a:gridCol w="2641600"/>
                <a:gridCol w="3251200"/>
              </a:tblGrid>
              <a:tr h="475488">
                <a:tc>
                  <a:txBody>
                    <a:bodyPr wrap="square"/>
                    <a:lstStyle/>
                    <a:p>
                      <a:r>
                        <a:rPr sz="1250" b="1">
                          <a:solidFill>
                            <a:srgbClr val="FFFFFF"/>
                          </a:solidFill>
                          <a:ea typeface="Microsoft JhengHei"/>
                        </a:rPr>
                        <a:t>用途</a:t>
                      </a:r>
                    </a:p>
                  </a:txBody>
                  <a:tcPr marL="54864" marR="54864" marT="27432" marB="27432" anchor="ctr">
                    <a:solidFill>
                      <a:srgbClr val="6C4B94"/>
                    </a:solidFill>
                  </a:tcPr>
                </a:tc>
                <a:tc>
                  <a:txBody>
                    <a:bodyPr wrap="square"/>
                    <a:lstStyle/>
                    <a:p>
                      <a:r>
                        <a:rPr sz="1250" b="1">
                          <a:solidFill>
                            <a:srgbClr val="FFFFFF"/>
                          </a:solidFill>
                          <a:ea typeface="Microsoft JhengHei"/>
                        </a:rPr>
                        <a:t>位址</a:t>
                      </a:r>
                    </a:p>
                  </a:txBody>
                  <a:tcPr marL="54864" marR="54864" marT="27432" marB="27432" anchor="ctr">
                    <a:solidFill>
                      <a:srgbClr val="6C4B94"/>
                    </a:solidFill>
                  </a:tcPr>
                </a:tc>
                <a:tc>
                  <a:txBody>
                    <a:bodyPr wrap="square"/>
                    <a:lstStyle/>
                    <a:p>
                      <a:r>
                        <a:rPr sz="1250" b="1">
                          <a:solidFill>
                            <a:srgbClr val="FFFFFF"/>
                          </a:solidFill>
                          <a:ea typeface="Microsoft JhengHei"/>
                        </a:rPr>
                        <a:t>用途</a:t>
                      </a:r>
                    </a:p>
                  </a:txBody>
                  <a:tcPr marL="54864" marR="54864" marT="27432" marB="27432" anchor="ctr">
                    <a:solidFill>
                      <a:srgbClr val="6C4B94"/>
                    </a:solidFill>
                  </a:tcPr>
                </a:tc>
                <a:tc>
                  <a:txBody>
                    <a:bodyPr wrap="square"/>
                    <a:lstStyle/>
                    <a:p>
                      <a:r>
                        <a:rPr sz="1250" b="1">
                          <a:solidFill>
                            <a:srgbClr val="FFFFFF"/>
                          </a:solidFill>
                          <a:ea typeface="Microsoft JhengHei"/>
                        </a:rPr>
                        <a:t>位址</a:t>
                      </a:r>
                    </a:p>
                  </a:txBody>
                  <a:tcPr marL="54864" marR="54864" marT="27432" marB="27432" anchor="ctr">
                    <a:solidFill>
                      <a:srgbClr val="6C4B94"/>
                    </a:solidFill>
                  </a:tcPr>
                </a:tc>
              </a:tr>
              <a:tr h="475488">
                <a:tc>
                  <a:txBody>
                    <a:bodyPr wrap="square"/>
                    <a:lstStyle/>
                    <a:p>
                      <a:r>
                        <a:rPr sz="1200" b="1">
                          <a:solidFill>
                            <a:srgbClr val="333333"/>
                          </a:solidFill>
                          <a:ea typeface="Microsoft JhengHei"/>
                        </a:rPr>
                        <a:t>vCenter / SDDC Manager / NSX</a:t>
                      </a:r>
                    </a:p>
                  </a:txBody>
                  <a:tcPr marL="54864" marR="54864" marT="27432" marB="27432" anchor="ctr">
                    <a:solidFill>
                      <a:srgbClr val="FFFFFF"/>
                    </a:solidFill>
                  </a:tcPr>
                </a:tc>
                <a:tc>
                  <a:txBody>
                    <a:bodyPr wrap="square"/>
                    <a:lstStyle/>
                    <a:p>
                      <a:r>
                        <a:rPr sz="1200" b="0">
                          <a:solidFill>
                            <a:srgbClr val="333333"/>
                          </a:solidFill>
                          <a:ea typeface="Microsoft JhengHei"/>
                        </a:rPr>
                        <a:t>120.3 / 120.4 / 120.11</a:t>
                      </a:r>
                    </a:p>
                  </a:txBody>
                  <a:tcPr marL="54864" marR="54864" marT="27432" marB="27432" anchor="ctr">
                    <a:solidFill>
                      <a:srgbClr val="FFFFFF"/>
                    </a:solidFill>
                  </a:tcPr>
                </a:tc>
                <a:tc>
                  <a:txBody>
                    <a:bodyPr wrap="square"/>
                    <a:lstStyle/>
                    <a:p>
                      <a:r>
                        <a:rPr sz="1200" b="0">
                          <a:solidFill>
                            <a:srgbClr val="333333"/>
                          </a:solidFill>
                          <a:ea typeface="Microsoft JhengHei"/>
                        </a:rPr>
                        <a:t>Workload 網（primary-wl）</a:t>
                      </a:r>
                    </a:p>
                  </a:txBody>
                  <a:tcPr marL="54864" marR="54864" marT="27432" marB="27432" anchor="ctr">
                    <a:solidFill>
                      <a:srgbClr val="FFFFFF"/>
                    </a:solidFill>
                  </a:tcPr>
                </a:tc>
                <a:tc>
                  <a:txBody>
                    <a:bodyPr wrap="square"/>
                    <a:lstStyle/>
                    <a:p>
                      <a:r>
                        <a:rPr sz="1200" b="0">
                          <a:solidFill>
                            <a:srgbClr val="333333"/>
                          </a:solidFill>
                          <a:ea typeface="Microsoft JhengHei"/>
                        </a:rPr>
                        <a:t>130.100 – .179，gw 130.1</a:t>
                      </a:r>
                    </a:p>
                  </a:txBody>
                  <a:tcPr marL="54864" marR="54864" marT="27432" marB="27432" anchor="ctr">
                    <a:solidFill>
                      <a:srgbClr val="FFFFFF"/>
                    </a:solidFill>
                  </a:tcPr>
                </a:tc>
              </a:tr>
              <a:tr h="475488">
                <a:tc>
                  <a:txBody>
                    <a:bodyPr wrap="square"/>
                    <a:lstStyle/>
                    <a:p>
                      <a:r>
                        <a:rPr sz="1200" b="1">
                          <a:solidFill>
                            <a:srgbClr val="333333"/>
                          </a:solidFill>
                          <a:ea typeface="Microsoft JhengHei"/>
                        </a:rPr>
                        <a:t>ESXi esx01–03</a:t>
                      </a:r>
                    </a:p>
                  </a:txBody>
                  <a:tcPr marL="54864" marR="54864" marT="27432" marB="27432" anchor="ctr">
                    <a:solidFill>
                      <a:srgbClr val="F2F2F2"/>
                    </a:solidFill>
                  </a:tcPr>
                </a:tc>
                <a:tc>
                  <a:txBody>
                    <a:bodyPr wrap="square"/>
                    <a:lstStyle/>
                    <a:p>
                      <a:r>
                        <a:rPr sz="1200" b="0">
                          <a:solidFill>
                            <a:srgbClr val="333333"/>
                          </a:solidFill>
                          <a:ea typeface="Microsoft JhengHei"/>
                        </a:rPr>
                        <a:t>120.61 – .63</a:t>
                      </a:r>
                    </a:p>
                  </a:txBody>
                  <a:tcPr marL="54864" marR="54864" marT="27432" marB="27432" anchor="ctr">
                    <a:solidFill>
                      <a:srgbClr val="F2F2F2"/>
                    </a:solidFill>
                  </a:tcPr>
                </a:tc>
                <a:tc>
                  <a:txBody>
                    <a:bodyPr wrap="square"/>
                    <a:lstStyle/>
                    <a:p>
                      <a:r>
                        <a:rPr sz="1200" b="0">
                          <a:solidFill>
                            <a:srgbClr val="333333"/>
                          </a:solidFill>
                          <a:ea typeface="Microsoft JhengHei"/>
                        </a:rPr>
                        <a:t>FLB VIP pool</a:t>
                      </a:r>
                    </a:p>
                  </a:txBody>
                  <a:tcPr marL="54864" marR="54864" marT="27432" marB="27432" anchor="ctr">
                    <a:solidFill>
                      <a:srgbClr val="F2F2F2"/>
                    </a:solidFill>
                  </a:tcPr>
                </a:tc>
                <a:tc>
                  <a:txBody>
                    <a:bodyPr wrap="square"/>
                    <a:lstStyle/>
                    <a:p>
                      <a:r>
                        <a:rPr sz="1200" b="0">
                          <a:solidFill>
                            <a:srgbClr val="333333"/>
                          </a:solidFill>
                          <a:ea typeface="Microsoft JhengHei"/>
                        </a:rPr>
                        <a:t>130.200 – .250</a:t>
                      </a:r>
                    </a:p>
                  </a:txBody>
                  <a:tcPr marL="54864" marR="54864" marT="27432" marB="27432" anchor="ctr">
                    <a:solidFill>
                      <a:srgbClr val="F2F2F2"/>
                    </a:solidFill>
                  </a:tcPr>
                </a:tc>
              </a:tr>
              <a:tr h="475488">
                <a:tc>
                  <a:txBody>
                    <a:bodyPr wrap="square"/>
                    <a:lstStyle/>
                    <a:p>
                      <a:r>
                        <a:rPr sz="1200" b="1">
                          <a:solidFill>
                            <a:srgbClr val="333333"/>
                          </a:solidFill>
                          <a:ea typeface="Microsoft JhengHei"/>
                        </a:rPr>
                        <a:t>Supervisor CP（5 連續）</a:t>
                      </a:r>
                    </a:p>
                  </a:txBody>
                  <a:tcPr marL="54864" marR="54864" marT="27432" marB="27432" anchor="ctr">
                    <a:solidFill>
                      <a:srgbClr val="FFFFFF"/>
                    </a:solidFill>
                  </a:tcPr>
                </a:tc>
                <a:tc>
                  <a:txBody>
                    <a:bodyPr wrap="square"/>
                    <a:lstStyle/>
                    <a:p>
                      <a:r>
                        <a:rPr sz="1200" b="0">
                          <a:solidFill>
                            <a:srgbClr val="333333"/>
                          </a:solidFill>
                          <a:ea typeface="Microsoft JhengHei"/>
                        </a:rPr>
                        <a:t>120.90 – .94</a:t>
                      </a:r>
                    </a:p>
                  </a:txBody>
                  <a:tcPr marL="54864" marR="54864" marT="27432" marB="27432" anchor="ctr">
                    <a:solidFill>
                      <a:srgbClr val="FFFFFF"/>
                    </a:solidFill>
                  </a:tcPr>
                </a:tc>
                <a:tc>
                  <a:txBody>
                    <a:bodyPr wrap="square"/>
                    <a:lstStyle/>
                    <a:p>
                      <a:r>
                        <a:rPr sz="1200" b="0">
                          <a:solidFill>
                            <a:srgbClr val="333333"/>
                          </a:solidFill>
                          <a:ea typeface="Microsoft JhengHei"/>
                        </a:rPr>
                        <a:t>Supervisor API VIP</a:t>
                      </a:r>
                    </a:p>
                  </a:txBody>
                  <a:tcPr marL="54864" marR="54864" marT="27432" marB="27432" anchor="ctr">
                    <a:solidFill>
                      <a:srgbClr val="FFFFFF"/>
                    </a:solidFill>
                  </a:tcPr>
                </a:tc>
                <a:tc>
                  <a:txBody>
                    <a:bodyPr wrap="square"/>
                    <a:lstStyle/>
                    <a:p>
                      <a:r>
                        <a:rPr sz="1200" b="0">
                          <a:solidFill>
                            <a:srgbClr val="333333"/>
                          </a:solidFill>
                          <a:ea typeface="Microsoft JhengHei"/>
                        </a:rPr>
                        <a:t>130.200（supervisor01.alan.lab）</a:t>
                      </a:r>
                    </a:p>
                  </a:txBody>
                  <a:tcPr marL="54864" marR="54864" marT="27432" marB="27432" anchor="ctr">
                    <a:solidFill>
                      <a:srgbClr val="FFFFFF"/>
                    </a:solidFill>
                  </a:tcPr>
                </a:tc>
              </a:tr>
              <a:tr h="475488">
                <a:tc>
                  <a:txBody>
                    <a:bodyPr wrap="square"/>
                    <a:lstStyle/>
                    <a:p>
                      <a:r>
                        <a:rPr sz="1200" b="1">
                          <a:solidFill>
                            <a:srgbClr val="333333"/>
                          </a:solidFill>
                          <a:ea typeface="Microsoft JhengHei"/>
                        </a:rPr>
                        <a:t>FLB 管理 IP</a:t>
                      </a:r>
                    </a:p>
                  </a:txBody>
                  <a:tcPr marL="54864" marR="54864" marT="27432" marB="27432" anchor="ctr">
                    <a:solidFill>
                      <a:srgbClr val="F2F2F2"/>
                    </a:solidFill>
                  </a:tcPr>
                </a:tc>
                <a:tc>
                  <a:txBody>
                    <a:bodyPr wrap="square"/>
                    <a:lstStyle/>
                    <a:p>
                      <a:r>
                        <a:rPr sz="1200" b="0">
                          <a:solidFill>
                            <a:srgbClr val="333333"/>
                          </a:solidFill>
                          <a:ea typeface="Microsoft JhengHei"/>
                        </a:rPr>
                        <a:t>120.95 – .97</a:t>
                      </a:r>
                    </a:p>
                  </a:txBody>
                  <a:tcPr marL="54864" marR="54864" marT="27432" marB="27432" anchor="ctr">
                    <a:solidFill>
                      <a:srgbClr val="F2F2F2"/>
                    </a:solidFill>
                  </a:tcPr>
                </a:tc>
                <a:tc>
                  <a:txBody>
                    <a:bodyPr wrap="square"/>
                    <a:lstStyle/>
                    <a:p>
                      <a:r>
                        <a:rPr sz="1200" b="0">
                          <a:solidFill>
                            <a:srgbClr val="333333"/>
                          </a:solidFill>
                          <a:ea typeface="Microsoft JhengHei"/>
                        </a:rPr>
                        <a:t>vks-test01 API VIP</a:t>
                      </a:r>
                    </a:p>
                  </a:txBody>
                  <a:tcPr marL="54864" marR="54864" marT="27432" marB="27432" anchor="ctr">
                    <a:solidFill>
                      <a:srgbClr val="F2F2F2"/>
                    </a:solidFill>
                  </a:tcPr>
                </a:tc>
                <a:tc>
                  <a:txBody>
                    <a:bodyPr wrap="square"/>
                    <a:lstStyle/>
                    <a:p>
                      <a:r>
                        <a:rPr sz="1200" b="0">
                          <a:solidFill>
                            <a:srgbClr val="333333"/>
                          </a:solidFill>
                          <a:ea typeface="Microsoft JhengHei"/>
                        </a:rPr>
                        <a:t>130.202</a:t>
                      </a:r>
                    </a:p>
                  </a:txBody>
                  <a:tcPr marL="54864" marR="54864" marT="27432" marB="27432" anchor="ctr">
                    <a:solidFill>
                      <a:srgbClr val="F2F2F2"/>
                    </a:solidFill>
                  </a:tcPr>
                </a:tc>
              </a:tr>
              <a:tr h="475488">
                <a:tc>
                  <a:txBody>
                    <a:bodyPr wrap="square"/>
                    <a:lstStyle/>
                    <a:p>
                      <a:r>
                        <a:rPr sz="1200" b="1">
                          <a:solidFill>
                            <a:srgbClr val="333333"/>
                          </a:solidFill>
                          <a:ea typeface="Microsoft JhengHei"/>
                        </a:rPr>
                        <a:t>Harbor / admin</a:t>
                      </a:r>
                    </a:p>
                  </a:txBody>
                  <a:tcPr marL="54864" marR="54864" marT="27432" marB="27432" anchor="ctr">
                    <a:solidFill>
                      <a:srgbClr val="FFFFFF"/>
                    </a:solidFill>
                  </a:tcPr>
                </a:tc>
                <a:tc>
                  <a:txBody>
                    <a:bodyPr wrap="square"/>
                    <a:lstStyle/>
                    <a:p>
                      <a:r>
                        <a:rPr sz="1200" b="0">
                          <a:solidFill>
                            <a:srgbClr val="333333"/>
                          </a:solidFill>
                          <a:ea typeface="Microsoft JhengHei"/>
                        </a:rPr>
                        <a:t>120.80 / 120.81</a:t>
                      </a:r>
                    </a:p>
                  </a:txBody>
                  <a:tcPr marL="54864" marR="54864" marT="27432" marB="27432" anchor="ctr">
                    <a:solidFill>
                      <a:srgbClr val="FFFFFF"/>
                    </a:solidFill>
                  </a:tcPr>
                </a:tc>
                <a:tc>
                  <a:txBody>
                    <a:bodyPr wrap="square"/>
                    <a:lstStyle/>
                    <a:p>
                      <a:r>
                        <a:rPr sz="1200" b="0">
                          <a:solidFill>
                            <a:srgbClr val="333333"/>
                          </a:solidFill>
                          <a:ea typeface="Microsoft JhengHei"/>
                        </a:rPr>
                        <a:t>VKS pods / services</a:t>
                      </a:r>
                    </a:p>
                  </a:txBody>
                  <a:tcPr marL="54864" marR="54864" marT="27432" marB="27432" anchor="ctr">
                    <a:solidFill>
                      <a:srgbClr val="FFFFFF"/>
                    </a:solidFill>
                  </a:tcPr>
                </a:tc>
                <a:tc>
                  <a:txBody>
                    <a:bodyPr wrap="square"/>
                    <a:lstStyle/>
                    <a:p>
                      <a:r>
                        <a:rPr sz="1200" b="0">
                          <a:solidFill>
                            <a:srgbClr val="333333"/>
                          </a:solidFill>
                          <a:ea typeface="Microsoft JhengHei"/>
                        </a:rPr>
                        <a:t>10.244.0.0/16 / 10.97.0.0/16</a:t>
                      </a:r>
                    </a:p>
                  </a:txBody>
                  <a:tcPr marL="54864" marR="54864" marT="27432" marB="27432" anchor="ctr">
                    <a:solidFill>
                      <a:srgbClr val="FFFFFF"/>
                    </a:solidFill>
                  </a:tcPr>
                </a:tc>
              </a:tr>
              <a:tr h="475488">
                <a:tc>
                  <a:txBody>
                    <a:bodyPr wrap="square"/>
                    <a:lstStyle/>
                    <a:p>
                      <a:r>
                        <a:rPr sz="1200" b="1">
                          <a:solidFill>
                            <a:srgbClr val="333333"/>
                          </a:solidFill>
                          <a:ea typeface="Microsoft JhengHei"/>
                        </a:rPr>
                        <a:t>bastion</a:t>
                      </a:r>
                    </a:p>
                  </a:txBody>
                  <a:tcPr marL="54864" marR="54864" marT="27432" marB="27432" anchor="ctr">
                    <a:solidFill>
                      <a:srgbClr val="F2F2F2"/>
                    </a:solidFill>
                  </a:tcPr>
                </a:tc>
                <a:tc>
                  <a:txBody>
                    <a:bodyPr wrap="square"/>
                    <a:lstStyle/>
                    <a:p>
                      <a:r>
                        <a:rPr sz="1200" b="0">
                          <a:solidFill>
                            <a:srgbClr val="333333"/>
                          </a:solidFill>
                          <a:ea typeface="Microsoft JhengHei"/>
                        </a:rPr>
                        <a:t>110.86（internet 側）</a:t>
                      </a:r>
                    </a:p>
                  </a:txBody>
                  <a:tcPr marL="54864" marR="54864" marT="27432" marB="27432" anchor="ctr">
                    <a:solidFill>
                      <a:srgbClr val="F2F2F2"/>
                    </a:solidFill>
                  </a:tcPr>
                </a:tc>
                <a:tc>
                  <a:txBody>
                    <a:bodyPr wrap="square"/>
                    <a:lstStyle/>
                    <a:p>
                      <a:r>
                        <a:rPr sz="1200" b="0">
                          <a:solidFill>
                            <a:srgbClr val="333333"/>
                          </a:solidFill>
                          <a:ea typeface="Microsoft JhengHei"/>
                        </a:rPr>
                        <a:t>Supervisor service CIDR</a:t>
                      </a:r>
                    </a:p>
                  </a:txBody>
                  <a:tcPr marL="54864" marR="54864" marT="27432" marB="27432" anchor="ctr">
                    <a:solidFill>
                      <a:srgbClr val="F2F2F2"/>
                    </a:solidFill>
                  </a:tcPr>
                </a:tc>
                <a:tc>
                  <a:txBody>
                    <a:bodyPr wrap="square"/>
                    <a:lstStyle/>
                    <a:p>
                      <a:r>
                        <a:rPr sz="1200" b="0">
                          <a:solidFill>
                            <a:srgbClr val="333333"/>
                          </a:solidFill>
                          <a:ea typeface="Microsoft JhengHei"/>
                        </a:rPr>
                        <a:t>10.96.0.0/23</a:t>
                      </a:r>
                    </a:p>
                  </a:txBody>
                  <a:tcPr marL="54864" marR="54864" marT="27432" marB="27432" anchor="ctr">
                    <a:solidFill>
                      <a:srgbClr val="F2F2F2"/>
                    </a:solidFill>
                  </a:tcPr>
                </a:tc>
              </a:tr>
              <a:tr h="475488">
                <a:tc>
                  <a:txBody>
                    <a:bodyPr wrap="square"/>
                    <a:lstStyle/>
                    <a:p>
                      <a:r>
                        <a:rPr sz="1200" b="1">
                          <a:solidFill>
                            <a:srgbClr val="333333"/>
                          </a:solidFill>
                          <a:ea typeface="Microsoft JhengHei"/>
                        </a:rPr>
                        <a:t>DNS（dnsmasq）</a:t>
                      </a:r>
                    </a:p>
                  </a:txBody>
                  <a:tcPr marL="54864" marR="54864" marT="27432" marB="27432" anchor="ctr">
                    <a:solidFill>
                      <a:srgbClr val="FFFFFF"/>
                    </a:solidFill>
                  </a:tcPr>
                </a:tc>
                <a:tc>
                  <a:txBody>
                    <a:bodyPr wrap="square"/>
                    <a:lstStyle/>
                    <a:p>
                      <a:r>
                        <a:rPr sz="1200" b="0">
                          <a:solidFill>
                            <a:srgbClr val="333333"/>
                          </a:solidFill>
                          <a:ea typeface="Microsoft JhengHei"/>
                        </a:rPr>
                        <a:t>120.5 / 110.85</a:t>
                      </a:r>
                    </a:p>
                  </a:txBody>
                  <a:tcPr marL="54864" marR="54864" marT="27432" marB="27432" anchor="ctr">
                    <a:solidFill>
                      <a:srgbClr val="FFFFFF"/>
                    </a:solidFill>
                  </a:tcPr>
                </a:tc>
                <a:tc>
                  <a:txBody>
                    <a:bodyPr wrap="square"/>
                    <a:lstStyle/>
                    <a:p>
                      <a:r>
                        <a:rPr sz="1200" b="0">
                          <a:solidFill>
                            <a:srgbClr val="333333"/>
                          </a:solidFill>
                          <a:ea typeface="Microsoft JhengHei"/>
                        </a:rPr>
                        <a:t>gateway</a:t>
                      </a:r>
                    </a:p>
                  </a:txBody>
                  <a:tcPr marL="54864" marR="54864" marT="27432" marB="27432" anchor="ctr">
                    <a:solidFill>
                      <a:srgbClr val="FFFFFF"/>
                    </a:solidFill>
                  </a:tcPr>
                </a:tc>
                <a:tc>
                  <a:txBody>
                    <a:bodyPr wrap="square"/>
                    <a:lstStyle/>
                    <a:p>
                      <a:r>
                        <a:rPr sz="1200" b="0">
                          <a:solidFill>
                            <a:srgbClr val="333333"/>
                          </a:solidFill>
                          <a:ea typeface="Microsoft JhengHei"/>
                        </a:rPr>
                        <a:t>120.1 / 130.1（pfSense dcxd）</a:t>
                      </a:r>
                    </a:p>
                  </a:txBody>
                  <a:tcPr marL="54864" marR="54864" marT="27432" marB="27432" anchor="ctr">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Platform: Bring-up to NSX, then Stop</a:t>
            </a:r>
          </a:p>
        </p:txBody>
      </p:sp>
      <p:sp>
        <p:nvSpPr>
          <p:cNvPr id="3" name="Subtitle 2"/>
          <p:cNvSpPr>
            <a:spLocks noGrp="1"/>
          </p:cNvSpPr>
          <p:nvPr>
            <p:ph type="subTitle" idx="10"/>
          </p:nvPr>
        </p:nvSpPr>
        <p:spPr/>
        <p:txBody>
          <a:bodyPr/>
          <a:lstStyle/>
          <a:p>
            <a:r>
              <a:rPr>
                <a:ea typeface="Microsoft JhengHei"/>
              </a:rPr>
              <a:t>平台建置與 Supervisor 啟用</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Get vCenter, vSAN and NSX — Skip VCF Management Services</a:t>
            </a:r>
          </a:p>
        </p:txBody>
      </p:sp>
      <p:sp>
        <p:nvSpPr>
          <p:cNvPr id="3" name="Subtitle 2"/>
          <p:cNvSpPr>
            <a:spLocks noGrp="1"/>
          </p:cNvSpPr>
          <p:nvPr>
            <p:ph type="subTitle" idx="10"/>
          </p:nvPr>
        </p:nvSpPr>
        <p:spPr/>
        <p:txBody>
          <a:bodyPr/>
          <a:lstStyle/>
          <a:p>
            <a:r>
              <a:rPr>
                <a:ea typeface="Microsoft JhengHei"/>
              </a:rPr>
              <a:t>VCF bring-up 跑到 M4（NSX）即中止</a:t>
            </a:r>
          </a:p>
        </p:txBody>
      </p:sp>
      <p:sp>
        <p:nvSpPr>
          <p:cNvPr id="4" name="Text Placeholder 3"/>
          <p:cNvSpPr>
            <a:spLocks noGrp="1"/>
          </p:cNvSpPr>
          <p:nvPr>
            <p:ph type="body" idx="17" sz="quarter"/>
          </p:nvPr>
        </p:nvSpPr>
        <p:spPr/>
        <p:txBody>
          <a:bodyPr/>
          <a:lstStyle/>
          <a:p>
            <a:r>
              <a:rPr sz="1300">
                <a:ea typeface="Microsoft JhengHei"/>
              </a:rPr>
              <a:t>validation 強制要求 vspClusterSpec</a:t>
            </a:r>
          </a:p>
          <a:p>
            <a:r>
              <a:rPr sz="1300">
                <a:ea typeface="Microsoft JhengHei"/>
              </a:rPr>
              <a:t>M1–M4 約 1 小時 45 分</a:t>
            </a:r>
          </a:p>
          <a:p>
            <a:r>
              <a:rPr sz="1300">
                <a:ea typeface="Microsoft JhengHei"/>
              </a:rPr>
              <a:t>subtask #272 啟動時觸發中止</a:t>
            </a:r>
          </a:p>
          <a:p>
            <a:r>
              <a:rPr sz="1300">
                <a:ea typeface="Microsoft JhengHei"/>
              </a:rPr>
              <a:t>installer 停、SDDC Manager 重啟 domainmanager</a:t>
            </a:r>
          </a:p>
          <a:p>
            <a:r>
              <a:rPr sz="1300">
                <a:ea typeface="Microsoft JhengHei"/>
              </a:rPr>
              <a:t>結果只剩 vcsa / sddc / nsx01</a:t>
            </a:r>
          </a:p>
        </p:txBody>
      </p:sp>
      <p:pic>
        <p:nvPicPr>
          <p:cNvPr id="5" name="Picture 4" descr="d3-bringup-stop.png"/>
          <p:cNvPicPr>
            <a:picLocks noChangeAspect="1"/>
          </p:cNvPicPr>
          <p:nvPr/>
        </p:nvPicPr>
        <p:blipFill>
          <a:blip r:embed="rId2"/>
          <a:stretch>
            <a:fillRect/>
          </a:stretch>
        </p:blipFill>
        <p:spPr>
          <a:xfrm>
            <a:off x="608012" y="1600201"/>
            <a:ext cx="7398303" cy="4572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Enable the Supervisor with VDS and Foundation LB</a:t>
            </a:r>
          </a:p>
        </p:txBody>
      </p:sp>
      <p:sp>
        <p:nvSpPr>
          <p:cNvPr id="3" name="Subtitle 2"/>
          <p:cNvSpPr>
            <a:spLocks noGrp="1"/>
          </p:cNvSpPr>
          <p:nvPr>
            <p:ph type="subTitle" idx="10"/>
          </p:nvPr>
        </p:nvSpPr>
        <p:spPr/>
        <p:txBody>
          <a:bodyPr/>
          <a:lstStyle/>
          <a:p>
            <a:r>
              <a:rPr>
                <a:ea typeface="Microsoft JhengHei"/>
              </a:rPr>
              <a:t>Supervisor 啟用精靈設定</a:t>
            </a:r>
          </a:p>
        </p:txBody>
      </p:sp>
      <p:graphicFrame>
        <p:nvGraphicFramePr>
          <p:cNvPr id="4" name="Table 3"/>
          <p:cNvGraphicFramePr>
            <a:graphicFrameLocks noGrp="1"/>
          </p:cNvGraphicFramePr>
          <p:nvPr/>
        </p:nvGraphicFramePr>
        <p:xfrm>
          <a:off x="616505" y="1600201"/>
          <a:ext cx="10972799" cy="4023360"/>
        </p:xfrm>
        <a:graphic>
          <a:graphicData uri="http://schemas.openxmlformats.org/drawingml/2006/table">
            <a:tbl>
              <a:tblPr firstRow="1" bandRow="1">
                <a:tableStyleId>{5C22544A-7EE6-4342-B048-85BDC9FD1C3A}</a:tableStyleId>
              </a:tblPr>
              <a:tblGrid>
                <a:gridCol w="1335819"/>
                <a:gridCol w="9636980"/>
              </a:tblGrid>
              <a:tr h="502920">
                <a:tc>
                  <a:txBody>
                    <a:bodyPr wrap="square"/>
                    <a:lstStyle/>
                    <a:p>
                      <a:r>
                        <a:rPr sz="1250" b="1">
                          <a:solidFill>
                            <a:srgbClr val="FFFFFF"/>
                          </a:solidFill>
                          <a:ea typeface="Microsoft JhengHei"/>
                        </a:rPr>
                        <a:t>步驟</a:t>
                      </a:r>
                    </a:p>
                  </a:txBody>
                  <a:tcPr marL="54864" marR="54864" marT="27432" marB="27432" anchor="ctr">
                    <a:solidFill>
                      <a:srgbClr val="6C4B94"/>
                    </a:solidFill>
                  </a:tcPr>
                </a:tc>
                <a:tc>
                  <a:txBody>
                    <a:bodyPr wrap="square"/>
                    <a:lstStyle/>
                    <a:p>
                      <a:r>
                        <a:rPr sz="1250" b="1">
                          <a:solidFill>
                            <a:srgbClr val="FFFFFF"/>
                          </a:solidFill>
                          <a:ea typeface="Microsoft JhengHei"/>
                        </a:rPr>
                        <a:t>設定</a:t>
                      </a:r>
                    </a:p>
                  </a:txBody>
                  <a:tcPr marL="54864" marR="54864" marT="27432" marB="27432" anchor="ctr">
                    <a:solidFill>
                      <a:srgbClr val="6C4B94"/>
                    </a:solidFill>
                  </a:tcPr>
                </a:tc>
              </a:tr>
              <a:tr h="502920">
                <a:tc>
                  <a:txBody>
                    <a:bodyPr wrap="square"/>
                    <a:lstStyle/>
                    <a:p>
                      <a:r>
                        <a:rPr sz="1200" b="1">
                          <a:solidFill>
                            <a:srgbClr val="333333"/>
                          </a:solidFill>
                          <a:ea typeface="Microsoft JhengHei"/>
                        </a:rPr>
                        <a:t>1 網路</a:t>
                      </a:r>
                    </a:p>
                  </a:txBody>
                  <a:tcPr marL="54864" marR="54864" marT="27432" marB="27432" anchor="ctr">
                    <a:solidFill>
                      <a:srgbClr val="FFFFFF"/>
                    </a:solidFill>
                  </a:tcPr>
                </a:tc>
                <a:tc>
                  <a:txBody>
                    <a:bodyPr wrap="square"/>
                    <a:lstStyle/>
                    <a:p>
                      <a:r>
                        <a:rPr sz="1200" b="0">
                          <a:solidFill>
                            <a:srgbClr val="333333"/>
                          </a:solidFill>
                          <a:ea typeface="Microsoft JhengHei"/>
                        </a:rPr>
                        <a:t>vSphere Distributed Switch (VDS)  ·  Load Balancer Type = Foundation Load Balancer</a:t>
                      </a:r>
                    </a:p>
                  </a:txBody>
                  <a:tcPr marL="54864" marR="54864" marT="27432" marB="27432" anchor="ctr">
                    <a:solidFill>
                      <a:srgbClr val="FFFFFF"/>
                    </a:solidFill>
                  </a:tcPr>
                </a:tc>
              </a:tr>
              <a:tr h="502920">
                <a:tc>
                  <a:txBody>
                    <a:bodyPr wrap="square"/>
                    <a:lstStyle/>
                    <a:p>
                      <a:r>
                        <a:rPr sz="1200" b="1">
                          <a:solidFill>
                            <a:srgbClr val="333333"/>
                          </a:solidFill>
                          <a:ea typeface="Microsoft JhengHei"/>
                        </a:rPr>
                        <a:t>2 位置</a:t>
                      </a:r>
                    </a:p>
                  </a:txBody>
                  <a:tcPr marL="54864" marR="54864" marT="27432" marB="27432" anchor="ctr">
                    <a:solidFill>
                      <a:srgbClr val="F2F2F2"/>
                    </a:solidFill>
                  </a:tcPr>
                </a:tc>
                <a:tc>
                  <a:txBody>
                    <a:bodyPr wrap="square"/>
                    <a:lstStyle/>
                    <a:p>
                      <a:r>
                        <a:rPr sz="1200" b="0">
                          <a:solidFill>
                            <a:srgbClr val="333333"/>
                          </a:solidFill>
                          <a:ea typeface="Microsoft JhengHei"/>
                        </a:rPr>
                        <a:t>Cluster deployment · supervisor01 · control plane HA（3 台）· vSphere Zone zone-m01</a:t>
                      </a:r>
                    </a:p>
                  </a:txBody>
                  <a:tcPr marL="54864" marR="54864" marT="27432" marB="27432" anchor="ctr">
                    <a:solidFill>
                      <a:srgbClr val="F2F2F2"/>
                    </a:solidFill>
                  </a:tcPr>
                </a:tc>
              </a:tr>
              <a:tr h="502920">
                <a:tc>
                  <a:txBody>
                    <a:bodyPr wrap="square"/>
                    <a:lstStyle/>
                    <a:p>
                      <a:r>
                        <a:rPr sz="1200" b="1">
                          <a:solidFill>
                            <a:srgbClr val="333333"/>
                          </a:solidFill>
                          <a:ea typeface="Microsoft JhengHei"/>
                        </a:rPr>
                        <a:t>3 Storage</a:t>
                      </a:r>
                    </a:p>
                  </a:txBody>
                  <a:tcPr marL="54864" marR="54864" marT="27432" marB="27432" anchor="ctr">
                    <a:solidFill>
                      <a:srgbClr val="FFFFFF"/>
                    </a:solidFill>
                  </a:tcPr>
                </a:tc>
                <a:tc>
                  <a:txBody>
                    <a:bodyPr wrap="square"/>
                    <a:lstStyle/>
                    <a:p>
                      <a:r>
                        <a:rPr sz="1200" b="0">
                          <a:solidFill>
                            <a:srgbClr val="333333"/>
                          </a:solidFill>
                          <a:ea typeface="Microsoft JhengHei"/>
                        </a:rPr>
                        <a:t>Control Plane / Ephemeral / Image Cache 皆為 vcf-m01-cl01 vSAN Storage Policy</a:t>
                      </a:r>
                    </a:p>
                  </a:txBody>
                  <a:tcPr marL="54864" marR="54864" marT="27432" marB="27432" anchor="ctr">
                    <a:solidFill>
                      <a:srgbClr val="FFFFFF"/>
                    </a:solidFill>
                  </a:tcPr>
                </a:tc>
              </a:tr>
              <a:tr h="502920">
                <a:tc>
                  <a:txBody>
                    <a:bodyPr wrap="square"/>
                    <a:lstStyle/>
                    <a:p>
                      <a:r>
                        <a:rPr sz="1200" b="1">
                          <a:solidFill>
                            <a:srgbClr val="333333"/>
                          </a:solidFill>
                          <a:ea typeface="Microsoft JhengHei"/>
                        </a:rPr>
                        <a:t>4 管理網</a:t>
                      </a:r>
                    </a:p>
                  </a:txBody>
                  <a:tcPr marL="54864" marR="54864" marT="27432" marB="27432" anchor="ctr">
                    <a:solidFill>
                      <a:srgbClr val="F2F2F2"/>
                    </a:solidFill>
                  </a:tcPr>
                </a:tc>
                <a:tc>
                  <a:txBody>
                    <a:bodyPr wrap="square"/>
                    <a:lstStyle/>
                    <a:p>
                      <a:r>
                        <a:rPr sz="1200" b="0">
                          <a:solidFill>
                            <a:srgbClr val="333333"/>
                          </a:solidFill>
                          <a:ea typeface="Microsoft JhengHei"/>
                        </a:rPr>
                        <a:t>Static · SDDC-DPortGroup-VM-Mgmt · 120.90 – 120.94 · gw 120.1 · DNS 120.5 · NTP 110.1</a:t>
                      </a:r>
                    </a:p>
                  </a:txBody>
                  <a:tcPr marL="54864" marR="54864" marT="27432" marB="27432" anchor="ctr">
                    <a:solidFill>
                      <a:srgbClr val="F2F2F2"/>
                    </a:solidFill>
                  </a:tcPr>
                </a:tc>
              </a:tr>
              <a:tr h="502920">
                <a:tc>
                  <a:txBody>
                    <a:bodyPr wrap="square"/>
                    <a:lstStyle/>
                    <a:p>
                      <a:r>
                        <a:rPr sz="1200" b="1">
                          <a:solidFill>
                            <a:srgbClr val="333333"/>
                          </a:solidFill>
                          <a:ea typeface="Microsoft JhengHei"/>
                        </a:rPr>
                        <a:t>5 Workload 網</a:t>
                      </a:r>
                    </a:p>
                  </a:txBody>
                  <a:tcPr marL="54864" marR="54864" marT="27432" marB="27432" anchor="ctr">
                    <a:solidFill>
                      <a:srgbClr val="FFFFFF"/>
                    </a:solidFill>
                  </a:tcPr>
                </a:tc>
                <a:tc>
                  <a:txBody>
                    <a:bodyPr wrap="square"/>
                    <a:lstStyle/>
                    <a:p>
                      <a:r>
                        <a:rPr sz="1200" b="0">
                          <a:solidFill>
                            <a:srgbClr val="333333"/>
                          </a:solidFill>
                          <a:ea typeface="Microsoft JhengHei"/>
                        </a:rPr>
                        <a:t>Static · pg-vks-workload → primary-wl · 130.100 – .179 · gw 130.1 · service CIDR 10.96.0.0/23</a:t>
                      </a:r>
                    </a:p>
                  </a:txBody>
                  <a:tcPr marL="54864" marR="54864" marT="27432" marB="27432" anchor="ctr">
                    <a:solidFill>
                      <a:srgbClr val="FFFFFF"/>
                    </a:solidFill>
                  </a:tcPr>
                </a:tc>
              </a:tr>
              <a:tr h="502920">
                <a:tc>
                  <a:txBody>
                    <a:bodyPr wrap="square"/>
                    <a:lstStyle/>
                    <a:p>
                      <a:r>
                        <a:rPr sz="1200" b="1">
                          <a:solidFill>
                            <a:srgbClr val="333333"/>
                          </a:solidFill>
                          <a:ea typeface="Microsoft JhengHei"/>
                        </a:rPr>
                        <a:t>6 Load Balancer</a:t>
                      </a:r>
                    </a:p>
                  </a:txBody>
                  <a:tcPr marL="54864" marR="54864" marT="27432" marB="27432" anchor="ctr">
                    <a:solidFill>
                      <a:srgbClr val="F2F2F2"/>
                    </a:solidFill>
                  </a:tcPr>
                </a:tc>
                <a:tc>
                  <a:txBody>
                    <a:bodyPr wrap="square"/>
                    <a:lstStyle/>
                    <a:p>
                      <a:r>
                        <a:rPr sz="1200" b="0">
                          <a:solidFill>
                            <a:srgbClr val="333333"/>
                          </a:solidFill>
                          <a:ea typeface="Microsoft JhengHei"/>
                        </a:rPr>
                        <a:t>flb-supervisor01 · One Arm · Medium · HA 2 · 管理網 flb-mgmt 120.95 – .96（後加 .97）· VIP 130.200 – .250</a:t>
                      </a:r>
                    </a:p>
                  </a:txBody>
                  <a:tcPr marL="54864" marR="54864" marT="27432" marB="27432" anchor="ctr">
                    <a:solidFill>
                      <a:srgbClr val="F2F2F2"/>
                    </a:solidFill>
                  </a:tcPr>
                </a:tc>
              </a:tr>
              <a:tr h="502920">
                <a:tc>
                  <a:txBody>
                    <a:bodyPr wrap="square"/>
                    <a:lstStyle/>
                    <a:p>
                      <a:r>
                        <a:rPr sz="1200" b="1">
                          <a:solidFill>
                            <a:srgbClr val="333333"/>
                          </a:solidFill>
                          <a:ea typeface="Microsoft JhengHei"/>
                        </a:rPr>
                        <a:t>7 進階</a:t>
                      </a:r>
                    </a:p>
                  </a:txBody>
                  <a:tcPr marL="54864" marR="54864" marT="27432" marB="27432" anchor="ctr">
                    <a:solidFill>
                      <a:srgbClr val="FFFFFF"/>
                    </a:solidFill>
                  </a:tcPr>
                </a:tc>
                <a:tc>
                  <a:txBody>
                    <a:bodyPr wrap="square"/>
                    <a:lstStyle/>
                    <a:p>
                      <a:r>
                        <a:rPr sz="1200" b="0">
                          <a:solidFill>
                            <a:srgbClr val="333333"/>
                          </a:solidFill>
                          <a:ea typeface="Microsoft JhengHei"/>
                        </a:rPr>
                        <a:t>Control plane Small（4 vCPU / 16 GB）· API DNS name supervisor01.alan.lab</a:t>
                      </a:r>
                    </a:p>
                  </a:txBody>
                  <a:tcPr marL="54864" marR="54864" marT="27432" marB="27432" anchor="ctr">
                    <a:solidFill>
                      <a:srgbClr val="FFFF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Unblock Spherelet by Silencing the Nested vSAN HCL Check</a:t>
            </a:r>
          </a:p>
        </p:txBody>
      </p:sp>
      <p:sp>
        <p:nvSpPr>
          <p:cNvPr id="3" name="Subtitle 2"/>
          <p:cNvSpPr>
            <a:spLocks noGrp="1"/>
          </p:cNvSpPr>
          <p:nvPr>
            <p:ph type="subTitle" idx="10"/>
          </p:nvPr>
        </p:nvSpPr>
        <p:spPr/>
        <p:txBody>
          <a:bodyPr/>
          <a:lstStyle/>
          <a:p>
            <a:r>
              <a:rPr>
                <a:ea typeface="Microsoft JhengHei"/>
              </a:rPr>
              <a:t>nested lab 地雷：vLCM 健康檢查擋住 Spherelet 8 小時</a:t>
            </a:r>
          </a:p>
        </p:txBody>
      </p:sp>
      <p:sp>
        <p:nvSpPr>
          <p:cNvPr id="4" name="Content Placeholder 3"/>
          <p:cNvSpPr>
            <a:spLocks noGrp="1"/>
          </p:cNvSpPr>
          <p:nvPr>
            <p:ph idx="14" sz="quarter"/>
          </p:nvPr>
        </p:nvSpPr>
        <p:spPr/>
        <p:txBody>
          <a:bodyPr/>
          <a:lstStyle/>
          <a:p>
            <a:pPr>
              <a:spcAft>
                <a:spcPts val="1400"/>
              </a:spcAft>
            </a:pPr>
            <a:r>
              <a:rPr sz="1800">
                <a:solidFill>
                  <a:srgbClr val="6C4B94"/>
                </a:solidFill>
                <a:ea typeface="Microsoft JhengHei"/>
              </a:rPr>
              <a:t>▍ </a:t>
            </a:r>
            <a:r>
              <a:rPr sz="1800">
                <a:ea typeface="Microsoft JhengHei"/>
              </a:rPr>
              <a:t>症狀：Supervisor RUNNING 但 k8s WARNING「No node is accepting vSphere Pods」，cci-ns Pending</a:t>
            </a:r>
          </a:p>
          <a:p>
            <a:pPr>
              <a:spcAft>
                <a:spcPts val="1400"/>
              </a:spcAft>
            </a:pPr>
            <a:r>
              <a:rPr sz="1800">
                <a:solidFill>
                  <a:srgbClr val="007B8C"/>
                </a:solidFill>
                <a:ea typeface="Microsoft JhengHei"/>
              </a:rPr>
              <a:t>▍ </a:t>
            </a:r>
            <a:r>
              <a:rPr sz="1800">
                <a:ea typeface="Microsoft JhengHei"/>
              </a:rPr>
              <a:t>根因：Supervisor 以 vLCM ClusterApplySolution 安裝 Spherelet，FINALIZE 健康檢查 vSAN NOT_OK</a:t>
            </a:r>
          </a:p>
          <a:p>
            <a:pPr>
              <a:spcAft>
                <a:spcPts val="1400"/>
              </a:spcAft>
            </a:pPr>
            <a:r>
              <a:rPr sz="1800">
                <a:solidFill>
                  <a:srgbClr val="0098C7"/>
                </a:solidFill>
                <a:ea typeface="Microsoft JhengHei"/>
              </a:rPr>
              <a:t>▍ </a:t>
            </a:r>
            <a:r>
              <a:rPr sz="1800">
                <a:ea typeface="Microsoft JhengHei"/>
              </a:rPr>
              <a:t>vSAN 測試「NVMe device is VMware certified」— nested 虛擬 NVMe 不在 VCG → 479 次失敗重試</a:t>
            </a:r>
          </a:p>
          <a:p>
            <a:pPr>
              <a:spcAft>
                <a:spcPts val="1400"/>
              </a:spcAft>
            </a:pPr>
            <a:r>
              <a:rPr sz="1800">
                <a:solidFill>
                  <a:srgbClr val="61A60E"/>
                </a:solidFill>
                <a:ea typeface="Microsoft JhengHei"/>
              </a:rPr>
              <a:t>▍ </a:t>
            </a:r>
            <a:r>
              <a:rPr sz="1800">
                <a:ea typeface="Microsoft JhengHei"/>
              </a:rPr>
              <a:t>修法（僅限 lab）：SetVsanClusterSilentChecks(addSilentChecks=['nvmeonhcl'])，ID 要用短名</a:t>
            </a:r>
          </a:p>
          <a:p>
            <a:pPr>
              <a:spcAft>
                <a:spcPts val="1400"/>
              </a:spcAft>
            </a:pPr>
            <a:r>
              <a:rPr sz="1800">
                <a:solidFill>
                  <a:srgbClr val="6C4B94"/>
                </a:solidFill>
                <a:ea typeface="Microsoft JhengHei"/>
              </a:rPr>
              <a:t>▍ </a:t>
            </a:r>
            <a:r>
              <a:rPr sz="1800">
                <a:ea typeface="Microsoft JhengHei"/>
              </a:rPr>
              <a:t>結果：約 4 分鐘內 esx01–03 成為 agent node，cci-ns Running，Supervisor READY</a:t>
            </a:r>
          </a:p>
          <a:p>
            <a:pPr>
              <a:spcAft>
                <a:spcPts val="1400"/>
              </a:spcAft>
            </a:pPr>
            <a:r>
              <a:rPr sz="1800">
                <a:solidFill>
                  <a:srgbClr val="007B8C"/>
                </a:solidFill>
                <a:ea typeface="Microsoft JhengHei"/>
              </a:rPr>
              <a:t>▍ </a:t>
            </a:r>
            <a:r>
              <a:rPr sz="1800">
                <a:ea typeface="Microsoft JhengHei"/>
              </a:rPr>
              <a:t>除錯入口：VCSA /var/log/vmware/vmware-updatemgr/vum-server/ 搜尋 'returned status: NOT_OK'</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Air-Gap Supply Chain</a:t>
            </a:r>
          </a:p>
        </p:txBody>
      </p:sp>
      <p:sp>
        <p:nvSpPr>
          <p:cNvPr id="3" name="Subtitle 2"/>
          <p:cNvSpPr>
            <a:spLocks noGrp="1"/>
          </p:cNvSpPr>
          <p:nvPr>
            <p:ph type="subTitle" idx="10"/>
          </p:nvPr>
        </p:nvSpPr>
        <p:spPr/>
        <p:txBody>
          <a:bodyPr/>
          <a:lstStyle/>
          <a:p>
            <a:r>
              <a:rPr>
                <a:ea typeface="Microsoft JhengHei"/>
              </a:rPr>
              <a:t>素材供應鏈：什麼東西、從哪裡、帶到哪裡</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Carry Every Artifact Across the Gap — with Checksums</a:t>
            </a:r>
          </a:p>
        </p:txBody>
      </p:sp>
      <p:sp>
        <p:nvSpPr>
          <p:cNvPr id="3" name="Subtitle 2"/>
          <p:cNvSpPr>
            <a:spLocks noGrp="1"/>
          </p:cNvSpPr>
          <p:nvPr>
            <p:ph type="subTitle" idx="10"/>
          </p:nvPr>
        </p:nvSpPr>
        <p:spPr/>
        <p:txBody>
          <a:bodyPr/>
          <a:lstStyle/>
          <a:p>
            <a:r>
              <a:rPr>
                <a:ea typeface="Microsoft JhengHei"/>
              </a:rPr>
              <a:t>五類素材：來源 → bastion → admin → 目標</a:t>
            </a:r>
          </a:p>
        </p:txBody>
      </p:sp>
      <p:sp>
        <p:nvSpPr>
          <p:cNvPr id="4" name="Text Placeholder 3"/>
          <p:cNvSpPr>
            <a:spLocks noGrp="1"/>
          </p:cNvSpPr>
          <p:nvPr>
            <p:ph type="body" idx="17" sz="quarter"/>
          </p:nvPr>
        </p:nvSpPr>
        <p:spPr/>
        <p:txBody>
          <a:bodyPr/>
          <a:lstStyle/>
          <a:p>
            <a:r>
              <a:rPr sz="1300">
                <a:ea typeface="Microsoft JhengHei"/>
              </a:rPr>
              <a:t>每一跳都用 SHA256SUMS 驗證</a:t>
            </a:r>
          </a:p>
          <a:p>
            <a:r>
              <a:rPr sz="1300">
                <a:ea typeface="Microsoft JhengHei"/>
              </a:rPr>
              <a:t>harbor / admin 從不 apt、從不上網</a:t>
            </a:r>
          </a:p>
          <a:p>
            <a:r>
              <a:rPr sz="1300">
                <a:ea typeface="Microsoft JhengHei"/>
              </a:rPr>
              <a:t>VCF CLI 9.1 只能從 Support Portal（公開 artifactory 只到 9.0.2）</a:t>
            </a:r>
          </a:p>
          <a:p>
            <a:r>
              <a:rPr sz="1300">
                <a:ea typeface="Microsoft JhengHei"/>
              </a:rPr>
              <a:t>kubectl / kubectl-vsphere 直接從 Supervisor 下載</a:t>
            </a:r>
          </a:p>
          <a:p>
            <a:r>
              <a:rPr sz="1300">
                <a:ea typeface="Microsoft JhengHei"/>
              </a:rPr>
              <a:t>Supervisor 無 Software Depot → /wcp/vcf-cli 固定回 503</a:t>
            </a:r>
          </a:p>
        </p:txBody>
      </p:sp>
      <p:pic>
        <p:nvPicPr>
          <p:cNvPr id="5" name="Picture 4" descr="d2-supply-chain.png"/>
          <p:cNvPicPr>
            <a:picLocks noChangeAspect="1"/>
          </p:cNvPicPr>
          <p:nvPr/>
        </p:nvPicPr>
        <p:blipFill>
          <a:blip r:embed="rId2"/>
          <a:stretch>
            <a:fillRect/>
          </a:stretch>
        </p:blipFill>
        <p:spPr>
          <a:xfrm>
            <a:off x="608012" y="1600201"/>
            <a:ext cx="7398303" cy="4572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Stand Up Harbor Offline and Make Everyone Trust It</a:t>
            </a:r>
          </a:p>
        </p:txBody>
      </p:sp>
      <p:sp>
        <p:nvSpPr>
          <p:cNvPr id="3" name="Subtitle 2"/>
          <p:cNvSpPr>
            <a:spLocks noGrp="1"/>
          </p:cNvSpPr>
          <p:nvPr>
            <p:ph type="subTitle" idx="10"/>
          </p:nvPr>
        </p:nvSpPr>
        <p:spPr/>
        <p:txBody>
          <a:bodyPr/>
          <a:lstStyle/>
          <a:p>
            <a:r>
              <a:rPr>
                <a:ea typeface="Microsoft JhengHei"/>
              </a:rPr>
              <a:t>Harbor v2.15.2 離線安裝與 CA 信任</a:t>
            </a:r>
          </a:p>
        </p:txBody>
      </p:sp>
      <p:sp>
        <p:nvSpPr>
          <p:cNvPr id="4" name="Content Placeholder 3"/>
          <p:cNvSpPr>
            <a:spLocks noGrp="1"/>
          </p:cNvSpPr>
          <p:nvPr>
            <p:ph idx="14" sz="quarter"/>
          </p:nvPr>
        </p:nvSpPr>
        <p:spPr/>
        <p:txBody>
          <a:bodyPr/>
          <a:lstStyle/>
          <a:p>
            <a:pPr>
              <a:spcAft>
                <a:spcPts val="1400"/>
              </a:spcAft>
            </a:pPr>
            <a:r>
              <a:rPr sz="1800">
                <a:solidFill>
                  <a:srgbClr val="6C4B94"/>
                </a:solidFill>
                <a:ea typeface="Microsoft JhengHei"/>
              </a:rPr>
              <a:t>▍ </a:t>
            </a:r>
            <a:r>
              <a:rPr sz="1800">
                <a:ea typeface="Microsoft JhengHei"/>
              </a:rPr>
              <a:t>Docker .deb（5 個）與 Harbor offline installer 由 bastion 帶入，dpkg -i + install.sh</a:t>
            </a:r>
          </a:p>
          <a:p>
            <a:pPr>
              <a:spcAft>
                <a:spcPts val="1400"/>
              </a:spcAft>
            </a:pPr>
            <a:r>
              <a:rPr sz="1800">
                <a:solidFill>
                  <a:srgbClr val="007B8C"/>
                </a:solidFill>
                <a:ea typeface="Microsoft JhengHei"/>
              </a:rPr>
              <a:t>▍ </a:t>
            </a:r>
            <a:r>
              <a:rPr sz="1800">
                <a:ea typeface="Microsoft JhengHei"/>
              </a:rPr>
              <a:t>自簽 CA「alan.lab Harbor Root CA」+ 伺服器憑證 SAN：harbor.alan.lab / harbor / 192.168.120.80</a:t>
            </a:r>
          </a:p>
          <a:p>
            <a:pPr>
              <a:spcAft>
                <a:spcPts val="1400"/>
              </a:spcAft>
            </a:pPr>
            <a:r>
              <a:rPr sz="1800">
                <a:solidFill>
                  <a:srgbClr val="0098C7"/>
                </a:solidFill>
                <a:ea typeface="Microsoft JhengHei"/>
              </a:rPr>
              <a:t>▍ </a:t>
            </a:r>
            <a:r>
              <a:rPr sz="1800">
                <a:ea typeface="Microsoft JhengHei"/>
              </a:rPr>
              <a:t>信任點 1 — admin：/etc/docker/certs.d + 系統 trust store</a:t>
            </a:r>
          </a:p>
          <a:p>
            <a:pPr>
              <a:spcAft>
                <a:spcPts val="1400"/>
              </a:spcAft>
            </a:pPr>
            <a:r>
              <a:rPr sz="1800">
                <a:solidFill>
                  <a:srgbClr val="61A60E"/>
                </a:solidFill>
                <a:ea typeface="Microsoft JhengHei"/>
              </a:rPr>
              <a:t>▍ </a:t>
            </a:r>
            <a:r>
              <a:rPr sz="1800">
                <a:ea typeface="Microsoft JhengHei"/>
              </a:rPr>
              <a:t>信任點 2 — Supervisor：container-image-registries API 登錄 Harbor（CA + 帳密）</a:t>
            </a:r>
          </a:p>
          <a:p>
            <a:pPr>
              <a:spcAft>
                <a:spcPts val="1400"/>
              </a:spcAft>
            </a:pPr>
            <a:r>
              <a:rPr sz="1800">
                <a:solidFill>
                  <a:srgbClr val="6C4B94"/>
                </a:solidFill>
                <a:ea typeface="Microsoft JhengHei"/>
              </a:rPr>
              <a:t>▍ </a:t>
            </a:r>
            <a:r>
              <a:rPr sz="1800">
                <a:ea typeface="Microsoft JhengHei"/>
              </a:rPr>
              <a:t>信任點 3 — VKS 節點：Cluster 變數 osConfiguration.trust.additionalTrustedCAs</a:t>
            </a:r>
          </a:p>
          <a:p>
            <a:pPr>
              <a:spcAft>
                <a:spcPts val="1400"/>
              </a:spcAft>
            </a:pPr>
            <a:r>
              <a:rPr sz="1800">
                <a:solidFill>
                  <a:srgbClr val="007B8C"/>
                </a:solidFill>
                <a:ea typeface="Microsoft JhengHei"/>
              </a:rPr>
              <a:t>▍ </a:t>
            </a:r>
            <a:r>
              <a:rPr sz="1800">
                <a:ea typeface="Microsoft JhengHei"/>
              </a:rPr>
              <a:t>驗證：push library/airgap-test → admin 以 TLS 驗證 pull 成功；不裝 Trivy（DB 需外網）</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Kubernetes Releases from a Local Content Library</a:t>
            </a:r>
          </a:p>
        </p:txBody>
      </p:sp>
      <p:sp>
        <p:nvSpPr>
          <p:cNvPr id="3" name="Subtitle 2"/>
          <p:cNvSpPr>
            <a:spLocks noGrp="1"/>
          </p:cNvSpPr>
          <p:nvPr>
            <p:ph type="subTitle" idx="10"/>
          </p:nvPr>
        </p:nvSpPr>
        <p:spPr/>
        <p:txBody>
          <a:bodyPr/>
          <a:lstStyle/>
          <a:p>
            <a:r>
              <a:rPr>
                <a:ea typeface="Microsoft JhengHei"/>
              </a:rPr>
              <a:t>VKr 匯入與相容性</a:t>
            </a:r>
          </a:p>
        </p:txBody>
      </p:sp>
      <p:sp>
        <p:nvSpPr>
          <p:cNvPr id="4" name="Content Placeholder 3"/>
          <p:cNvSpPr>
            <a:spLocks noGrp="1"/>
          </p:cNvSpPr>
          <p:nvPr>
            <p:ph idx="14" sz="quarter"/>
          </p:nvPr>
        </p:nvSpPr>
        <p:spPr/>
        <p:txBody>
          <a:bodyPr/>
          <a:lstStyle/>
          <a:p>
            <a:pPr>
              <a:spcAft>
                <a:spcPts val="1400"/>
              </a:spcAft>
            </a:pPr>
            <a:r>
              <a:rPr sz="1800">
                <a:solidFill>
                  <a:srgbClr val="6C4B94"/>
                </a:solidFill>
                <a:ea typeface="Microsoft JhengHei"/>
              </a:rPr>
              <a:t>▍ </a:t>
            </a:r>
            <a:r>
              <a:rPr sz="1800">
                <a:ea typeface="Microsoft JhengHei"/>
              </a:rPr>
              <a:t>來源 wp-content.broadcom.com/v2/latest（138 個 item）→ 每個 minor 最新 Photon 5</a:t>
            </a:r>
          </a:p>
          <a:p>
            <a:pPr>
              <a:spcAft>
                <a:spcPts val="1400"/>
              </a:spcAft>
            </a:pPr>
            <a:r>
              <a:rPr sz="1800">
                <a:solidFill>
                  <a:srgbClr val="007B8C"/>
                </a:solidFill>
                <a:ea typeface="Microsoft JhengHei"/>
              </a:rPr>
              <a:t>▍ </a:t>
            </a:r>
            <a:r>
              <a:rPr sz="1800">
                <a:ea typeface="Microsoft JhengHei"/>
              </a:rPr>
              <a:t>v1.34.9 · v1.35.6 · v1.36.2，每個 item = vmdk + ovf + mf + cert</a:t>
            </a:r>
          </a:p>
          <a:p>
            <a:pPr>
              <a:spcAft>
                <a:spcPts val="1400"/>
              </a:spcAft>
            </a:pPr>
            <a:r>
              <a:rPr sz="1800">
                <a:solidFill>
                  <a:srgbClr val="0098C7"/>
                </a:solidFill>
                <a:ea typeface="Microsoft JhengHei"/>
              </a:rPr>
              <a:t>▍ </a:t>
            </a:r>
            <a:r>
              <a:rPr sz="1800">
                <a:ea typeface="Microsoft JhengHei"/>
              </a:rPr>
              <a:t>govc library.import 匯入 vks-kr-local，item 名稱必須等於原始名稱</a:t>
            </a:r>
          </a:p>
          <a:p>
            <a:pPr>
              <a:spcAft>
                <a:spcPts val="1400"/>
              </a:spcAft>
            </a:pPr>
            <a:r>
              <a:rPr sz="1800">
                <a:solidFill>
                  <a:srgbClr val="61A60E"/>
                </a:solidFill>
                <a:ea typeface="Microsoft JhengHei"/>
              </a:rPr>
              <a:t>▍ </a:t>
            </a:r>
            <a:r>
              <a:rPr sz="1800">
                <a:ea typeface="Microsoft JhengHei"/>
              </a:rPr>
              <a:t>設為 Supervisor default_kubernetes_service_content_library（非同步，約 20 秒生效）</a:t>
            </a:r>
          </a:p>
          <a:p>
            <a:pPr>
              <a:spcAft>
                <a:spcPts val="1400"/>
              </a:spcAft>
            </a:pPr>
            <a:r>
              <a:rPr sz="1800">
                <a:solidFill>
                  <a:srgbClr val="6C4B94"/>
                </a:solidFill>
                <a:ea typeface="Microsoft JhengHei"/>
              </a:rPr>
              <a:t>▍ </a:t>
            </a:r>
            <a:r>
              <a:rPr sz="1800">
                <a:ea typeface="Microsoft JhengHei"/>
              </a:rPr>
              <a:t>Namespace vks-ns01 綁定 content library 與 best-effort VM class</a:t>
            </a:r>
          </a:p>
          <a:p>
            <a:pPr>
              <a:spcAft>
                <a:spcPts val="1400"/>
              </a:spcAft>
            </a:pPr>
            <a:r>
              <a:rPr sz="1800">
                <a:solidFill>
                  <a:srgbClr val="007B8C"/>
                </a:solidFill>
                <a:ea typeface="Microsoft JhengHei"/>
              </a:rPr>
              <a:t>▍ </a:t>
            </a:r>
            <a:r>
              <a:rPr sz="1800">
                <a:ea typeface="Microsoft JhengHei"/>
              </a:rPr>
              <a:t>kubectl get kr：三個版本皆 READY + COMPATIBLE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VKS Cluster &amp; Add-on Repository</a:t>
            </a:r>
          </a:p>
        </p:txBody>
      </p:sp>
      <p:sp>
        <p:nvSpPr>
          <p:cNvPr id="3" name="Subtitle 2"/>
          <p:cNvSpPr>
            <a:spLocks noGrp="1"/>
          </p:cNvSpPr>
          <p:nvPr>
            <p:ph type="subTitle" idx="10"/>
          </p:nvPr>
        </p:nvSpPr>
        <p:spPr/>
        <p:txBody>
          <a:bodyPr/>
          <a:lstStyle/>
          <a:p>
            <a:r>
              <a:rPr>
                <a:ea typeface="Microsoft JhengHei"/>
              </a:rPr>
              <a:t>VKS 叢集與 addon 套件庫</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Provision VKS with kubectl — ClusterClass v3.7.0</a:t>
            </a:r>
          </a:p>
        </p:txBody>
      </p:sp>
      <p:sp>
        <p:nvSpPr>
          <p:cNvPr id="3" name="Subtitle 2"/>
          <p:cNvSpPr>
            <a:spLocks noGrp="1"/>
          </p:cNvSpPr>
          <p:nvPr>
            <p:ph type="subTitle" idx="10"/>
          </p:nvPr>
        </p:nvSpPr>
        <p:spPr/>
        <p:txBody>
          <a:bodyPr/>
          <a:lstStyle/>
          <a:p>
            <a:r>
              <a:rPr>
                <a:ea typeface="Microsoft JhengHei"/>
              </a:rPr>
              <a:t>vks-test01：CAPI v1beta2 關鍵欄位</a:t>
            </a:r>
          </a:p>
        </p:txBody>
      </p:sp>
      <p:sp>
        <p:nvSpPr>
          <p:cNvPr id="4" name="Text Placeholder 3"/>
          <p:cNvSpPr>
            <a:spLocks noGrp="1"/>
          </p:cNvSpPr>
          <p:nvPr>
            <p:ph type="body" idx="17" sz="quarter"/>
          </p:nvPr>
        </p:nvSpPr>
        <p:spPr/>
        <p:txBody>
          <a:bodyPr/>
          <a:lstStyle/>
          <a:p>
            <a:r>
              <a:rPr sz="1300">
                <a:ea typeface="Microsoft JhengHei"/>
              </a:rPr>
              <a:t>classRef 取代 v1beta1 的 class</a:t>
            </a:r>
          </a:p>
          <a:p>
            <a:r>
              <a:rPr sz="1300">
                <a:ea typeface="Microsoft JhengHei"/>
              </a:rPr>
              <a:t>明確指定 CIDR，避開 192.168.x</a:t>
            </a:r>
          </a:p>
          <a:p>
            <a:r>
              <a:rPr sz="1300">
                <a:ea typeface="Microsoft JhengHei"/>
              </a:rPr>
              <a:t>Harbor CA 經 osConfiguration.trust 注入節點</a:t>
            </a:r>
          </a:p>
          <a:p>
            <a:r>
              <a:rPr sz="1300">
                <a:ea typeface="Microsoft JhengHei"/>
              </a:rPr>
              <a:t>先 kubectl apply --dry-run=server</a:t>
            </a:r>
          </a:p>
          <a:p>
            <a:r>
              <a:rPr sz="1300">
                <a:ea typeface="Microsoft JhengHei"/>
              </a:rPr>
              <a:t>預設 Pod Security = restricted:latest</a:t>
            </a:r>
          </a:p>
        </p:txBody>
      </p:sp>
      <p:sp>
        <p:nvSpPr>
          <p:cNvPr id="5" name="Rectangle 4"/>
          <p:cNvSpPr/>
          <p:nvPr/>
        </p:nvSpPr>
        <p:spPr>
          <a:xfrm>
            <a:off x="608012" y="1600201"/>
            <a:ext cx="7398303" cy="4572000"/>
          </a:xfrm>
          <a:prstGeom prst="rect">
            <a:avLst/>
          </a:prstGeom>
          <a:solidFill>
            <a:srgbClr val="F2F2F2"/>
          </a:solidFill>
          <a:ln w="12700">
            <a:solidFill>
              <a:srgbClr val="717074"/>
            </a:solidFill>
          </a:ln>
        </p:spPr>
        <p:style>
          <a:lnRef idx="1">
            <a:schemeClr val="accent1"/>
          </a:lnRef>
          <a:fillRef idx="3">
            <a:schemeClr val="accent1"/>
          </a:fillRef>
          <a:effectRef idx="2">
            <a:schemeClr val="accent1"/>
          </a:effectRef>
          <a:fontRef idx="minor">
            <a:schemeClr val="lt1"/>
          </a:fontRef>
        </p:style>
        <p:txBody>
          <a:bodyPr rtlCol="0" anchor="t" wrap="none" lIns="137160" tIns="91440"/>
          <a:lstStyle/>
          <a:p>
            <a:pPr algn="l"/>
            <a:r>
              <a:rPr sz="1050">
                <a:solidFill>
                  <a:srgbClr val="1B1D36"/>
                </a:solidFill>
                <a:latin typeface="Consolas"/>
                <a:ea typeface="Microsoft JhengHei"/>
              </a:rPr>
              <a:t>apiVersion: cluster.x-k8s.io/v1beta2</a:t>
            </a:r>
          </a:p>
          <a:p>
            <a:pPr algn="l"/>
            <a:r>
              <a:rPr sz="1050">
                <a:solidFill>
                  <a:srgbClr val="1B1D36"/>
                </a:solidFill>
                <a:latin typeface="Consolas"/>
                <a:ea typeface="Microsoft JhengHei"/>
              </a:rPr>
              <a:t>kind: Cluster</a:t>
            </a:r>
          </a:p>
          <a:p>
            <a:pPr algn="l"/>
            <a:r>
              <a:rPr sz="1050">
                <a:solidFill>
                  <a:srgbClr val="1B1D36"/>
                </a:solidFill>
                <a:latin typeface="Consolas"/>
                <a:ea typeface="Microsoft JhengHei"/>
              </a:rPr>
              <a:t>metadata: {name: vks-test01, namespace: vks-ns01}</a:t>
            </a:r>
          </a:p>
          <a:p>
            <a:pPr algn="l"/>
            <a:r>
              <a:rPr sz="1050">
                <a:solidFill>
                  <a:srgbClr val="1B1D36"/>
                </a:solidFill>
                <a:latin typeface="Consolas"/>
                <a:ea typeface="Microsoft JhengHei"/>
              </a:rPr>
              <a:t>spec:</a:t>
            </a:r>
          </a:p>
          <a:p>
            <a:pPr algn="l"/>
            <a:r>
              <a:rPr sz="1050">
                <a:solidFill>
                  <a:srgbClr val="1B1D36"/>
                </a:solidFill>
                <a:latin typeface="Consolas"/>
                <a:ea typeface="Microsoft JhengHei"/>
              </a:rPr>
              <a:t>  clusterNetwork:</a:t>
            </a:r>
          </a:p>
          <a:p>
            <a:pPr algn="l"/>
            <a:r>
              <a:rPr sz="1050">
                <a:solidFill>
                  <a:srgbClr val="1B1D36"/>
                </a:solidFill>
                <a:latin typeface="Consolas"/>
                <a:ea typeface="Microsoft JhengHei"/>
              </a:rPr>
              <a:t>    pods:     {cidrBlocks: ["10.244.0.0/16"]}</a:t>
            </a:r>
          </a:p>
          <a:p>
            <a:pPr algn="l"/>
            <a:r>
              <a:rPr sz="1050">
                <a:solidFill>
                  <a:srgbClr val="1B1D36"/>
                </a:solidFill>
                <a:latin typeface="Consolas"/>
                <a:ea typeface="Microsoft JhengHei"/>
              </a:rPr>
              <a:t>    services: {cidrBlocks: ["10.97.0.0/16"]}</a:t>
            </a:r>
          </a:p>
          <a:p>
            <a:pPr algn="l"/>
            <a:r>
              <a:rPr sz="1050">
                <a:solidFill>
                  <a:srgbClr val="1B1D36"/>
                </a:solidFill>
                <a:latin typeface="Consolas"/>
                <a:ea typeface="Microsoft JhengHei"/>
              </a:rPr>
              <a:t>  topology:</a:t>
            </a:r>
          </a:p>
          <a:p>
            <a:pPr algn="l"/>
            <a:r>
              <a:rPr sz="1050">
                <a:solidFill>
                  <a:srgbClr val="1B1D36"/>
                </a:solidFill>
                <a:latin typeface="Consolas"/>
                <a:ea typeface="Microsoft JhengHei"/>
              </a:rPr>
              <a:t>    classRef:            # v1beta1 的 topology.class</a:t>
            </a:r>
          </a:p>
          <a:p>
            <a:pPr algn="l"/>
            <a:r>
              <a:rPr sz="1050">
                <a:solidFill>
                  <a:srgbClr val="1B1D36"/>
                </a:solidFill>
                <a:latin typeface="Consolas"/>
                <a:ea typeface="Microsoft JhengHei"/>
              </a:rPr>
              <a:t>      name: builtin-generic-v3.7.0</a:t>
            </a:r>
          </a:p>
          <a:p>
            <a:pPr algn="l"/>
            <a:r>
              <a:rPr sz="1050">
                <a:solidFill>
                  <a:srgbClr val="1B1D36"/>
                </a:solidFill>
                <a:latin typeface="Consolas"/>
                <a:ea typeface="Microsoft JhengHei"/>
              </a:rPr>
              <a:t>      namespace: vmware-system-vks-public</a:t>
            </a:r>
          </a:p>
          <a:p>
            <a:pPr algn="l"/>
            <a:r>
              <a:rPr sz="1050">
                <a:solidFill>
                  <a:srgbClr val="1B1D36"/>
                </a:solidFill>
                <a:latin typeface="Consolas"/>
                <a:ea typeface="Microsoft JhengHei"/>
              </a:rPr>
              <a:t>    version: v1.34.9+vmware.2-vkr.4</a:t>
            </a:r>
          </a:p>
          <a:p>
            <a:pPr algn="l"/>
            <a:r>
              <a:rPr sz="1050">
                <a:solidFill>
                  <a:srgbClr val="1B1D36"/>
                </a:solidFill>
                <a:latin typeface="Consolas"/>
                <a:ea typeface="Microsoft JhengHei"/>
              </a:rPr>
              <a:t>    controlPlane: {replicas: 1}</a:t>
            </a:r>
          </a:p>
          <a:p>
            <a:pPr algn="l"/>
            <a:r>
              <a:rPr sz="1050">
                <a:solidFill>
                  <a:srgbClr val="1B1D36"/>
                </a:solidFill>
                <a:latin typeface="Consolas"/>
                <a:ea typeface="Microsoft JhengHei"/>
              </a:rPr>
              <a:t>    workers:</a:t>
            </a:r>
          </a:p>
          <a:p>
            <a:pPr algn="l"/>
            <a:r>
              <a:rPr sz="1050">
                <a:solidFill>
                  <a:srgbClr val="1B1D36"/>
                </a:solidFill>
                <a:latin typeface="Consolas"/>
                <a:ea typeface="Microsoft JhengHei"/>
              </a:rPr>
              <a:t>      machineDeployments:</a:t>
            </a:r>
          </a:p>
          <a:p>
            <a:pPr algn="l"/>
            <a:r>
              <a:rPr sz="1050">
                <a:solidFill>
                  <a:srgbClr val="1B1D36"/>
                </a:solidFill>
                <a:latin typeface="Consolas"/>
                <a:ea typeface="Microsoft JhengHei"/>
              </a:rPr>
              <a:t>      - {class: node-pool, name: np1, replicas: 1}</a:t>
            </a:r>
          </a:p>
          <a:p>
            <a:pPr algn="l"/>
            <a:r>
              <a:rPr sz="1050">
                <a:solidFill>
                  <a:srgbClr val="1B1D36"/>
                </a:solidFill>
                <a:latin typeface="Consolas"/>
                <a:ea typeface="Microsoft JhengHei"/>
              </a:rPr>
              <a:t>    variables:</a:t>
            </a:r>
          </a:p>
          <a:p>
            <a:pPr algn="l"/>
            <a:r>
              <a:rPr sz="1050">
                <a:solidFill>
                  <a:srgbClr val="1B1D36"/>
                </a:solidFill>
                <a:latin typeface="Consolas"/>
                <a:ea typeface="Microsoft JhengHei"/>
              </a:rPr>
              <a:t>    - {name: vmClass, value: best-effort-medium}</a:t>
            </a:r>
          </a:p>
          <a:p>
            <a:pPr algn="l"/>
            <a:r>
              <a:rPr sz="1050">
                <a:solidFill>
                  <a:srgbClr val="1B1D36"/>
                </a:solidFill>
                <a:latin typeface="Consolas"/>
                <a:ea typeface="Microsoft JhengHei"/>
              </a:rPr>
              <a:t>    - {name: storageClass, value: vcf-m01-cl01-vsan-storage-policy}</a:t>
            </a:r>
          </a:p>
          <a:p>
            <a:pPr algn="l"/>
            <a:r>
              <a:rPr sz="1050">
                <a:solidFill>
                  <a:srgbClr val="1B1D36"/>
                </a:solidFill>
                <a:latin typeface="Consolas"/>
                <a:ea typeface="Microsoft JhengHei"/>
              </a:rPr>
              <a:t>    - name: osConfiguration</a:t>
            </a:r>
          </a:p>
          <a:p>
            <a:pPr algn="l"/>
            <a:r>
              <a:rPr sz="1050">
                <a:solidFill>
                  <a:srgbClr val="1B1D36"/>
                </a:solidFill>
                <a:latin typeface="Consolas"/>
                <a:ea typeface="Microsoft JhengHei"/>
              </a:rPr>
              <a:t>      value:</a:t>
            </a:r>
          </a:p>
          <a:p>
            <a:pPr algn="l"/>
            <a:r>
              <a:rPr sz="1050">
                <a:solidFill>
                  <a:srgbClr val="1B1D36"/>
                </a:solidFill>
                <a:latin typeface="Consolas"/>
                <a:ea typeface="Microsoft JhengHei"/>
              </a:rPr>
              <a:t>        trust:</a:t>
            </a:r>
          </a:p>
          <a:p>
            <a:pPr algn="l"/>
            <a:r>
              <a:rPr sz="1050">
                <a:solidFill>
                  <a:srgbClr val="1B1D36"/>
                </a:solidFill>
                <a:latin typeface="Consolas"/>
                <a:ea typeface="Microsoft JhengHei"/>
              </a:rPr>
              <a:t>          additionalTrustedCAs:</a:t>
            </a:r>
          </a:p>
          <a:p>
            <a:pPr algn="l"/>
            <a:r>
              <a:rPr sz="1050">
                <a:solidFill>
                  <a:srgbClr val="1B1D36"/>
                </a:solidFill>
                <a:latin typeface="Consolas"/>
                <a:ea typeface="Microsoft JhengHei"/>
              </a:rPr>
              <a:t>          - caCert: {content: &lt;Harbor CA PEM&gt;}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Keep Add-ons Internal with the Documented Repository Override</a:t>
            </a:r>
          </a:p>
        </p:txBody>
      </p:sp>
      <p:sp>
        <p:nvSpPr>
          <p:cNvPr id="3" name="Subtitle 2"/>
          <p:cNvSpPr>
            <a:spLocks noGrp="1"/>
          </p:cNvSpPr>
          <p:nvPr>
            <p:ph type="subTitle" idx="10"/>
          </p:nvPr>
        </p:nvSpPr>
        <p:spPr/>
        <p:txBody>
          <a:bodyPr/>
          <a:lstStyle/>
          <a:p>
            <a:r>
              <a:rPr>
                <a:ea typeface="Microsoft JhengHei"/>
              </a:rPr>
              <a:t>VKS 3.7 addon 套件庫：預設公開網址 → 改指 Harbor</a:t>
            </a:r>
          </a:p>
        </p:txBody>
      </p:sp>
      <p:sp>
        <p:nvSpPr>
          <p:cNvPr id="4" name="Text Placeholder 3"/>
          <p:cNvSpPr>
            <a:spLocks noGrp="1"/>
          </p:cNvSpPr>
          <p:nvPr>
            <p:ph type="body" idx="17" sz="quarter"/>
          </p:nvPr>
        </p:nvSpPr>
        <p:spPr/>
        <p:txBody>
          <a:bodyPr/>
          <a:lstStyle/>
          <a:p>
            <a:r>
              <a:rPr sz="1300">
                <a:ea typeface="Microsoft JhengHei"/>
              </a:rPr>
              <a:t>builtin URL 寫死在 VKS bundle，無設定可改</a:t>
            </a:r>
          </a:p>
          <a:p>
            <a:r>
              <a:rPr sz="1300">
                <a:ea typeface="Microsoft JhengHei"/>
              </a:rPr>
              <a:t>新 AddonRepository：只改 name + imageURL</a:t>
            </a:r>
          </a:p>
          <a:p>
            <a:r>
              <a:rPr sz="1300">
                <a:ea typeface="Microsoft JhengHei"/>
              </a:rPr>
              <a:t>ARI 加 skip annotation、改 addonRepositoryRef</a:t>
            </a:r>
          </a:p>
          <a:p>
            <a:r>
              <a:rPr sz="1300">
                <a:ea typeface="Microsoft JhengHei"/>
              </a:rPr>
              <a:t>workload 端由 carvel-repo 自動跟上</a:t>
            </a:r>
          </a:p>
          <a:p>
            <a:r>
              <a:rPr sz="1300">
                <a:ea typeface="Microsoft JhengHei"/>
              </a:rPr>
              <a:t>VKS 升級後要再做一次</a:t>
            </a:r>
          </a:p>
        </p:txBody>
      </p:sp>
      <p:pic>
        <p:nvPicPr>
          <p:cNvPr id="5" name="Picture 4" descr="d4-addon-repo-override.png"/>
          <p:cNvPicPr>
            <a:picLocks noChangeAspect="1"/>
          </p:cNvPicPr>
          <p:nvPr/>
        </p:nvPicPr>
        <p:blipFill>
          <a:blip r:embed="rId2"/>
          <a:stretch>
            <a:fillRect/>
          </a:stretch>
        </p:blipFill>
        <p:spPr>
          <a:xfrm>
            <a:off x="608012" y="1600201"/>
            <a:ext cx="7398303" cy="4572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Proven Internet-Free: Negative Control and Recovery</a:t>
            </a:r>
          </a:p>
        </p:txBody>
      </p:sp>
      <p:sp>
        <p:nvSpPr>
          <p:cNvPr id="3" name="Subtitle 2"/>
          <p:cNvSpPr>
            <a:spLocks noGrp="1"/>
          </p:cNvSpPr>
          <p:nvPr>
            <p:ph type="subTitle" idx="10"/>
          </p:nvPr>
        </p:nvSpPr>
        <p:spPr/>
        <p:txBody>
          <a:bodyPr/>
          <a:lstStyle/>
          <a:p>
            <a:r>
              <a:rPr>
                <a:ea typeface="Microsoft JhengHei"/>
              </a:rPr>
              <a:t>DNS air-gap 下的重做與驗證（2026-09-28）</a:t>
            </a:r>
          </a:p>
        </p:txBody>
      </p:sp>
      <p:graphicFrame>
        <p:nvGraphicFramePr>
          <p:cNvPr id="4" name="Table 3"/>
          <p:cNvGraphicFramePr>
            <a:graphicFrameLocks noGrp="1"/>
          </p:cNvGraphicFramePr>
          <p:nvPr/>
        </p:nvGraphicFramePr>
        <p:xfrm>
          <a:off x="616505" y="1600201"/>
          <a:ext cx="10972799" cy="3968496"/>
        </p:xfrm>
        <a:graphic>
          <a:graphicData uri="http://schemas.openxmlformats.org/drawingml/2006/table">
            <a:tbl>
              <a:tblPr firstRow="1" bandRow="1">
                <a:tableStyleId>{5C22544A-7EE6-4342-B048-85BDC9FD1C3A}</a:tableStyleId>
              </a:tblPr>
              <a:tblGrid>
                <a:gridCol w="1240403"/>
                <a:gridCol w="4102873"/>
                <a:gridCol w="5629523"/>
              </a:tblGrid>
              <a:tr h="566928">
                <a:tc>
                  <a:txBody>
                    <a:bodyPr wrap="square"/>
                    <a:lstStyle/>
                    <a:p>
                      <a:r>
                        <a:rPr sz="1200" b="1">
                          <a:solidFill>
                            <a:srgbClr val="FFFFFF"/>
                          </a:solidFill>
                          <a:ea typeface="Microsoft JhengHei"/>
                        </a:rPr>
                        <a:t>步驟</a:t>
                      </a:r>
                    </a:p>
                  </a:txBody>
                  <a:tcPr marL="54864" marR="54864" marT="27432" marB="27432" anchor="ctr">
                    <a:solidFill>
                      <a:srgbClr val="6C4B94"/>
                    </a:solidFill>
                  </a:tcPr>
                </a:tc>
                <a:tc>
                  <a:txBody>
                    <a:bodyPr wrap="square"/>
                    <a:lstStyle/>
                    <a:p>
                      <a:r>
                        <a:rPr sz="1200" b="1">
                          <a:solidFill>
                            <a:srgbClr val="FFFFFF"/>
                          </a:solidFill>
                          <a:ea typeface="Microsoft JhengHei"/>
                        </a:rPr>
                        <a:t>動作</a:t>
                      </a:r>
                    </a:p>
                  </a:txBody>
                  <a:tcPr marL="54864" marR="54864" marT="27432" marB="27432" anchor="ctr">
                    <a:solidFill>
                      <a:srgbClr val="6C4B94"/>
                    </a:solidFill>
                  </a:tcPr>
                </a:tc>
                <a:tc>
                  <a:txBody>
                    <a:bodyPr wrap="square"/>
                    <a:lstStyle/>
                    <a:p>
                      <a:r>
                        <a:rPr sz="1200" b="1">
                          <a:solidFill>
                            <a:srgbClr val="FFFFFF"/>
                          </a:solidFill>
                          <a:ea typeface="Microsoft JhengHei"/>
                        </a:rPr>
                        <a:t>結果</a:t>
                      </a:r>
                    </a:p>
                  </a:txBody>
                  <a:tcPr marL="54864" marR="54864" marT="27432" marB="27432" anchor="ctr">
                    <a:solidFill>
                      <a:srgbClr val="6C4B94"/>
                    </a:solidFill>
                  </a:tcPr>
                </a:tc>
              </a:tr>
              <a:tr h="566928">
                <a:tc>
                  <a:txBody>
                    <a:bodyPr wrap="square"/>
                    <a:lstStyle/>
                    <a:p>
                      <a:r>
                        <a:rPr sz="1150" b="1">
                          <a:solidFill>
                            <a:srgbClr val="333333"/>
                          </a:solidFill>
                          <a:ea typeface="Microsoft JhengHei"/>
                        </a:rPr>
                        <a:t>1 切斷外網</a:t>
                      </a:r>
                    </a:p>
                  </a:txBody>
                  <a:tcPr marL="54864" marR="54864" marT="27432" marB="27432" anchor="ctr">
                    <a:solidFill>
                      <a:srgbClr val="FFFFFF"/>
                    </a:solidFill>
                  </a:tcPr>
                </a:tc>
                <a:tc>
                  <a:txBody>
                    <a:bodyPr wrap="square"/>
                    <a:lstStyle/>
                    <a:p>
                      <a:r>
                        <a:rPr sz="1150" b="0">
                          <a:solidFill>
                            <a:srgbClr val="333333"/>
                          </a:solidFill>
                          <a:ea typeface="Microsoft JhengHei"/>
                        </a:rPr>
                        <a:t>dnsmasq 註解 server=8.8.8.8 / 1.1.1.1（pfSense 不動）</a:t>
                      </a:r>
                    </a:p>
                  </a:txBody>
                  <a:tcPr marL="54864" marR="54864" marT="27432" marB="27432" anchor="ctr">
                    <a:solidFill>
                      <a:srgbClr val="FFFFFF"/>
                    </a:solidFill>
                  </a:tcPr>
                </a:tc>
                <a:tc>
                  <a:txBody>
                    <a:bodyPr wrap="square"/>
                    <a:lstStyle/>
                    <a:p>
                      <a:r>
                        <a:rPr sz="1150" b="0">
                          <a:solidFill>
                            <a:srgbClr val="333333"/>
                          </a:solidFill>
                          <a:ea typeface="Microsoft JhengHei"/>
                        </a:rPr>
                        <a:t>公開名稱解析失敗；harbor / supervisor01 / vcsa 正常</a:t>
                      </a:r>
                    </a:p>
                  </a:txBody>
                  <a:tcPr marL="54864" marR="54864" marT="27432" marB="27432" anchor="ctr">
                    <a:solidFill>
                      <a:srgbClr val="FFFFFF"/>
                    </a:solidFill>
                  </a:tcPr>
                </a:tc>
              </a:tr>
              <a:tr h="566928">
                <a:tc>
                  <a:txBody>
                    <a:bodyPr wrap="square"/>
                    <a:lstStyle/>
                    <a:p>
                      <a:r>
                        <a:rPr sz="1150" b="1">
                          <a:solidFill>
                            <a:srgbClr val="333333"/>
                          </a:solidFill>
                          <a:ea typeface="Microsoft JhengHei"/>
                        </a:rPr>
                        <a:t>2 現狀驗證</a:t>
                      </a:r>
                    </a:p>
                  </a:txBody>
                  <a:tcPr marL="54864" marR="54864" marT="27432" marB="27432" anchor="ctr">
                    <a:solidFill>
                      <a:srgbClr val="F2F2F2"/>
                    </a:solidFill>
                  </a:tcPr>
                </a:tc>
                <a:tc>
                  <a:txBody>
                    <a:bodyPr wrap="square"/>
                    <a:lstStyle/>
                    <a:p>
                      <a:r>
                        <a:rPr sz="1150" b="0">
                          <a:solidFill>
                            <a:srgbClr val="333333"/>
                          </a:solidFill>
                          <a:ea typeface="Microsoft JhengHei"/>
                        </a:rPr>
                        <a:t>觀察 30 分鐘（pkgr 預設每 10 分同步）</a:t>
                      </a:r>
                    </a:p>
                  </a:txBody>
                  <a:tcPr marL="54864" marR="54864" marT="27432" marB="27432" anchor="ctr">
                    <a:solidFill>
                      <a:srgbClr val="F2F2F2"/>
                    </a:solidFill>
                  </a:tcPr>
                </a:tc>
                <a:tc>
                  <a:txBody>
                    <a:bodyPr wrap="square"/>
                    <a:lstStyle/>
                    <a:p>
                      <a:r>
                        <a:rPr sz="1150" b="0">
                          <a:solidFill>
                            <a:srgbClr val="333333"/>
                          </a:solidFill>
                          <a:ea typeface="Microsoft JhengHei"/>
                        </a:rPr>
                        <a:t>Supervisor 與 workload 皆於 T0 後多次從 Harbor 同步成功</a:t>
                      </a:r>
                    </a:p>
                  </a:txBody>
                  <a:tcPr marL="54864" marR="54864" marT="27432" marB="27432" anchor="ctr">
                    <a:solidFill>
                      <a:srgbClr val="F2F2F2"/>
                    </a:solidFill>
                  </a:tcPr>
                </a:tc>
              </a:tr>
              <a:tr h="566928">
                <a:tc>
                  <a:txBody>
                    <a:bodyPr wrap="square"/>
                    <a:lstStyle/>
                    <a:p>
                      <a:r>
                        <a:rPr sz="1150" b="1">
                          <a:solidFill>
                            <a:srgbClr val="333333"/>
                          </a:solidFill>
                          <a:ea typeface="Microsoft JhengHei"/>
                        </a:rPr>
                        <a:t>3 反向對照</a:t>
                      </a:r>
                    </a:p>
                  </a:txBody>
                  <a:tcPr marL="54864" marR="54864" marT="27432" marB="27432" anchor="ctr">
                    <a:solidFill>
                      <a:srgbClr val="FFFFFF"/>
                    </a:solidFill>
                  </a:tcPr>
                </a:tc>
                <a:tc>
                  <a:txBody>
                    <a:bodyPr wrap="square"/>
                    <a:lstStyle/>
                    <a:p>
                      <a:r>
                        <a:rPr sz="1150" b="0">
                          <a:solidFill>
                            <a:srgbClr val="333333"/>
                          </a:solidFill>
                          <a:ea typeface="Microsoft JhengHei"/>
                        </a:rPr>
                        <a:t>移除 skip annotation（先 dry-run）</a:t>
                      </a:r>
                    </a:p>
                  </a:txBody>
                  <a:tcPr marL="54864" marR="54864" marT="27432" marB="27432" anchor="ctr">
                    <a:solidFill>
                      <a:srgbClr val="FFFFFF"/>
                    </a:solidFill>
                  </a:tcPr>
                </a:tc>
                <a:tc>
                  <a:txBody>
                    <a:bodyPr wrap="square"/>
                    <a:lstStyle/>
                    <a:p>
                      <a:r>
                        <a:rPr sz="1150" b="0">
                          <a:solidFill>
                            <a:srgbClr val="333333"/>
                          </a:solidFill>
                          <a:ea typeface="Microsoft JhengHei"/>
                        </a:rPr>
                        <a:t>約 30 秒 ARI 退回 builtin → 兩端失敗：lookup projects.packages.broadcom.com；既有 addon 不受影響</a:t>
                      </a:r>
                    </a:p>
                  </a:txBody>
                  <a:tcPr marL="54864" marR="54864" marT="27432" marB="27432" anchor="ctr">
                    <a:solidFill>
                      <a:srgbClr val="FFFFFF"/>
                    </a:solidFill>
                  </a:tcPr>
                </a:tc>
              </a:tr>
              <a:tr h="566928">
                <a:tc>
                  <a:txBody>
                    <a:bodyPr wrap="square"/>
                    <a:lstStyle/>
                    <a:p>
                      <a:r>
                        <a:rPr sz="1150" b="1">
                          <a:solidFill>
                            <a:srgbClr val="333333"/>
                          </a:solidFill>
                          <a:ea typeface="Microsoft JhengHei"/>
                        </a:rPr>
                        <a:t>4 清理重建</a:t>
                      </a:r>
                    </a:p>
                  </a:txBody>
                  <a:tcPr marL="54864" marR="54864" marT="27432" marB="27432" anchor="ctr">
                    <a:solidFill>
                      <a:srgbClr val="F2F2F2"/>
                    </a:solidFill>
                  </a:tcPr>
                </a:tc>
                <a:tc>
                  <a:txBody>
                    <a:bodyPr wrap="square"/>
                    <a:lstStyle/>
                    <a:p>
                      <a:r>
                        <a:rPr sz="1150" b="0">
                          <a:solidFill>
                            <a:srgbClr val="333333"/>
                          </a:solidFill>
                          <a:ea typeface="Microsoft JhengHei"/>
                        </a:rPr>
                        <a:t>刪除舊 AR，由 builtin 重建乾淨 AR</a:t>
                      </a:r>
                    </a:p>
                  </a:txBody>
                  <a:tcPr marL="54864" marR="54864" marT="27432" marB="27432" anchor="ctr">
                    <a:solidFill>
                      <a:srgbClr val="F2F2F2"/>
                    </a:solidFill>
                  </a:tcPr>
                </a:tc>
                <a:tc>
                  <a:txBody>
                    <a:bodyPr wrap="square"/>
                    <a:lstStyle/>
                    <a:p>
                      <a:r>
                        <a:rPr sz="1150" b="0">
                          <a:solidFill>
                            <a:srgbClr val="333333"/>
                          </a:solidFill>
                          <a:ea typeface="Microsoft JhengHei"/>
                        </a:rPr>
                        <a:t>kapp 引用 0、公開網址 0；只保留 pkgr-type label 與 package-offerings</a:t>
                      </a:r>
                    </a:p>
                  </a:txBody>
                  <a:tcPr marL="54864" marR="54864" marT="27432" marB="27432" anchor="ctr">
                    <a:solidFill>
                      <a:srgbClr val="F2F2F2"/>
                    </a:solidFill>
                  </a:tcPr>
                </a:tc>
              </a:tr>
              <a:tr h="566928">
                <a:tc>
                  <a:txBody>
                    <a:bodyPr wrap="square"/>
                    <a:lstStyle/>
                    <a:p>
                      <a:r>
                        <a:rPr sz="1150" b="1">
                          <a:solidFill>
                            <a:srgbClr val="333333"/>
                          </a:solidFill>
                          <a:ea typeface="Microsoft JhengHei"/>
                        </a:rPr>
                        <a:t>5 改指</a:t>
                      </a:r>
                    </a:p>
                  </a:txBody>
                  <a:tcPr marL="54864" marR="54864" marT="27432" marB="27432" anchor="ctr">
                    <a:solidFill>
                      <a:srgbClr val="FFFFFF"/>
                    </a:solidFill>
                  </a:tcPr>
                </a:tc>
                <a:tc>
                  <a:txBody>
                    <a:bodyPr wrap="square"/>
                    <a:lstStyle/>
                    <a:p>
                      <a:r>
                        <a:rPr sz="1150" b="0">
                          <a:solidFill>
                            <a:srgbClr val="333333"/>
                          </a:solidFill>
                          <a:ea typeface="Microsoft JhengHei"/>
                        </a:rPr>
                        <a:t>skip=true + addonRepositoryRef → Harbor AR</a:t>
                      </a:r>
                    </a:p>
                  </a:txBody>
                  <a:tcPr marL="54864" marR="54864" marT="27432" marB="27432" anchor="ctr">
                    <a:solidFill>
                      <a:srgbClr val="FFFFFF"/>
                    </a:solidFill>
                  </a:tcPr>
                </a:tc>
                <a:tc>
                  <a:txBody>
                    <a:bodyPr wrap="square"/>
                    <a:lstStyle/>
                    <a:p>
                      <a:r>
                        <a:rPr sz="1150" b="0">
                          <a:solidFill>
                            <a:srgbClr val="333333"/>
                          </a:solidFill>
                          <a:ea typeface="Microsoft JhengHei"/>
                        </a:rPr>
                        <a:t>約 30 秒兩端恢復；下一輪 15:53Z 同步亦成功</a:t>
                      </a:r>
                    </a:p>
                  </a:txBody>
                  <a:tcPr marL="54864" marR="54864" marT="27432" marB="27432" anchor="ctr">
                    <a:solidFill>
                      <a:srgbClr val="FFFFFF"/>
                    </a:solidFill>
                  </a:tcPr>
                </a:tc>
              </a:tr>
              <a:tr h="566928">
                <a:tc>
                  <a:txBody>
                    <a:bodyPr wrap="square"/>
                    <a:lstStyle/>
                    <a:p>
                      <a:r>
                        <a:rPr sz="1150" b="1">
                          <a:solidFill>
                            <a:srgbClr val="333333"/>
                          </a:solidFill>
                          <a:ea typeface="Microsoft JhengHei"/>
                        </a:rPr>
                        <a:t>6 驗證</a:t>
                      </a:r>
                    </a:p>
                  </a:txBody>
                  <a:tcPr marL="54864" marR="54864" marT="27432" marB="27432" anchor="ctr">
                    <a:solidFill>
                      <a:srgbClr val="F2F2F2"/>
                    </a:solidFill>
                  </a:tcPr>
                </a:tc>
                <a:tc>
                  <a:txBody>
                    <a:bodyPr wrap="square"/>
                    <a:lstStyle/>
                    <a:p>
                      <a:r>
                        <a:rPr sz="1150" b="0">
                          <a:solidFill>
                            <a:srgbClr val="333333"/>
                          </a:solidFill>
                          <a:ea typeface="Microsoft JhengHei"/>
                        </a:rPr>
                        <a:t>controller log、狀態、image 來源</a:t>
                      </a:r>
                    </a:p>
                  </a:txBody>
                  <a:tcPr marL="54864" marR="54864" marT="27432" marB="27432" anchor="ctr">
                    <a:solidFill>
                      <a:srgbClr val="F2F2F2"/>
                    </a:solidFill>
                  </a:tcPr>
                </a:tc>
                <a:tc>
                  <a:txBody>
                    <a:bodyPr wrap="square"/>
                    <a:lstStyle/>
                    <a:p>
                      <a:r>
                        <a:rPr sz="1150" b="0">
                          <a:solidFill>
                            <a:srgbClr val="333333"/>
                          </a:solidFill>
                          <a:ea typeface="Microsoft JhengHei"/>
                        </a:rPr>
                        <a:t>'skipped updating AddonRepositoryRef'；0 個外部 image</a:t>
                      </a:r>
                    </a:p>
                  </a:txBody>
                  <a:tcPr marL="54864" marR="54864" marT="27432" marB="27432" anchor="ctr">
                    <a:solidFill>
                      <a:srgbClr val="F2F2F2"/>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Every Image Comes from Inside the Boundary</a:t>
            </a:r>
          </a:p>
        </p:txBody>
      </p:sp>
      <p:sp>
        <p:nvSpPr>
          <p:cNvPr id="3" name="Subtitle 2"/>
          <p:cNvSpPr>
            <a:spLocks noGrp="1"/>
          </p:cNvSpPr>
          <p:nvPr>
            <p:ph type="subTitle" idx="10"/>
          </p:nvPr>
        </p:nvSpPr>
        <p:spPr/>
        <p:txBody>
          <a:bodyPr/>
          <a:lstStyle/>
          <a:p>
            <a:r>
              <a:rPr>
                <a:ea typeface="Microsoft JhengHei"/>
              </a:rPr>
              <a:t>最終驗收</a:t>
            </a:r>
          </a:p>
        </p:txBody>
      </p:sp>
      <p:graphicFrame>
        <p:nvGraphicFramePr>
          <p:cNvPr id="4" name="Table 3"/>
          <p:cNvGraphicFramePr>
            <a:graphicFrameLocks noGrp="1"/>
          </p:cNvGraphicFramePr>
          <p:nvPr/>
        </p:nvGraphicFramePr>
        <p:xfrm>
          <a:off x="616505" y="1600201"/>
          <a:ext cx="10972799" cy="4023360"/>
        </p:xfrm>
        <a:graphic>
          <a:graphicData uri="http://schemas.openxmlformats.org/drawingml/2006/table">
            <a:tbl>
              <a:tblPr firstRow="1" bandRow="1">
                <a:tableStyleId>{5C22544A-7EE6-4342-B048-85BDC9FD1C3A}</a:tableStyleId>
              </a:tblPr>
              <a:tblGrid>
                <a:gridCol w="2099144"/>
                <a:gridCol w="8873655"/>
              </a:tblGrid>
              <a:tr h="502920">
                <a:tc>
                  <a:txBody>
                    <a:bodyPr wrap="square"/>
                    <a:lstStyle/>
                    <a:p>
                      <a:r>
                        <a:rPr sz="1250" b="1">
                          <a:solidFill>
                            <a:srgbClr val="FFFFFF"/>
                          </a:solidFill>
                          <a:ea typeface="Microsoft JhengHei"/>
                        </a:rPr>
                        <a:t>驗收項目</a:t>
                      </a:r>
                    </a:p>
                  </a:txBody>
                  <a:tcPr marL="54864" marR="54864" marT="27432" marB="27432" anchor="ctr">
                    <a:solidFill>
                      <a:srgbClr val="6C4B94"/>
                    </a:solidFill>
                  </a:tcPr>
                </a:tc>
                <a:tc>
                  <a:txBody>
                    <a:bodyPr wrap="square"/>
                    <a:lstStyle/>
                    <a:p>
                      <a:r>
                        <a:rPr sz="1250" b="1">
                          <a:solidFill>
                            <a:srgbClr val="FFFFFF"/>
                          </a:solidFill>
                          <a:ea typeface="Microsoft JhengHei"/>
                        </a:rPr>
                        <a:t>結果</a:t>
                      </a:r>
                    </a:p>
                  </a:txBody>
                  <a:tcPr marL="54864" marR="54864" marT="27432" marB="27432" anchor="ctr">
                    <a:solidFill>
                      <a:srgbClr val="6C4B94"/>
                    </a:solidFill>
                  </a:tcPr>
                </a:tc>
              </a:tr>
              <a:tr h="502920">
                <a:tc>
                  <a:txBody>
                    <a:bodyPr wrap="square"/>
                    <a:lstStyle/>
                    <a:p>
                      <a:r>
                        <a:rPr sz="1200" b="1">
                          <a:solidFill>
                            <a:srgbClr val="333333"/>
                          </a:solidFill>
                          <a:ea typeface="Microsoft JhengHei"/>
                        </a:rPr>
                        <a:t>Supervisor</a:t>
                      </a:r>
                    </a:p>
                  </a:txBody>
                  <a:tcPr marL="54864" marR="54864" marT="27432" marB="27432" anchor="ctr">
                    <a:solidFill>
                      <a:srgbClr val="FFFFFF"/>
                    </a:solidFill>
                  </a:tcPr>
                </a:tc>
                <a:tc>
                  <a:txBody>
                    <a:bodyPr wrap="square"/>
                    <a:lstStyle/>
                    <a:p>
                      <a:r>
                        <a:rPr sz="1200" b="0">
                          <a:solidFill>
                            <a:srgbClr val="333333"/>
                          </a:solidFill>
                          <a:ea typeface="Microsoft JhengHei"/>
                        </a:rPr>
                        <a:t>k8s READY、無警告；3 CP + 3 ESXi agent；tkg 3.7.0 / velero / cci-ns 皆 CONFIGURED</a:t>
                      </a:r>
                    </a:p>
                  </a:txBody>
                  <a:tcPr marL="54864" marR="54864" marT="27432" marB="27432" anchor="ctr">
                    <a:solidFill>
                      <a:srgbClr val="FFFFFF"/>
                    </a:solidFill>
                  </a:tcPr>
                </a:tc>
              </a:tr>
              <a:tr h="502920">
                <a:tc>
                  <a:txBody>
                    <a:bodyPr wrap="square"/>
                    <a:lstStyle/>
                    <a:p>
                      <a:r>
                        <a:rPr sz="1200" b="1">
                          <a:solidFill>
                            <a:srgbClr val="333333"/>
                          </a:solidFill>
                          <a:ea typeface="Microsoft JhengHei"/>
                        </a:rPr>
                        <a:t>VKS cluster</a:t>
                      </a:r>
                    </a:p>
                  </a:txBody>
                  <a:tcPr marL="54864" marR="54864" marT="27432" marB="27432" anchor="ctr">
                    <a:solidFill>
                      <a:srgbClr val="F2F2F2"/>
                    </a:solidFill>
                  </a:tcPr>
                </a:tc>
                <a:tc>
                  <a:txBody>
                    <a:bodyPr wrap="square"/>
                    <a:lstStyle/>
                    <a:p>
                      <a:r>
                        <a:rPr sz="1200" b="0">
                          <a:solidFill>
                            <a:srgbClr val="333333"/>
                          </a:solidFill>
                          <a:ea typeface="Microsoft JhengHei"/>
                        </a:rPr>
                        <a:t>vks-test01 CP + worker Ready；AddonsReconciled=True；12 個 PackageInstall 全成功</a:t>
                      </a:r>
                    </a:p>
                  </a:txBody>
                  <a:tcPr marL="54864" marR="54864" marT="27432" marB="27432" anchor="ctr">
                    <a:solidFill>
                      <a:srgbClr val="F2F2F2"/>
                    </a:solidFill>
                  </a:tcPr>
                </a:tc>
              </a:tr>
              <a:tr h="502920">
                <a:tc>
                  <a:txBody>
                    <a:bodyPr wrap="square"/>
                    <a:lstStyle/>
                    <a:p>
                      <a:r>
                        <a:rPr sz="1200" b="1">
                          <a:solidFill>
                            <a:srgbClr val="333333"/>
                          </a:solidFill>
                          <a:ea typeface="Microsoft JhengHei"/>
                        </a:rPr>
                        <a:t>addon 套件庫</a:t>
                      </a:r>
                    </a:p>
                  </a:txBody>
                  <a:tcPr marL="54864" marR="54864" marT="27432" marB="27432" anchor="ctr">
                    <a:solidFill>
                      <a:srgbClr val="FFFFFF"/>
                    </a:solidFill>
                  </a:tcPr>
                </a:tc>
                <a:tc>
                  <a:txBody>
                    <a:bodyPr wrap="square"/>
                    <a:lstStyle/>
                    <a:p>
                      <a:r>
                        <a:rPr sz="1200" b="0">
                          <a:solidFill>
                            <a:srgbClr val="333333"/>
                          </a:solidFill>
                          <a:ea typeface="Microsoft JhengHei"/>
                        </a:rPr>
                        <a:t>Supervisor 與 workload PackageRepository 皆來自 harbor.alan.lab/vks/vks-addons</a:t>
                      </a:r>
                    </a:p>
                  </a:txBody>
                  <a:tcPr marL="54864" marR="54864" marT="27432" marB="27432" anchor="ctr">
                    <a:solidFill>
                      <a:srgbClr val="FFFFFF"/>
                    </a:solidFill>
                  </a:tcPr>
                </a:tc>
              </a:tr>
              <a:tr h="502920">
                <a:tc>
                  <a:txBody>
                    <a:bodyPr wrap="square"/>
                    <a:lstStyle/>
                    <a:p>
                      <a:r>
                        <a:rPr sz="1200" b="1">
                          <a:solidFill>
                            <a:srgbClr val="333333"/>
                          </a:solidFill>
                          <a:ea typeface="Microsoft JhengHei"/>
                        </a:rPr>
                        <a:t>Supervisor images</a:t>
                      </a:r>
                    </a:p>
                  </a:txBody>
                  <a:tcPr marL="54864" marR="54864" marT="27432" marB="27432" anchor="ctr">
                    <a:solidFill>
                      <a:srgbClr val="F2F2F2"/>
                    </a:solidFill>
                  </a:tcPr>
                </a:tc>
                <a:tc>
                  <a:txBody>
                    <a:bodyPr wrap="square"/>
                    <a:lstStyle/>
                    <a:p>
                      <a:r>
                        <a:rPr sz="1200" b="0">
                          <a:solidFill>
                            <a:srgbClr val="333333"/>
                          </a:solidFill>
                          <a:ea typeface="Microsoft JhengHei"/>
                        </a:rPr>
                        <a:t>localhost:5000 · docker-registry.kube-system.svc:5000 · vmware/* · etcd</a:t>
                      </a:r>
                    </a:p>
                  </a:txBody>
                  <a:tcPr marL="54864" marR="54864" marT="27432" marB="27432" anchor="ctr">
                    <a:solidFill>
                      <a:srgbClr val="F2F2F2"/>
                    </a:solidFill>
                  </a:tcPr>
                </a:tc>
              </a:tr>
              <a:tr h="502920">
                <a:tc>
                  <a:txBody>
                    <a:bodyPr wrap="square"/>
                    <a:lstStyle/>
                    <a:p>
                      <a:r>
                        <a:rPr sz="1200" b="1">
                          <a:solidFill>
                            <a:srgbClr val="333333"/>
                          </a:solidFill>
                          <a:ea typeface="Microsoft JhengHei"/>
                        </a:rPr>
                        <a:t>Workload images</a:t>
                      </a:r>
                    </a:p>
                  </a:txBody>
                  <a:tcPr marL="54864" marR="54864" marT="27432" marB="27432" anchor="ctr">
                    <a:solidFill>
                      <a:srgbClr val="FFFFFF"/>
                    </a:solidFill>
                  </a:tcPr>
                </a:tc>
                <a:tc>
                  <a:txBody>
                    <a:bodyPr wrap="square"/>
                    <a:lstStyle/>
                    <a:p>
                      <a:r>
                        <a:rPr sz="1200" b="0">
                          <a:solidFill>
                            <a:srgbClr val="333333"/>
                          </a:solidFill>
                          <a:ea typeface="Microsoft JhengHei"/>
                        </a:rPr>
                        <a:t>localhost:5000（VKr 內建）· harbor.alan.lab → 0 個外部 registry</a:t>
                      </a:r>
                    </a:p>
                  </a:txBody>
                  <a:tcPr marL="54864" marR="54864" marT="27432" marB="27432" anchor="ctr">
                    <a:solidFill>
                      <a:srgbClr val="FFFFFF"/>
                    </a:solidFill>
                  </a:tcPr>
                </a:tc>
              </a:tr>
              <a:tr h="502920">
                <a:tc>
                  <a:txBody>
                    <a:bodyPr wrap="square"/>
                    <a:lstStyle/>
                    <a:p>
                      <a:r>
                        <a:rPr sz="1200" b="1">
                          <a:solidFill>
                            <a:srgbClr val="333333"/>
                          </a:solidFill>
                          <a:ea typeface="Microsoft JhengHei"/>
                        </a:rPr>
                        <a:t>節點信任 / 拉取</a:t>
                      </a:r>
                    </a:p>
                  </a:txBody>
                  <a:tcPr marL="54864" marR="54864" marT="27432" marB="27432" anchor="ctr">
                    <a:solidFill>
                      <a:srgbClr val="F2F2F2"/>
                    </a:solidFill>
                  </a:tcPr>
                </a:tc>
                <a:tc>
                  <a:txBody>
                    <a:bodyPr wrap="square"/>
                    <a:lstStyle/>
                    <a:p>
                      <a:r>
                        <a:rPr sz="1200" b="0">
                          <a:solidFill>
                            <a:srgbClr val="333333"/>
                          </a:solidFill>
                          <a:ea typeface="Microsoft JhengHei"/>
                        </a:rPr>
                        <a:t>節點 curl https://harbor.alan.lab = 200；pod 從 Harbor 拉 226 MB image 成功</a:t>
                      </a:r>
                    </a:p>
                  </a:txBody>
                  <a:tcPr marL="54864" marR="54864" marT="27432" marB="27432" anchor="ctr">
                    <a:solidFill>
                      <a:srgbClr val="F2F2F2"/>
                    </a:solidFill>
                  </a:tcPr>
                </a:tc>
              </a:tr>
              <a:tr h="502920">
                <a:tc>
                  <a:txBody>
                    <a:bodyPr wrap="square"/>
                    <a:lstStyle/>
                    <a:p>
                      <a:r>
                        <a:rPr sz="1200" b="1">
                          <a:solidFill>
                            <a:srgbClr val="333333"/>
                          </a:solidFill>
                          <a:ea typeface="Microsoft JhengHei"/>
                        </a:rPr>
                        <a:t>工具</a:t>
                      </a:r>
                    </a:p>
                  </a:txBody>
                  <a:tcPr marL="54864" marR="54864" marT="27432" marB="27432" anchor="ctr">
                    <a:solidFill>
                      <a:srgbClr val="FFFFFF"/>
                    </a:solidFill>
                  </a:tcPr>
                </a:tc>
                <a:tc>
                  <a:txBody>
                    <a:bodyPr wrap="square"/>
                    <a:lstStyle/>
                    <a:p>
                      <a:r>
                        <a:rPr sz="1200" b="0">
                          <a:solidFill>
                            <a:srgbClr val="333333"/>
                          </a:solidFill>
                          <a:ea typeface="Microsoft JhengHei"/>
                        </a:rPr>
                        <a:t>VCF CLI 9.1.1 + 13 plugins：vcf context / cluster / addon 皆可用</a:t>
                      </a:r>
                    </a:p>
                  </a:txBody>
                  <a:tcPr marL="54864" marR="54864" marT="27432" marB="27432" anchor="ctr">
                    <a:solidFill>
                      <a:srgbClr val="FFFFFF"/>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Lessons Learned</a:t>
            </a:r>
          </a:p>
        </p:txBody>
      </p:sp>
      <p:sp>
        <p:nvSpPr>
          <p:cNvPr id="3" name="Subtitle 2"/>
          <p:cNvSpPr>
            <a:spLocks noGrp="1"/>
          </p:cNvSpPr>
          <p:nvPr>
            <p:ph type="subTitle" idx="10"/>
          </p:nvPr>
        </p:nvSpPr>
        <p:spPr/>
        <p:txBody>
          <a:bodyPr/>
          <a:lstStyle/>
          <a:p>
            <a:r>
              <a:rPr>
                <a:ea typeface="Microsoft JhengHei"/>
              </a:rPr>
              <a:t>經驗、地雷與限制</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Pitfalls We Hit — and How to Avoid Them</a:t>
            </a:r>
          </a:p>
        </p:txBody>
      </p:sp>
      <p:sp>
        <p:nvSpPr>
          <p:cNvPr id="3" name="Subtitle 2"/>
          <p:cNvSpPr>
            <a:spLocks noGrp="1"/>
          </p:cNvSpPr>
          <p:nvPr>
            <p:ph type="subTitle" idx="10"/>
          </p:nvPr>
        </p:nvSpPr>
        <p:spPr/>
        <p:txBody>
          <a:bodyPr/>
          <a:lstStyle/>
          <a:p>
            <a:r>
              <a:rPr>
                <a:ea typeface="Microsoft JhengHei"/>
              </a:rPr>
              <a:t>地雷總表</a:t>
            </a:r>
          </a:p>
        </p:txBody>
      </p:sp>
      <p:graphicFrame>
        <p:nvGraphicFramePr>
          <p:cNvPr id="4" name="Table 3"/>
          <p:cNvGraphicFramePr>
            <a:graphicFrameLocks noGrp="1"/>
          </p:cNvGraphicFramePr>
          <p:nvPr/>
        </p:nvGraphicFramePr>
        <p:xfrm>
          <a:off x="616505" y="1600201"/>
          <a:ext cx="10972799" cy="4206240"/>
        </p:xfrm>
        <a:graphic>
          <a:graphicData uri="http://schemas.openxmlformats.org/drawingml/2006/table">
            <a:tbl>
              <a:tblPr firstRow="1" bandRow="1">
                <a:tableStyleId>{5C22544A-7EE6-4342-B048-85BDC9FD1C3A}</a:tableStyleId>
              </a:tblPr>
              <a:tblGrid>
                <a:gridCol w="4198288"/>
                <a:gridCol w="6774511"/>
              </a:tblGrid>
              <a:tr h="420624">
                <a:tc>
                  <a:txBody>
                    <a:bodyPr wrap="square"/>
                    <a:lstStyle/>
                    <a:p>
                      <a:r>
                        <a:rPr sz="1200" b="1">
                          <a:solidFill>
                            <a:srgbClr val="FFFFFF"/>
                          </a:solidFill>
                          <a:ea typeface="Microsoft JhengHei"/>
                        </a:rPr>
                        <a:t>地雷</a:t>
                      </a:r>
                    </a:p>
                  </a:txBody>
                  <a:tcPr marL="54864" marR="54864" marT="27432" marB="27432" anchor="ctr">
                    <a:solidFill>
                      <a:srgbClr val="6C4B94"/>
                    </a:solidFill>
                  </a:tcPr>
                </a:tc>
                <a:tc>
                  <a:txBody>
                    <a:bodyPr wrap="square"/>
                    <a:lstStyle/>
                    <a:p>
                      <a:r>
                        <a:rPr sz="1200" b="1">
                          <a:solidFill>
                            <a:srgbClr val="FFFFFF"/>
                          </a:solidFill>
                          <a:ea typeface="Microsoft JhengHei"/>
                        </a:rPr>
                        <a:t>避免方式</a:t>
                      </a:r>
                    </a:p>
                  </a:txBody>
                  <a:tcPr marL="54864" marR="54864" marT="27432" marB="27432" anchor="ctr">
                    <a:solidFill>
                      <a:srgbClr val="6C4B94"/>
                    </a:solidFill>
                  </a:tcPr>
                </a:tc>
              </a:tr>
              <a:tr h="420624">
                <a:tc>
                  <a:txBody>
                    <a:bodyPr wrap="square"/>
                    <a:lstStyle/>
                    <a:p>
                      <a:r>
                        <a:rPr sz="1150" b="1">
                          <a:solidFill>
                            <a:srgbClr val="333333"/>
                          </a:solidFill>
                          <a:ea typeface="Microsoft JhengHei"/>
                        </a:rPr>
                        <a:t>bring-up spec 缺 vspClusterSpec 被擋</a:t>
                      </a:r>
                    </a:p>
                  </a:txBody>
                  <a:tcPr marL="54864" marR="54864" marT="27432" marB="27432" anchor="ctr">
                    <a:solidFill>
                      <a:srgbClr val="FFFFFF"/>
                    </a:solidFill>
                  </a:tcPr>
                </a:tc>
                <a:tc>
                  <a:txBody>
                    <a:bodyPr wrap="square"/>
                    <a:lstStyle/>
                    <a:p>
                      <a:r>
                        <a:rPr sz="1150" b="0">
                          <a:solidFill>
                            <a:srgbClr val="333333"/>
                          </a:solidFill>
                          <a:ea typeface="Microsoft JhengHei"/>
                        </a:rPr>
                        <a:t>保留完整 spec，M5 開始時中止；watcher 把 INITIALIZED 當閒置</a:t>
                      </a:r>
                    </a:p>
                  </a:txBody>
                  <a:tcPr marL="54864" marR="54864" marT="27432" marB="27432" anchor="ctr">
                    <a:solidFill>
                      <a:srgbClr val="FFFFFF"/>
                    </a:solidFill>
                  </a:tcPr>
                </a:tc>
              </a:tr>
              <a:tr h="420624">
                <a:tc>
                  <a:txBody>
                    <a:bodyPr wrap="square"/>
                    <a:lstStyle/>
                    <a:p>
                      <a:r>
                        <a:rPr sz="1150" b="1">
                          <a:solidFill>
                            <a:srgbClr val="333333"/>
                          </a:solidFill>
                          <a:ea typeface="Microsoft JhengHei"/>
                        </a:rPr>
                        <a:t>管理網與 workload 網同 subnet</a:t>
                      </a:r>
                    </a:p>
                  </a:txBody>
                  <a:tcPr marL="54864" marR="54864" marT="27432" marB="27432" anchor="ctr">
                    <a:solidFill>
                      <a:srgbClr val="F2F2F2"/>
                    </a:solidFill>
                  </a:tcPr>
                </a:tc>
                <a:tc>
                  <a:txBody>
                    <a:bodyPr wrap="square"/>
                    <a:lstStyle/>
                    <a:p>
                      <a:r>
                        <a:rPr sz="1150" b="0">
                          <a:solidFill>
                            <a:srgbClr val="333333"/>
                          </a:solidFill>
                          <a:ea typeface="Microsoft JhengHei"/>
                        </a:rPr>
                        <a:t>官方不支援 → workload 用另一個 subnet（本案 130.x）</a:t>
                      </a:r>
                    </a:p>
                  </a:txBody>
                  <a:tcPr marL="54864" marR="54864" marT="27432" marB="27432" anchor="ctr">
                    <a:solidFill>
                      <a:srgbClr val="F2F2F2"/>
                    </a:solidFill>
                  </a:tcPr>
                </a:tc>
              </a:tr>
              <a:tr h="420624">
                <a:tc>
                  <a:txBody>
                    <a:bodyPr wrap="square"/>
                    <a:lstStyle/>
                    <a:p>
                      <a:r>
                        <a:rPr sz="1150" b="1">
                          <a:solidFill>
                            <a:srgbClr val="333333"/>
                          </a:solidFill>
                          <a:ea typeface="Microsoft JhengHei"/>
                        </a:rPr>
                        <a:t>nested vSAN HCL 黃燈擋 vLCM</a:t>
                      </a:r>
                    </a:p>
                  </a:txBody>
                  <a:tcPr marL="54864" marR="54864" marT="27432" marB="27432" anchor="ctr">
                    <a:solidFill>
                      <a:srgbClr val="FFFFFF"/>
                    </a:solidFill>
                  </a:tcPr>
                </a:tc>
                <a:tc>
                  <a:txBody>
                    <a:bodyPr wrap="square"/>
                    <a:lstStyle/>
                    <a:p>
                      <a:r>
                        <a:rPr sz="1150" b="0">
                          <a:solidFill>
                            <a:srgbClr val="333333"/>
                          </a:solidFill>
                          <a:ea typeface="Microsoft JhengHei"/>
                        </a:rPr>
                        <a:t>silence nvmeonhcl（短 ID）；除錯看 vum-server log</a:t>
                      </a:r>
                    </a:p>
                  </a:txBody>
                  <a:tcPr marL="54864" marR="54864" marT="27432" marB="27432" anchor="ctr">
                    <a:solidFill>
                      <a:srgbClr val="FFFFFF"/>
                    </a:solidFill>
                  </a:tcPr>
                </a:tc>
              </a:tr>
              <a:tr h="420624">
                <a:tc>
                  <a:txBody>
                    <a:bodyPr wrap="square"/>
                    <a:lstStyle/>
                    <a:p>
                      <a:r>
                        <a:rPr sz="1150" b="1">
                          <a:solidFill>
                            <a:srgbClr val="333333"/>
                          </a:solidFill>
                          <a:ea typeface="Microsoft JhengHei"/>
                        </a:rPr>
                        <a:t>VKS 3.7 addon 預設公開網址</a:t>
                      </a:r>
                    </a:p>
                  </a:txBody>
                  <a:tcPr marL="54864" marR="54864" marT="27432" marB="27432" anchor="ctr">
                    <a:solidFill>
                      <a:srgbClr val="F2F2F2"/>
                    </a:solidFill>
                  </a:tcPr>
                </a:tc>
                <a:tc>
                  <a:txBody>
                    <a:bodyPr wrap="square"/>
                    <a:lstStyle/>
                    <a:p>
                      <a:r>
                        <a:rPr sz="1150" b="0">
                          <a:solidFill>
                            <a:srgbClr val="333333"/>
                          </a:solidFill>
                          <a:ea typeface="Microsoft JhengHei"/>
                        </a:rPr>
                        <a:t>Supervisor 端「成功」可能是偷用外網 → 以 image 來源與切網驗證為準</a:t>
                      </a:r>
                    </a:p>
                  </a:txBody>
                  <a:tcPr marL="54864" marR="54864" marT="27432" marB="27432" anchor="ctr">
                    <a:solidFill>
                      <a:srgbClr val="F2F2F2"/>
                    </a:solidFill>
                  </a:tcPr>
                </a:tc>
              </a:tr>
              <a:tr h="420624">
                <a:tc>
                  <a:txBody>
                    <a:bodyPr wrap="square"/>
                    <a:lstStyle/>
                    <a:p>
                      <a:r>
                        <a:rPr sz="1150" b="1">
                          <a:solidFill>
                            <a:srgbClr val="333333"/>
                          </a:solidFill>
                          <a:ea typeface="Microsoft JhengHei"/>
                        </a:rPr>
                        <a:t>dnsmasq --local-service 不回 routed subnet</a:t>
                      </a:r>
                    </a:p>
                  </a:txBody>
                  <a:tcPr marL="54864" marR="54864" marT="27432" marB="27432" anchor="ctr">
                    <a:solidFill>
                      <a:srgbClr val="FFFFFF"/>
                    </a:solidFill>
                  </a:tcPr>
                </a:tc>
                <a:tc>
                  <a:txBody>
                    <a:bodyPr wrap="square"/>
                    <a:lstStyle/>
                    <a:p>
                      <a:r>
                        <a:rPr sz="1150" b="0">
                          <a:solidFill>
                            <a:srgbClr val="333333"/>
                          </a:solidFill>
                          <a:ea typeface="Microsoft JhengHei"/>
                        </a:rPr>
                        <a:t>加 listen-address（參數仍會顯示，以實測為準）</a:t>
                      </a:r>
                    </a:p>
                  </a:txBody>
                  <a:tcPr marL="54864" marR="54864" marT="27432" marB="27432" anchor="ctr">
                    <a:solidFill>
                      <a:srgbClr val="FFFFFF"/>
                    </a:solidFill>
                  </a:tcPr>
                </a:tc>
              </a:tr>
              <a:tr h="420624">
                <a:tc>
                  <a:txBody>
                    <a:bodyPr wrap="square"/>
                    <a:lstStyle/>
                    <a:p>
                      <a:r>
                        <a:rPr sz="1150" b="1">
                          <a:solidFill>
                            <a:srgbClr val="333333"/>
                          </a:solidFill>
                          <a:ea typeface="Microsoft JhengHei"/>
                        </a:rPr>
                        <a:t>備份檔放在 /etc/dnsmasq.d/ 被當設定載入</a:t>
                      </a:r>
                    </a:p>
                  </a:txBody>
                  <a:tcPr marL="54864" marR="54864" marT="27432" marB="27432" anchor="ctr">
                    <a:solidFill>
                      <a:srgbClr val="F2F2F2"/>
                    </a:solidFill>
                  </a:tcPr>
                </a:tc>
                <a:tc>
                  <a:txBody>
                    <a:bodyPr wrap="square"/>
                    <a:lstStyle/>
                    <a:p>
                      <a:r>
                        <a:rPr sz="1150" b="0">
                          <a:solidFill>
                            <a:srgbClr val="333333"/>
                          </a:solidFill>
                          <a:ea typeface="Microsoft JhengHei"/>
                        </a:rPr>
                        <a:t>備份一律放設定目錄外</a:t>
                      </a:r>
                    </a:p>
                  </a:txBody>
                  <a:tcPr marL="54864" marR="54864" marT="27432" marB="27432" anchor="ctr">
                    <a:solidFill>
                      <a:srgbClr val="F2F2F2"/>
                    </a:solidFill>
                  </a:tcPr>
                </a:tc>
              </a:tr>
              <a:tr h="420624">
                <a:tc>
                  <a:txBody>
                    <a:bodyPr wrap="square"/>
                    <a:lstStyle/>
                    <a:p>
                      <a:r>
                        <a:rPr sz="1150" b="1">
                          <a:solidFill>
                            <a:srgbClr val="333333"/>
                          </a:solidFill>
                          <a:ea typeface="Microsoft JhengHei"/>
                        </a:rPr>
                        <a:t>VKS 預設 pod CIDR 192.168.0.0/16</a:t>
                      </a:r>
                    </a:p>
                  </a:txBody>
                  <a:tcPr marL="54864" marR="54864" marT="27432" marB="27432" anchor="ctr">
                    <a:solidFill>
                      <a:srgbClr val="FFFFFF"/>
                    </a:solidFill>
                  </a:tcPr>
                </a:tc>
                <a:tc>
                  <a:txBody>
                    <a:bodyPr wrap="square"/>
                    <a:lstStyle/>
                    <a:p>
                      <a:r>
                        <a:rPr sz="1150" b="0">
                          <a:solidFill>
                            <a:srgbClr val="333333"/>
                          </a:solidFill>
                          <a:ea typeface="Microsoft JhengHei"/>
                        </a:rPr>
                        <a:t>Cluster 明確指定 pods / services CIDR</a:t>
                      </a:r>
                    </a:p>
                  </a:txBody>
                  <a:tcPr marL="54864" marR="54864" marT="27432" marB="27432" anchor="ctr">
                    <a:solidFill>
                      <a:srgbClr val="FFFFFF"/>
                    </a:solidFill>
                  </a:tcPr>
                </a:tc>
              </a:tr>
              <a:tr h="420624">
                <a:tc>
                  <a:txBody>
                    <a:bodyPr wrap="square"/>
                    <a:lstStyle/>
                    <a:p>
                      <a:r>
                        <a:rPr sz="1150" b="1">
                          <a:solidFill>
                            <a:srgbClr val="333333"/>
                          </a:solidFill>
                          <a:ea typeface="Microsoft JhengHei"/>
                        </a:rPr>
                        <a:t>Pod Security 預設 restricted</a:t>
                      </a:r>
                    </a:p>
                  </a:txBody>
                  <a:tcPr marL="54864" marR="54864" marT="27432" marB="27432" anchor="ctr">
                    <a:solidFill>
                      <a:srgbClr val="F2F2F2"/>
                    </a:solidFill>
                  </a:tcPr>
                </a:tc>
                <a:tc>
                  <a:txBody>
                    <a:bodyPr wrap="square"/>
                    <a:lstStyle/>
                    <a:p>
                      <a:r>
                        <a:rPr sz="1150" b="0">
                          <a:solidFill>
                            <a:srgbClr val="333333"/>
                          </a:solidFill>
                          <a:ea typeface="Microsoft JhengHei"/>
                        </a:rPr>
                        <a:t>pod 需 runAsNonRoot、seccomp、drop ALL</a:t>
                      </a:r>
                    </a:p>
                  </a:txBody>
                  <a:tcPr marL="54864" marR="54864" marT="27432" marB="27432" anchor="ctr">
                    <a:solidFill>
                      <a:srgbClr val="F2F2F2"/>
                    </a:solidFill>
                  </a:tcPr>
                </a:tc>
              </a:tr>
              <a:tr h="420624">
                <a:tc>
                  <a:txBody>
                    <a:bodyPr wrap="square"/>
                    <a:lstStyle/>
                    <a:p>
                      <a:r>
                        <a:rPr sz="1150" b="1">
                          <a:solidFill>
                            <a:srgbClr val="333333"/>
                          </a:solidFill>
                          <a:ea typeface="Microsoft JhengHei"/>
                        </a:rPr>
                        <a:t>VCF CLI 從 Supervisor 下載 503</a:t>
                      </a:r>
                    </a:p>
                  </a:txBody>
                  <a:tcPr marL="54864" marR="54864" marT="27432" marB="27432" anchor="ctr">
                    <a:solidFill>
                      <a:srgbClr val="FFFFFF"/>
                    </a:solidFill>
                  </a:tcPr>
                </a:tc>
                <a:tc>
                  <a:txBody>
                    <a:bodyPr wrap="square"/>
                    <a:lstStyle/>
                    <a:p>
                      <a:r>
                        <a:rPr sz="1150" b="0">
                          <a:solidFill>
                            <a:srgbClr val="333333"/>
                          </a:solidFill>
                          <a:ea typeface="Microsoft JhengHei"/>
                        </a:rPr>
                        <a:t>沒有 Software Depot 就只能 Support Portal</a:t>
                      </a:r>
                    </a:p>
                  </a:txBody>
                  <a:tcPr marL="54864" marR="54864" marT="27432" marB="27432" anchor="ctr">
                    <a:solidFill>
                      <a:srgbClr val="FFFFFF"/>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Limitations and Next Steps</a:t>
            </a:r>
          </a:p>
        </p:txBody>
      </p:sp>
      <p:sp>
        <p:nvSpPr>
          <p:cNvPr id="3" name="Subtitle 2"/>
          <p:cNvSpPr>
            <a:spLocks noGrp="1"/>
          </p:cNvSpPr>
          <p:nvPr>
            <p:ph type="subTitle" idx="10"/>
          </p:nvPr>
        </p:nvSpPr>
        <p:spPr/>
        <p:txBody>
          <a:bodyPr/>
          <a:lstStyle/>
          <a:p>
            <a:r>
              <a:rPr>
                <a:ea typeface="Microsoft JhengHei"/>
              </a:rPr>
              <a:t>限制與後續工作</a:t>
            </a:r>
          </a:p>
        </p:txBody>
      </p:sp>
      <p:sp>
        <p:nvSpPr>
          <p:cNvPr id="4" name="Content Placeholder 3"/>
          <p:cNvSpPr>
            <a:spLocks noGrp="1"/>
          </p:cNvSpPr>
          <p:nvPr>
            <p:ph idx="14" sz="quarter"/>
          </p:nvPr>
        </p:nvSpPr>
        <p:spPr/>
        <p:txBody>
          <a:bodyPr/>
          <a:lstStyle/>
          <a:p>
            <a:pPr>
              <a:spcAft>
                <a:spcPts val="1400"/>
              </a:spcAft>
            </a:pPr>
            <a:r>
              <a:rPr sz="1800">
                <a:solidFill>
                  <a:srgbClr val="6C4B94"/>
                </a:solidFill>
                <a:ea typeface="Microsoft JhengHei"/>
              </a:rPr>
              <a:t>▍ </a:t>
            </a:r>
            <a:r>
              <a:rPr sz="1800">
                <a:ea typeface="Microsoft JhengHei"/>
              </a:rPr>
              <a:t>builtin AddonRepository（公開網址）由 kapp 管理，會一直存在，但未被引用</a:t>
            </a:r>
          </a:p>
          <a:p>
            <a:pPr>
              <a:spcAft>
                <a:spcPts val="1400"/>
              </a:spcAft>
            </a:pPr>
            <a:r>
              <a:rPr sz="1800">
                <a:solidFill>
                  <a:srgbClr val="007B8C"/>
                </a:solidFill>
                <a:ea typeface="Microsoft JhengHei"/>
              </a:rPr>
              <a:t>▍ </a:t>
            </a:r>
            <a:r>
              <a:rPr sz="1800">
                <a:ea typeface="Microsoft JhengHei"/>
              </a:rPr>
              <a:t>VKS 升級（如 add-on 3.7.0+20260723）會新增指向公開網址的 ARI → 升級後照同法改指</a:t>
            </a:r>
          </a:p>
          <a:p>
            <a:pPr>
              <a:spcAft>
                <a:spcPts val="1400"/>
              </a:spcAft>
            </a:pPr>
            <a:r>
              <a:rPr sz="1800">
                <a:solidFill>
                  <a:srgbClr val="0098C7"/>
                </a:solidFill>
                <a:ea typeface="Microsoft JhengHei"/>
              </a:rPr>
              <a:t>▍ </a:t>
            </a:r>
            <a:r>
              <a:rPr sz="1800">
                <a:ea typeface="Microsoft JhengHei"/>
              </a:rPr>
              <a:t>DNS 層級切斷 ≠ 封包阻擋：直接用 IP 仍可出網；正式環境請搭配防火牆</a:t>
            </a:r>
          </a:p>
          <a:p>
            <a:pPr>
              <a:spcAft>
                <a:spcPts val="1400"/>
              </a:spcAft>
            </a:pPr>
            <a:r>
              <a:rPr sz="1800">
                <a:solidFill>
                  <a:srgbClr val="61A60E"/>
                </a:solidFill>
                <a:ea typeface="Microsoft JhengHei"/>
              </a:rPr>
              <a:t>▍ </a:t>
            </a:r>
            <a:r>
              <a:rPr sz="1800">
                <a:ea typeface="Microsoft JhengHei"/>
              </a:rPr>
              <a:t>NSX VPC external IP block = 192.168.120.0/24 → 勿建 VPC 或先縮小範圍</a:t>
            </a:r>
          </a:p>
          <a:p>
            <a:pPr>
              <a:spcAft>
                <a:spcPts val="1400"/>
              </a:spcAft>
            </a:pPr>
            <a:r>
              <a:rPr sz="1800">
                <a:solidFill>
                  <a:srgbClr val="6C4B94"/>
                </a:solidFill>
                <a:ea typeface="Microsoft JhengHei"/>
              </a:rPr>
              <a:t>▍ </a:t>
            </a:r>
            <a:r>
              <a:rPr sz="1800">
                <a:ea typeface="Microsoft JhengHei"/>
              </a:rPr>
              <a:t>後續：用 vcf addon 安裝 cert-manager / contour；air-gap 升級 cluster 至 v1.35.6</a:t>
            </a:r>
          </a:p>
          <a:p>
            <a:pPr>
              <a:spcAft>
                <a:spcPts val="1400"/>
              </a:spcAft>
            </a:pPr>
            <a:r>
              <a:rPr sz="1800">
                <a:solidFill>
                  <a:srgbClr val="007B8C"/>
                </a:solidFill>
                <a:ea typeface="Microsoft JhengHei"/>
              </a:rPr>
              <a:t>▍ </a:t>
            </a:r>
            <a:r>
              <a:rPr sz="1800">
                <a:ea typeface="Microsoft JhengHei"/>
              </a:rPr>
              <a:t>後續：以官方 PSO kit 產出正式安裝手冊（docx）</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ea typeface="Microsoft JhengHei"/>
              </a:rPr>
              <a:t>沒有 VCF Management Services，一樣能做完整 air-gap 的 VKS —— 用官方文件化的步驟，並以證據驗證。</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VMware 2025 Light">
  <a:themeElements>
    <a:clrScheme name="VMware-Light">
      <a:dk1>
        <a:srgbClr val="000000"/>
      </a:dk1>
      <a:lt1>
        <a:srgbClr val="FFFFFF"/>
      </a:lt1>
      <a:dk2>
        <a:srgbClr val="1B1D36"/>
      </a:dk2>
      <a:lt2>
        <a:srgbClr val="EEEEEE"/>
      </a:lt2>
      <a:accent1>
        <a:srgbClr val="007B8C"/>
      </a:accent1>
      <a:accent2>
        <a:srgbClr val="005C8A"/>
      </a:accent2>
      <a:accent3>
        <a:srgbClr val="0098C7"/>
      </a:accent3>
      <a:accent4>
        <a:srgbClr val="61A60E"/>
      </a:accent4>
      <a:accent5>
        <a:srgbClr val="6C4B94"/>
      </a:accent5>
      <a:accent6>
        <a:srgbClr val="F3BA16"/>
      </a:accent6>
      <a:hlink>
        <a:srgbClr val="0098C7"/>
      </a:hlink>
      <a:folHlink>
        <a:srgbClr val="6C4B9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2"/>
        </a:solidFill>
        <a:ln w="12700">
          <a:noFill/>
          <a:miter lim="800000"/>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800"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bwMode="gray">
        <a:ln w="12700">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00" dirty="0" smtClean="0">
            <a:solidFill>
              <a:schemeClr val="tx2"/>
            </a:solidFill>
          </a:defRPr>
        </a:defPPr>
      </a:lstStyle>
    </a:txDef>
  </a:objectDefaults>
  <a:extraClrSchemeLst/>
  <a:custClrLst>
    <a:custClr name="Orange">
      <a:srgbClr val="E68C28"/>
    </a:custClr>
    <a:custClr name="Red">
      <a:srgbClr val="CC092F"/>
    </a:custClr>
    <a:custClr name="Light Grey">
      <a:srgbClr val="E2E3E4"/>
    </a:custClr>
    <a:custClr name="Cool Grey 7">
      <a:srgbClr val="97999B"/>
    </a:custClr>
    <a:custClr name="Dark Grey">
      <a:srgbClr val="53565A"/>
    </a:custClr>
    <a:custClr name="2nd Green">
      <a:srgbClr val="23800A"/>
    </a:custClr>
    <a:custClr name="2nd Blue">
      <a:srgbClr val="007DA3"/>
    </a:custClr>
    <a:custClr name="187 Red">
      <a:srgbClr val="A6192E"/>
    </a:custClr>
  </a:custClrLst>
  <a:extLst>
    <a:ext uri="{05A4C25C-085E-4340-85A3-A5531E510DB2}">
      <thm15:themeFamily xmlns:thm15="http://schemas.microsoft.com/office/thememl/2012/main" name="bc-vmw-ppt-template-light-arial-2025.potx" id="{58448B0C-B9AF-4F14-9BEF-A2168841E3C9}" vid="{8A53EF31-A125-46D4-9CD1-4968F9927A64}"/>
    </a:ext>
  </a:extLst>
</a:theme>
</file>

<file path=ppt/theme/theme2.xml><?xml version="1.0" encoding="utf-8"?>
<a:theme xmlns:a="http://schemas.openxmlformats.org/drawingml/2006/main" name="VMware-dark">
  <a:themeElements>
    <a:clrScheme name="Custom 8">
      <a:dk1>
        <a:srgbClr val="FFFFFF"/>
      </a:dk1>
      <a:lt1>
        <a:srgbClr val="000000"/>
      </a:lt1>
      <a:dk2>
        <a:srgbClr val="EEEEEE"/>
      </a:dk2>
      <a:lt2>
        <a:srgbClr val="1B1D36"/>
      </a:lt2>
      <a:accent1>
        <a:srgbClr val="0088EF"/>
      </a:accent1>
      <a:accent2>
        <a:srgbClr val="01B9C6"/>
      </a:accent2>
      <a:accent3>
        <a:srgbClr val="0098C7"/>
      </a:accent3>
      <a:accent4>
        <a:srgbClr val="61A60E"/>
      </a:accent4>
      <a:accent5>
        <a:srgbClr val="A468EE"/>
      </a:accent5>
      <a:accent6>
        <a:srgbClr val="F3BA16"/>
      </a:accent6>
      <a:hlink>
        <a:srgbClr val="0098C7"/>
      </a:hlink>
      <a:folHlink>
        <a:srgbClr val="A468E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Aft>
            <a:spcPts val="600"/>
          </a:spcAft>
          <a:defRPr sz="120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bwMode="gray">
        <a:ln w="25400">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30000"/>
          </a:lnSpc>
          <a:defRPr sz="1800" dirty="0" err="1" smtClean="0">
            <a:solidFill>
              <a:schemeClr val="tx2"/>
            </a:solidFill>
          </a:defRPr>
        </a:defPPr>
      </a:lstStyle>
    </a:txDef>
  </a:objectDefaults>
  <a:extraClrSchemeLst/>
  <a:custClrLst>
    <a:custClr name="Orange">
      <a:srgbClr val="E68C28"/>
    </a:custClr>
    <a:custClr name="Red">
      <a:srgbClr val="CC092F"/>
    </a:custClr>
    <a:custClr name="Light Grey">
      <a:srgbClr val="E2E3E4"/>
    </a:custClr>
    <a:custClr name="Cool Grey 4">
      <a:srgbClr val="BBBCBC"/>
    </a:custClr>
    <a:custClr name="Dark Grey">
      <a:srgbClr val="53565A"/>
    </a:custClr>
  </a:custClrLst>
  <a:extLst>
    <a:ext uri="{05A4C25C-085E-4340-85A3-A5531E510DB2}">
      <thm15:themeFamily xmlns:thm15="http://schemas.microsoft.com/office/thememl/2012/main" name="vcf-ppt-template-dark-arial-2025" id="{5AB65B9C-5F73-FC40-86C7-949C2C390C07}" vid="{3F6EE47F-2740-3543-B9EE-F7ADEABB858D}"/>
    </a:ext>
  </a:extLst>
</a:theme>
</file>

<file path=ppt/theme/theme3.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34d4d772-b3f2-47fc-9a2d-2126f9957ae8">
      <Terms xmlns="http://schemas.microsoft.com/office/infopath/2007/PartnerControls"/>
    </lcf76f155ced4ddcb4097134ff3c332f>
    <TaxCatchAll xmlns="d345b56e-75a0-4ca8-9b4b-110cb999efd5" xsi:nil="true"/>
    <SharedWithUsers xmlns="d345b56e-75a0-4ca8-9b4b-110cb999efd5">
      <UserInfo>
        <DisplayName>Juanly Cabrera</DisplayName>
        <AccountId>17</AccountId>
        <AccountType/>
      </UserInfo>
      <UserInfo>
        <DisplayName>Andre Fernandes</DisplayName>
        <AccountId>20</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B3F91C0C4ECEE479555FEA4A4EB2B48" ma:contentTypeVersion="15" ma:contentTypeDescription="Create a new document." ma:contentTypeScope="" ma:versionID="c6a87b1e4bc033b72f454e04dac54d88">
  <xsd:schema xmlns:xsd="http://www.w3.org/2001/XMLSchema" xmlns:xs="http://www.w3.org/2001/XMLSchema" xmlns:p="http://schemas.microsoft.com/office/2006/metadata/properties" xmlns:ns2="34d4d772-b3f2-47fc-9a2d-2126f9957ae8" xmlns:ns3="d345b56e-75a0-4ca8-9b4b-110cb999efd5" targetNamespace="http://schemas.microsoft.com/office/2006/metadata/properties" ma:root="true" ma:fieldsID="6eb14a52ad1190b1f78ecaeae027f828" ns2:_="" ns3:_="">
    <xsd:import namespace="34d4d772-b3f2-47fc-9a2d-2126f9957ae8"/>
    <xsd:import namespace="d345b56e-75a0-4ca8-9b4b-110cb999efd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d4d772-b3f2-47fc-9a2d-2126f9957ae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42db59af-f8a6-47a7-a7a2-8d3f5d7884b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345b56e-75a0-4ca8-9b4b-110cb999efd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e60bf06-978e-4056-b583-56563198eef8}" ma:internalName="TaxCatchAll" ma:showField="CatchAllData" ma:web="d345b56e-75a0-4ca8-9b4b-110cb999efd5">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1634573-F7D8-4ECC-B5FF-91D1E5D2E650}">
  <ds:schemaRefs>
    <ds:schemaRef ds:uri="http://purl.org/dc/elements/1.1/"/>
    <ds:schemaRef ds:uri="34d4d772-b3f2-47fc-9a2d-2126f9957ae8"/>
    <ds:schemaRef ds:uri="http://schemas.microsoft.com/office/2006/documentManagement/types"/>
    <ds:schemaRef ds:uri="http://www.w3.org/XML/1998/namespace"/>
    <ds:schemaRef ds:uri="http://purl.org/dc/dcmitype/"/>
    <ds:schemaRef ds:uri="http://schemas.microsoft.com/office/infopath/2007/PartnerControls"/>
    <ds:schemaRef ds:uri="http://schemas.openxmlformats.org/package/2006/metadata/core-properties"/>
    <ds:schemaRef ds:uri="d345b56e-75a0-4ca8-9b4b-110cb999efd5"/>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28FF4D8F-9B19-4DA8-8A71-562BBA95DCB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4d4d772-b3f2-47fc-9a2d-2126f9957ae8"/>
    <ds:schemaRef ds:uri="d345b56e-75a0-4ca8-9b4b-110cb999ef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AD99180-4DF7-4231-B572-5E5D5B192DA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bc-vmw-ppt-template-light-arial-2025 - Copy</Template>
  <TotalTime>20028</TotalTime>
  <Words>30010</Words>
  <Application>Microsoft Macintosh PowerPoint</Application>
  <PresentationFormat>自訂</PresentationFormat>
  <Paragraphs>1727</Paragraphs>
  <Slides>30</Slides>
  <Notes>29</Notes>
  <HiddenSlides>3</HiddenSlides>
  <MMClips>0</MMClips>
  <ScaleCrop>false</ScaleCrop>
  <HeadingPairs>
    <vt:vector size="6" baseType="variant">
      <vt:variant>
        <vt:lpstr>使用字型</vt:lpstr>
      </vt:variant>
      <vt:variant>
        <vt:i4>4</vt:i4>
      </vt:variant>
      <vt:variant>
        <vt:lpstr>佈景主題</vt:lpstr>
      </vt:variant>
      <vt:variant>
        <vt:i4>2</vt:i4>
      </vt:variant>
      <vt:variant>
        <vt:lpstr>投影片標題</vt:lpstr>
      </vt:variant>
      <vt:variant>
        <vt:i4>30</vt:i4>
      </vt:variant>
    </vt:vector>
  </HeadingPairs>
  <TitlesOfParts>
    <vt:vector size="36" baseType="lpstr">
      <vt:lpstr>Arial Rounded MT Bold</vt:lpstr>
      <vt:lpstr>Metropolis</vt:lpstr>
      <vt:lpstr>Metropolis Light</vt:lpstr>
      <vt:lpstr>Arial</vt:lpstr>
      <vt:lpstr>VMware 2025 Light</vt:lpstr>
      <vt:lpstr>VMware-dark</vt:lpstr>
      <vt:lpstr>vSAN in VCF 9.1 What’s New Technical</vt:lpstr>
      <vt:lpstr>PowerPoint 簡報</vt:lpstr>
      <vt:lpstr>PowerPoint 簡報</vt:lpstr>
      <vt:lpstr>What’s New with VMware vSAN in VCF 9.1</vt:lpstr>
      <vt:lpstr>Flexible &amp; Efficient Storage Platform</vt:lpstr>
      <vt:lpstr>Better Space Efficiency through Improved Data Compression</vt:lpstr>
      <vt:lpstr>Cost Efficient Storage Environments for Cyber Recovery</vt:lpstr>
      <vt:lpstr>Reduce Storage Costs with Lower Hardware Requirements for vSAN</vt:lpstr>
      <vt:lpstr>Greater Flexibility with Remote vSAN Datastores</vt:lpstr>
      <vt:lpstr>Minimize Operational Downtime for Clustered Applications on vSAN</vt:lpstr>
      <vt:lpstr>Accelerated Modern Application Development</vt:lpstr>
      <vt:lpstr>Integrated Object Storage for vSAN Powered VCF Environments</vt:lpstr>
      <vt:lpstr>Improved Scalability and Interoperability of Cloud Native Volumes</vt:lpstr>
      <vt:lpstr>Faster File Management Operations with vSAN File Services</vt:lpstr>
      <vt:lpstr>Secure and Cyber Resilient Storage</vt:lpstr>
      <vt:lpstr>Secure End-to-End Encryption of Storage using vSAN Storage Clusters</vt:lpstr>
      <vt:lpstr>High Levels of Security while Driving Down Storage Costs</vt:lpstr>
      <vt:lpstr>Simplified Site Maintenance and Failure Recovery for Stretched Clusters</vt:lpstr>
      <vt:lpstr>Protect Data on Other Storage Types using vSAN</vt:lpstr>
      <vt:lpstr>Comprehensive Cyber Protection and Recovery without the Cloud</vt:lpstr>
      <vt:lpstr>Protecting VMs at Scale with Confidence</vt:lpstr>
      <vt:lpstr>Simplified Operations</vt:lpstr>
      <vt:lpstr>Fully Automated Resilience Settings for vSAN Clusters</vt:lpstr>
      <vt:lpstr>Intuitive and Simple Capacity Management for vSAN in VCF 9.1</vt:lpstr>
      <vt:lpstr>Consume vSAN Storage Clusters Across Workload Domains in VCF</vt:lpstr>
      <vt:lpstr>Global Visibility and Insight for Storage in VMware Cloud Foundation</vt:lpstr>
      <vt:lpstr>PowerPoint 簡報</vt:lpstr>
      <vt:lpstr>PowerPoint 簡報</vt:lpstr>
      <vt:lpstr>Lower Costs and Increase Utilization in vSAN Hosts</vt:lpstr>
      <vt:lpstr>Deploy vSAN without Purchasing New Servers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 Koehler</dc:creator>
  <cp:keywords>VMware</cp:keywords>
  <cp:lastModifiedBy>育昕 楊</cp:lastModifiedBy>
  <cp:revision>617</cp:revision>
  <cp:lastPrinted>2025-09-23T17:42:24Z</cp:lastPrinted>
  <dcterms:created xsi:type="dcterms:W3CDTF">2025-03-19T05:16:12Z</dcterms:created>
  <dcterms:modified xsi:type="dcterms:W3CDTF">2026-08-16T02:05:43Z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0x0101008B3F91C0C4ECEE479555FEA4A4EB2B48</vt:lpwstr>
  </property>
  <property fmtid="{D5CDD505-2E9C-101B-9397-08002B2CF9AE}" pid="3" name="MediaServiceImageTags">
    <vt:lpwstr/>
  </property>
</Properties>
</file>